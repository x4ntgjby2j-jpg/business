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4"/>
  </p:sldMasterIdLst>
  <p:notesMasterIdLst>
    <p:notesMasterId r:id="rId45"/>
  </p:notesMasterIdLst>
  <p:sldIdLst>
    <p:sldId id="1026" r:id="rId5"/>
    <p:sldId id="258" r:id="rId6"/>
    <p:sldId id="1030" r:id="rId7"/>
    <p:sldId id="1031" r:id="rId8"/>
    <p:sldId id="1032" r:id="rId9"/>
    <p:sldId id="1034" r:id="rId10"/>
    <p:sldId id="1035" r:id="rId11"/>
    <p:sldId id="1040" r:id="rId12"/>
    <p:sldId id="1043" r:id="rId13"/>
    <p:sldId id="1046" r:id="rId14"/>
    <p:sldId id="1047" r:id="rId15"/>
    <p:sldId id="1050" r:id="rId16"/>
    <p:sldId id="1051" r:id="rId17"/>
    <p:sldId id="1036" r:id="rId18"/>
    <p:sldId id="1042" r:id="rId19"/>
    <p:sldId id="1037" r:id="rId20"/>
    <p:sldId id="1048" r:id="rId21"/>
    <p:sldId id="1038" r:id="rId22"/>
    <p:sldId id="1039" r:id="rId23"/>
    <p:sldId id="1041" r:id="rId24"/>
    <p:sldId id="1044" r:id="rId25"/>
    <p:sldId id="1045" r:id="rId26"/>
    <p:sldId id="1049" r:id="rId27"/>
    <p:sldId id="1052" r:id="rId28"/>
    <p:sldId id="1053" r:id="rId29"/>
    <p:sldId id="1054" r:id="rId30"/>
    <p:sldId id="1055" r:id="rId31"/>
    <p:sldId id="1056" r:id="rId32"/>
    <p:sldId id="1057" r:id="rId33"/>
    <p:sldId id="1058" r:id="rId34"/>
    <p:sldId id="1066" r:id="rId35"/>
    <p:sldId id="1065" r:id="rId36"/>
    <p:sldId id="1064" r:id="rId37"/>
    <p:sldId id="1063" r:id="rId38"/>
    <p:sldId id="1062" r:id="rId39"/>
    <p:sldId id="1060" r:id="rId40"/>
    <p:sldId id="1061" r:id="rId41"/>
    <p:sldId id="1068" r:id="rId42"/>
    <p:sldId id="1067" r:id="rId43"/>
    <p:sldId id="1069"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03E2B92A-B27C-9F42-A2B6-C4D544A6FC59}">
          <p14:sldIdLst>
            <p14:sldId id="1026"/>
            <p14:sldId id="258"/>
            <p14:sldId id="1030"/>
            <p14:sldId id="1031"/>
            <p14:sldId id="1032"/>
            <p14:sldId id="1034"/>
            <p14:sldId id="1035"/>
            <p14:sldId id="1040"/>
            <p14:sldId id="1043"/>
            <p14:sldId id="1046"/>
            <p14:sldId id="1047"/>
            <p14:sldId id="1050"/>
            <p14:sldId id="1051"/>
          </p14:sldIdLst>
        </p14:section>
        <p14:section name="Grafiken" id="{CDBF74DA-6853-914F-8B23-E46C02652EC3}">
          <p14:sldIdLst>
            <p14:sldId id="1036"/>
            <p14:sldId id="1042"/>
            <p14:sldId id="1037"/>
            <p14:sldId id="1048"/>
            <p14:sldId id="1038"/>
            <p14:sldId id="1039"/>
            <p14:sldId id="1041"/>
            <p14:sldId id="1044"/>
            <p14:sldId id="1045"/>
            <p14:sldId id="1049"/>
            <p14:sldId id="1052"/>
            <p14:sldId id="1053"/>
            <p14:sldId id="1054"/>
            <p14:sldId id="1055"/>
            <p14:sldId id="1056"/>
            <p14:sldId id="1057"/>
            <p14:sldId id="1058"/>
          </p14:sldIdLst>
        </p14:section>
        <p14:section name="Abbildungen Finale Version" id="{83DBB403-AD4C-F042-89D6-77CBEDC723D6}">
          <p14:sldIdLst>
            <p14:sldId id="1066"/>
            <p14:sldId id="1065"/>
            <p14:sldId id="1064"/>
            <p14:sldId id="1063"/>
            <p14:sldId id="1062"/>
            <p14:sldId id="1060"/>
            <p14:sldId id="1061"/>
            <p14:sldId id="1068"/>
            <p14:sldId id="1067"/>
            <p14:sldId id="10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lena Spies" initials="AS [2]" lastIdx="40" clrIdx="6">
    <p:extLst>
      <p:ext uri="{19B8F6BF-5375-455C-9EA6-DF929625EA0E}">
        <p15:presenceInfo xmlns:p15="http://schemas.microsoft.com/office/powerpoint/2012/main" userId="S::nnzrtrszrk8ww5ty@m365.rwth-aachen.de::65504b13-4382-41f9-b304-4ee1c03c71fd" providerId="AD"/>
      </p:ext>
    </p:extLst>
  </p:cmAuthor>
  <p:cmAuthor id="1" name="Kay Johnen" initials="KJ" lastIdx="14" clrIdx="0">
    <p:extLst>
      <p:ext uri="{19B8F6BF-5375-455C-9EA6-DF929625EA0E}">
        <p15:presenceInfo xmlns:p15="http://schemas.microsoft.com/office/powerpoint/2012/main" userId="S-1-5-21-1708775095-576161368-3759762441-1694" providerId="AD"/>
      </p:ext>
    </p:extLst>
  </p:cmAuthor>
  <p:cmAuthor id="2" name="Nils Kroell" initials="NK" lastIdx="33" clrIdx="1">
    <p:extLst>
      <p:ext uri="{19B8F6BF-5375-455C-9EA6-DF929625EA0E}">
        <p15:presenceInfo xmlns:p15="http://schemas.microsoft.com/office/powerpoint/2012/main" userId="Nils Kroell" providerId="None"/>
      </p:ext>
    </p:extLst>
  </p:cmAuthor>
  <p:cmAuthor id="3" name="Xiaozheng Chen" initials="XC" lastIdx="19" clrIdx="2">
    <p:extLst>
      <p:ext uri="{19B8F6BF-5375-455C-9EA6-DF929625EA0E}">
        <p15:presenceInfo xmlns:p15="http://schemas.microsoft.com/office/powerpoint/2012/main" userId="Xiaozheng Chen" providerId="None"/>
      </p:ext>
    </p:extLst>
  </p:cmAuthor>
  <p:cmAuthor id="4" name="Alexander Feil" initials="AF" lastIdx="5" clrIdx="3">
    <p:extLst>
      <p:ext uri="{19B8F6BF-5375-455C-9EA6-DF929625EA0E}">
        <p15:presenceInfo xmlns:p15="http://schemas.microsoft.com/office/powerpoint/2012/main" userId="S-1-5-21-1708775095-576161368-3759762441-1905" providerId="AD"/>
      </p:ext>
    </p:extLst>
  </p:cmAuthor>
  <p:cmAuthor id="5" name="Raulf, Karoline" initials="RK" lastIdx="42" clrIdx="4">
    <p:extLst>
      <p:ext uri="{19B8F6BF-5375-455C-9EA6-DF929625EA0E}">
        <p15:presenceInfo xmlns:p15="http://schemas.microsoft.com/office/powerpoint/2012/main" userId="S-1-5-21-1708775095-576161368-3759762441-1166" providerId="AD"/>
      </p:ext>
    </p:extLst>
  </p:cmAuthor>
  <p:cmAuthor id="6" name="Alena Spies" initials="AS" lastIdx="40" clrIdx="5">
    <p:extLst>
      <p:ext uri="{19B8F6BF-5375-455C-9EA6-DF929625EA0E}">
        <p15:presenceInfo xmlns:p15="http://schemas.microsoft.com/office/powerpoint/2012/main" userId="Alena Spie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49F"/>
    <a:srgbClr val="8EBAE5"/>
    <a:srgbClr val="D0D95C"/>
    <a:srgbClr val="BDCD00"/>
    <a:srgbClr val="D80073"/>
    <a:srgbClr val="D60093"/>
    <a:srgbClr val="FF0066"/>
    <a:srgbClr val="0093A1"/>
    <a:srgbClr val="00A7A1"/>
    <a:srgbClr val="00B1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43225-1649-8F43-91B0-DC76CA3DB4FD}" v="27" dt="2025-09-05T12:40:45.40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91" autoAdjust="0"/>
    <p:restoredTop sz="95038" autoAdjust="0"/>
  </p:normalViewPr>
  <p:slideViewPr>
    <p:cSldViewPr snapToGrid="0">
      <p:cViewPr>
        <p:scale>
          <a:sx n="46" d="100"/>
          <a:sy n="46" d="100"/>
        </p:scale>
        <p:origin x="1856" y="40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8" d="100"/>
          <a:sy n="88" d="100"/>
        </p:scale>
        <p:origin x="382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eneas Molitor" userId="7a8de38f-9645-4ae9-aa5a-47a0c5801364" providerId="ADAL" clId="{16943225-1649-8F43-91B0-DC76CA3DB4FD}"/>
    <pc:docChg chg="undo redo custSel addSld delSld modSld modSection">
      <pc:chgData name="Aeneas Molitor" userId="7a8de38f-9645-4ae9-aa5a-47a0c5801364" providerId="ADAL" clId="{16943225-1649-8F43-91B0-DC76CA3DB4FD}" dt="2025-09-05T13:45:28.832" v="552" actId="207"/>
      <pc:docMkLst>
        <pc:docMk/>
      </pc:docMkLst>
      <pc:sldChg chg="del">
        <pc:chgData name="Aeneas Molitor" userId="7a8de38f-9645-4ae9-aa5a-47a0c5801364" providerId="ADAL" clId="{16943225-1649-8F43-91B0-DC76CA3DB4FD}" dt="2025-08-31T19:14:58.115" v="0" actId="2696"/>
        <pc:sldMkLst>
          <pc:docMk/>
          <pc:sldMk cId="1373564017" sldId="1059"/>
        </pc:sldMkLst>
      </pc:sldChg>
      <pc:sldChg chg="modSp mod">
        <pc:chgData name="Aeneas Molitor" userId="7a8de38f-9645-4ae9-aa5a-47a0c5801364" providerId="ADAL" clId="{16943225-1649-8F43-91B0-DC76CA3DB4FD}" dt="2025-09-05T13:45:28.832" v="552" actId="207"/>
        <pc:sldMkLst>
          <pc:docMk/>
          <pc:sldMk cId="1847023427" sldId="1065"/>
        </pc:sldMkLst>
        <pc:spChg chg="mod">
          <ac:chgData name="Aeneas Molitor" userId="7a8de38f-9645-4ae9-aa5a-47a0c5801364" providerId="ADAL" clId="{16943225-1649-8F43-91B0-DC76CA3DB4FD}" dt="2025-09-05T13:45:28.832" v="552" actId="207"/>
          <ac:spMkLst>
            <pc:docMk/>
            <pc:sldMk cId="1847023427" sldId="1065"/>
            <ac:spMk id="9" creationId="{F252300E-1D01-8425-9EE3-0FD834465EA3}"/>
          </ac:spMkLst>
        </pc:spChg>
        <pc:spChg chg="mod">
          <ac:chgData name="Aeneas Molitor" userId="7a8de38f-9645-4ae9-aa5a-47a0c5801364" providerId="ADAL" clId="{16943225-1649-8F43-91B0-DC76CA3DB4FD}" dt="2025-09-05T13:45:28.832" v="552" actId="207"/>
          <ac:spMkLst>
            <pc:docMk/>
            <pc:sldMk cId="1847023427" sldId="1065"/>
            <ac:spMk id="11" creationId="{E54B6F12-6ED5-FA55-7474-6EBCAA697094}"/>
          </ac:spMkLst>
        </pc:spChg>
        <pc:spChg chg="mod">
          <ac:chgData name="Aeneas Molitor" userId="7a8de38f-9645-4ae9-aa5a-47a0c5801364" providerId="ADAL" clId="{16943225-1649-8F43-91B0-DC76CA3DB4FD}" dt="2025-09-05T13:45:28.832" v="552" actId="207"/>
          <ac:spMkLst>
            <pc:docMk/>
            <pc:sldMk cId="1847023427" sldId="1065"/>
            <ac:spMk id="13" creationId="{A8D006AC-AC49-D0BC-5836-8A157643EEC5}"/>
          </ac:spMkLst>
        </pc:spChg>
        <pc:spChg chg="mod">
          <ac:chgData name="Aeneas Molitor" userId="7a8de38f-9645-4ae9-aa5a-47a0c5801364" providerId="ADAL" clId="{16943225-1649-8F43-91B0-DC76CA3DB4FD}" dt="2025-09-05T13:45:28.832" v="552" actId="207"/>
          <ac:spMkLst>
            <pc:docMk/>
            <pc:sldMk cId="1847023427" sldId="1065"/>
            <ac:spMk id="15" creationId="{FDF2E140-361D-1529-7E2A-6B53B9B87FB7}"/>
          </ac:spMkLst>
        </pc:spChg>
        <pc:spChg chg="mod">
          <ac:chgData name="Aeneas Molitor" userId="7a8de38f-9645-4ae9-aa5a-47a0c5801364" providerId="ADAL" clId="{16943225-1649-8F43-91B0-DC76CA3DB4FD}" dt="2025-09-05T13:45:28.832" v="552" actId="207"/>
          <ac:spMkLst>
            <pc:docMk/>
            <pc:sldMk cId="1847023427" sldId="1065"/>
            <ac:spMk id="16" creationId="{5060F3B5-03F5-A4F3-4F07-643086C8ABAA}"/>
          </ac:spMkLst>
        </pc:spChg>
        <pc:spChg chg="mod">
          <ac:chgData name="Aeneas Molitor" userId="7a8de38f-9645-4ae9-aa5a-47a0c5801364" providerId="ADAL" clId="{16943225-1649-8F43-91B0-DC76CA3DB4FD}" dt="2025-09-05T13:45:28.832" v="552" actId="207"/>
          <ac:spMkLst>
            <pc:docMk/>
            <pc:sldMk cId="1847023427" sldId="1065"/>
            <ac:spMk id="18" creationId="{218A6625-7543-C1B6-6D60-CAB2C227C457}"/>
          </ac:spMkLst>
        </pc:spChg>
        <pc:spChg chg="mod">
          <ac:chgData name="Aeneas Molitor" userId="7a8de38f-9645-4ae9-aa5a-47a0c5801364" providerId="ADAL" clId="{16943225-1649-8F43-91B0-DC76CA3DB4FD}" dt="2025-09-05T13:45:28.832" v="552" actId="207"/>
          <ac:spMkLst>
            <pc:docMk/>
            <pc:sldMk cId="1847023427" sldId="1065"/>
            <ac:spMk id="30" creationId="{D375B352-6936-9F55-4375-DE74E3B9B89D}"/>
          </ac:spMkLst>
        </pc:spChg>
        <pc:spChg chg="mod">
          <ac:chgData name="Aeneas Molitor" userId="7a8de38f-9645-4ae9-aa5a-47a0c5801364" providerId="ADAL" clId="{16943225-1649-8F43-91B0-DC76CA3DB4FD}" dt="2025-09-05T13:45:28.832" v="552" actId="207"/>
          <ac:spMkLst>
            <pc:docMk/>
            <pc:sldMk cId="1847023427" sldId="1065"/>
            <ac:spMk id="34" creationId="{581AE122-515C-4E69-DCC6-19FBE4F6CE27}"/>
          </ac:spMkLst>
        </pc:spChg>
        <pc:spChg chg="mod">
          <ac:chgData name="Aeneas Molitor" userId="7a8de38f-9645-4ae9-aa5a-47a0c5801364" providerId="ADAL" clId="{16943225-1649-8F43-91B0-DC76CA3DB4FD}" dt="2025-09-05T13:45:28.832" v="552" actId="207"/>
          <ac:spMkLst>
            <pc:docMk/>
            <pc:sldMk cId="1847023427" sldId="1065"/>
            <ac:spMk id="35" creationId="{AFE859A9-BF64-610A-948D-8754E7806C21}"/>
          </ac:spMkLst>
        </pc:spChg>
        <pc:spChg chg="mod">
          <ac:chgData name="Aeneas Molitor" userId="7a8de38f-9645-4ae9-aa5a-47a0c5801364" providerId="ADAL" clId="{16943225-1649-8F43-91B0-DC76CA3DB4FD}" dt="2025-09-05T13:45:28.832" v="552" actId="207"/>
          <ac:spMkLst>
            <pc:docMk/>
            <pc:sldMk cId="1847023427" sldId="1065"/>
            <ac:spMk id="36" creationId="{A7A81BDA-9F31-C000-BBA5-BC37DBC0392A}"/>
          </ac:spMkLst>
        </pc:spChg>
      </pc:sldChg>
      <pc:sldChg chg="add">
        <pc:chgData name="Aeneas Molitor" userId="7a8de38f-9645-4ae9-aa5a-47a0c5801364" providerId="ADAL" clId="{16943225-1649-8F43-91B0-DC76CA3DB4FD}" dt="2025-08-31T19:15:06.767" v="1"/>
        <pc:sldMkLst>
          <pc:docMk/>
          <pc:sldMk cId="1397418050" sldId="1068"/>
        </pc:sldMkLst>
      </pc:sldChg>
      <pc:sldChg chg="addSp delSp modSp new mod">
        <pc:chgData name="Aeneas Molitor" userId="7a8de38f-9645-4ae9-aa5a-47a0c5801364" providerId="ADAL" clId="{16943225-1649-8F43-91B0-DC76CA3DB4FD}" dt="2025-09-05T13:44:36.388" v="546" actId="207"/>
        <pc:sldMkLst>
          <pc:docMk/>
          <pc:sldMk cId="2986633259" sldId="1069"/>
        </pc:sldMkLst>
        <pc:spChg chg="add mod">
          <ac:chgData name="Aeneas Molitor" userId="7a8de38f-9645-4ae9-aa5a-47a0c5801364" providerId="ADAL" clId="{16943225-1649-8F43-91B0-DC76CA3DB4FD}" dt="2025-09-05T12:19:53.308" v="106" actId="1076"/>
          <ac:spMkLst>
            <pc:docMk/>
            <pc:sldMk cId="2986633259" sldId="1069"/>
            <ac:spMk id="8" creationId="{311859CD-54D2-3221-3732-1D37EAB43425}"/>
          </ac:spMkLst>
        </pc:spChg>
        <pc:spChg chg="add mod">
          <ac:chgData name="Aeneas Molitor" userId="7a8de38f-9645-4ae9-aa5a-47a0c5801364" providerId="ADAL" clId="{16943225-1649-8F43-91B0-DC76CA3DB4FD}" dt="2025-09-05T12:22:34.341" v="135" actId="20577"/>
          <ac:spMkLst>
            <pc:docMk/>
            <pc:sldMk cId="2986633259" sldId="1069"/>
            <ac:spMk id="9" creationId="{1F1FAD04-B147-BE81-8E66-52DC7085B80C}"/>
          </ac:spMkLst>
        </pc:spChg>
        <pc:spChg chg="add mod">
          <ac:chgData name="Aeneas Molitor" userId="7a8de38f-9645-4ae9-aa5a-47a0c5801364" providerId="ADAL" clId="{16943225-1649-8F43-91B0-DC76CA3DB4FD}" dt="2025-09-05T12:22:37.277" v="137" actId="20577"/>
          <ac:spMkLst>
            <pc:docMk/>
            <pc:sldMk cId="2986633259" sldId="1069"/>
            <ac:spMk id="10" creationId="{2032A9B4-F4F8-2D5C-3B54-243B0E250987}"/>
          </ac:spMkLst>
        </pc:spChg>
        <pc:spChg chg="add mod">
          <ac:chgData name="Aeneas Molitor" userId="7a8de38f-9645-4ae9-aa5a-47a0c5801364" providerId="ADAL" clId="{16943225-1649-8F43-91B0-DC76CA3DB4FD}" dt="2025-09-05T12:22:42.818" v="142" actId="20577"/>
          <ac:spMkLst>
            <pc:docMk/>
            <pc:sldMk cId="2986633259" sldId="1069"/>
            <ac:spMk id="11" creationId="{884AD075-F242-65CE-4630-5D308F8A1ACC}"/>
          </ac:spMkLst>
        </pc:spChg>
        <pc:spChg chg="add mod">
          <ac:chgData name="Aeneas Molitor" userId="7a8de38f-9645-4ae9-aa5a-47a0c5801364" providerId="ADAL" clId="{16943225-1649-8F43-91B0-DC76CA3DB4FD}" dt="2025-09-05T12:22:47.650" v="147" actId="20577"/>
          <ac:spMkLst>
            <pc:docMk/>
            <pc:sldMk cId="2986633259" sldId="1069"/>
            <ac:spMk id="12" creationId="{0FE76096-BE72-C179-D5DE-2C9518C1A972}"/>
          </ac:spMkLst>
        </pc:spChg>
        <pc:spChg chg="add mod">
          <ac:chgData name="Aeneas Molitor" userId="7a8de38f-9645-4ae9-aa5a-47a0c5801364" providerId="ADAL" clId="{16943225-1649-8F43-91B0-DC76CA3DB4FD}" dt="2025-09-05T12:18:38.964" v="96" actId="1076"/>
          <ac:spMkLst>
            <pc:docMk/>
            <pc:sldMk cId="2986633259" sldId="1069"/>
            <ac:spMk id="13" creationId="{D8DF5404-791B-637C-D8A0-A3FE94AE050E}"/>
          </ac:spMkLst>
        </pc:spChg>
        <pc:spChg chg="add mod">
          <ac:chgData name="Aeneas Molitor" userId="7a8de38f-9645-4ae9-aa5a-47a0c5801364" providerId="ADAL" clId="{16943225-1649-8F43-91B0-DC76CA3DB4FD}" dt="2025-09-05T12:28:10.689" v="238" actId="207"/>
          <ac:spMkLst>
            <pc:docMk/>
            <pc:sldMk cId="2986633259" sldId="1069"/>
            <ac:spMk id="14" creationId="{0BAED458-DF20-82AD-90B8-CD462E2C048D}"/>
          </ac:spMkLst>
        </pc:spChg>
        <pc:spChg chg="add mod">
          <ac:chgData name="Aeneas Molitor" userId="7a8de38f-9645-4ae9-aa5a-47a0c5801364" providerId="ADAL" clId="{16943225-1649-8F43-91B0-DC76CA3DB4FD}" dt="2025-09-05T12:17:51.339" v="90" actId="1076"/>
          <ac:spMkLst>
            <pc:docMk/>
            <pc:sldMk cId="2986633259" sldId="1069"/>
            <ac:spMk id="15" creationId="{38B3E9DE-7124-2D68-BBEC-1621B3967D0B}"/>
          </ac:spMkLst>
        </pc:spChg>
        <pc:spChg chg="add mod">
          <ac:chgData name="Aeneas Molitor" userId="7a8de38f-9645-4ae9-aa5a-47a0c5801364" providerId="ADAL" clId="{16943225-1649-8F43-91B0-DC76CA3DB4FD}" dt="2025-09-05T12:22:18.644" v="125" actId="20577"/>
          <ac:spMkLst>
            <pc:docMk/>
            <pc:sldMk cId="2986633259" sldId="1069"/>
            <ac:spMk id="16" creationId="{80F68F5D-F4BA-3542-3C5D-E03103143804}"/>
          </ac:spMkLst>
        </pc:spChg>
        <pc:spChg chg="add mod">
          <ac:chgData name="Aeneas Molitor" userId="7a8de38f-9645-4ae9-aa5a-47a0c5801364" providerId="ADAL" clId="{16943225-1649-8F43-91B0-DC76CA3DB4FD}" dt="2025-09-05T12:22:23.509" v="128" actId="14100"/>
          <ac:spMkLst>
            <pc:docMk/>
            <pc:sldMk cId="2986633259" sldId="1069"/>
            <ac:spMk id="17" creationId="{D0F03A31-75AF-CBB2-C4FA-806B1C35859B}"/>
          </ac:spMkLst>
        </pc:spChg>
        <pc:spChg chg="add mod">
          <ac:chgData name="Aeneas Molitor" userId="7a8de38f-9645-4ae9-aa5a-47a0c5801364" providerId="ADAL" clId="{16943225-1649-8F43-91B0-DC76CA3DB4FD}" dt="2025-09-05T12:22:27.602" v="130" actId="20577"/>
          <ac:spMkLst>
            <pc:docMk/>
            <pc:sldMk cId="2986633259" sldId="1069"/>
            <ac:spMk id="18" creationId="{DD70F17F-6C01-45BB-15E1-329CFFE62697}"/>
          </ac:spMkLst>
        </pc:spChg>
        <pc:spChg chg="add mod">
          <ac:chgData name="Aeneas Molitor" userId="7a8de38f-9645-4ae9-aa5a-47a0c5801364" providerId="ADAL" clId="{16943225-1649-8F43-91B0-DC76CA3DB4FD}" dt="2025-09-05T12:28:44.532" v="240" actId="207"/>
          <ac:spMkLst>
            <pc:docMk/>
            <pc:sldMk cId="2986633259" sldId="1069"/>
            <ac:spMk id="20" creationId="{9CA07D77-AA8D-F041-4451-EE3CB250D6E2}"/>
          </ac:spMkLst>
        </pc:spChg>
        <pc:spChg chg="add mod">
          <ac:chgData name="Aeneas Molitor" userId="7a8de38f-9645-4ae9-aa5a-47a0c5801364" providerId="ADAL" clId="{16943225-1649-8F43-91B0-DC76CA3DB4FD}" dt="2025-09-05T12:28:57.456" v="242" actId="207"/>
          <ac:spMkLst>
            <pc:docMk/>
            <pc:sldMk cId="2986633259" sldId="1069"/>
            <ac:spMk id="21" creationId="{9C8760EF-4D7F-8613-BA5E-CB967C728B64}"/>
          </ac:spMkLst>
        </pc:spChg>
        <pc:spChg chg="add mod">
          <ac:chgData name="Aeneas Molitor" userId="7a8de38f-9645-4ae9-aa5a-47a0c5801364" providerId="ADAL" clId="{16943225-1649-8F43-91B0-DC76CA3DB4FD}" dt="2025-09-05T12:21:49.752" v="113" actId="1076"/>
          <ac:spMkLst>
            <pc:docMk/>
            <pc:sldMk cId="2986633259" sldId="1069"/>
            <ac:spMk id="22" creationId="{915BCD10-14C1-6869-CFEE-F29121B46CE3}"/>
          </ac:spMkLst>
        </pc:spChg>
        <pc:spChg chg="add mod">
          <ac:chgData name="Aeneas Molitor" userId="7a8de38f-9645-4ae9-aa5a-47a0c5801364" providerId="ADAL" clId="{16943225-1649-8F43-91B0-DC76CA3DB4FD}" dt="2025-09-05T12:21:54.875" v="115" actId="1076"/>
          <ac:spMkLst>
            <pc:docMk/>
            <pc:sldMk cId="2986633259" sldId="1069"/>
            <ac:spMk id="23" creationId="{8D8DA86E-8C11-E8C8-2562-9BE3384E4876}"/>
          </ac:spMkLst>
        </pc:spChg>
        <pc:spChg chg="add mod">
          <ac:chgData name="Aeneas Molitor" userId="7a8de38f-9645-4ae9-aa5a-47a0c5801364" providerId="ADAL" clId="{16943225-1649-8F43-91B0-DC76CA3DB4FD}" dt="2025-09-05T12:25:17.831" v="201" actId="20577"/>
          <ac:spMkLst>
            <pc:docMk/>
            <pc:sldMk cId="2986633259" sldId="1069"/>
            <ac:spMk id="31" creationId="{B3FA79E3-B68F-7CD1-4826-0FFF07CDF9C5}"/>
          </ac:spMkLst>
        </pc:spChg>
        <pc:spChg chg="add mod">
          <ac:chgData name="Aeneas Molitor" userId="7a8de38f-9645-4ae9-aa5a-47a0c5801364" providerId="ADAL" clId="{16943225-1649-8F43-91B0-DC76CA3DB4FD}" dt="2025-09-05T12:24:47.331" v="193" actId="1076"/>
          <ac:spMkLst>
            <pc:docMk/>
            <pc:sldMk cId="2986633259" sldId="1069"/>
            <ac:spMk id="32" creationId="{C6EA3B97-431D-773E-404F-3A7958DEE120}"/>
          </ac:spMkLst>
        </pc:spChg>
        <pc:spChg chg="add mod">
          <ac:chgData name="Aeneas Molitor" userId="7a8de38f-9645-4ae9-aa5a-47a0c5801364" providerId="ADAL" clId="{16943225-1649-8F43-91B0-DC76CA3DB4FD}" dt="2025-09-05T12:24:47.331" v="193" actId="1076"/>
          <ac:spMkLst>
            <pc:docMk/>
            <pc:sldMk cId="2986633259" sldId="1069"/>
            <ac:spMk id="33" creationId="{EDC4D924-7EDE-6203-81D1-F5152E22184D}"/>
          </ac:spMkLst>
        </pc:spChg>
        <pc:spChg chg="add mod">
          <ac:chgData name="Aeneas Molitor" userId="7a8de38f-9645-4ae9-aa5a-47a0c5801364" providerId="ADAL" clId="{16943225-1649-8F43-91B0-DC76CA3DB4FD}" dt="2025-09-05T12:28:39.821" v="239" actId="207"/>
          <ac:spMkLst>
            <pc:docMk/>
            <pc:sldMk cId="2986633259" sldId="1069"/>
            <ac:spMk id="35" creationId="{0282EA5C-7487-75C7-4445-7327680330C1}"/>
          </ac:spMkLst>
        </pc:spChg>
        <pc:spChg chg="add mod">
          <ac:chgData name="Aeneas Molitor" userId="7a8de38f-9645-4ae9-aa5a-47a0c5801364" providerId="ADAL" clId="{16943225-1649-8F43-91B0-DC76CA3DB4FD}" dt="2025-09-05T12:29:13.985" v="244" actId="1076"/>
          <ac:spMkLst>
            <pc:docMk/>
            <pc:sldMk cId="2986633259" sldId="1069"/>
            <ac:spMk id="36" creationId="{AC9B505A-2329-278D-8CB8-FE3BF1137F5E}"/>
          </ac:spMkLst>
        </pc:spChg>
        <pc:spChg chg="add mod">
          <ac:chgData name="Aeneas Molitor" userId="7a8de38f-9645-4ae9-aa5a-47a0c5801364" providerId="ADAL" clId="{16943225-1649-8F43-91B0-DC76CA3DB4FD}" dt="2025-09-05T12:29:32.908" v="262" actId="20577"/>
          <ac:spMkLst>
            <pc:docMk/>
            <pc:sldMk cId="2986633259" sldId="1069"/>
            <ac:spMk id="37" creationId="{C6779FC6-1F94-5AEF-89BE-47BA4FE03EF8}"/>
          </ac:spMkLst>
        </pc:spChg>
        <pc:spChg chg="add mod">
          <ac:chgData name="Aeneas Molitor" userId="7a8de38f-9645-4ae9-aa5a-47a0c5801364" providerId="ADAL" clId="{16943225-1649-8F43-91B0-DC76CA3DB4FD}" dt="2025-09-05T12:29:51.630" v="263" actId="1076"/>
          <ac:spMkLst>
            <pc:docMk/>
            <pc:sldMk cId="2986633259" sldId="1069"/>
            <ac:spMk id="38" creationId="{9212B6C5-AAEC-354E-F0B1-839659CA9A90}"/>
          </ac:spMkLst>
        </pc:spChg>
        <pc:spChg chg="add mod">
          <ac:chgData name="Aeneas Molitor" userId="7a8de38f-9645-4ae9-aa5a-47a0c5801364" providerId="ADAL" clId="{16943225-1649-8F43-91B0-DC76CA3DB4FD}" dt="2025-09-05T12:30:01.790" v="264" actId="1076"/>
          <ac:spMkLst>
            <pc:docMk/>
            <pc:sldMk cId="2986633259" sldId="1069"/>
            <ac:spMk id="39" creationId="{0CC2D309-427C-E5A0-89CC-08BDC19E8284}"/>
          </ac:spMkLst>
        </pc:spChg>
        <pc:spChg chg="add mod">
          <ac:chgData name="Aeneas Molitor" userId="7a8de38f-9645-4ae9-aa5a-47a0c5801364" providerId="ADAL" clId="{16943225-1649-8F43-91B0-DC76CA3DB4FD}" dt="2025-09-05T12:30:22.025" v="266" actId="1076"/>
          <ac:spMkLst>
            <pc:docMk/>
            <pc:sldMk cId="2986633259" sldId="1069"/>
            <ac:spMk id="40" creationId="{0297BA8E-D199-0E0C-0860-9D2A5A6C982D}"/>
          </ac:spMkLst>
        </pc:spChg>
        <pc:spChg chg="mod">
          <ac:chgData name="Aeneas Molitor" userId="7a8de38f-9645-4ae9-aa5a-47a0c5801364" providerId="ADAL" clId="{16943225-1649-8F43-91B0-DC76CA3DB4FD}" dt="2025-09-05T12:30:22.025" v="266" actId="1076"/>
          <ac:spMkLst>
            <pc:docMk/>
            <pc:sldMk cId="2986633259" sldId="1069"/>
            <ac:spMk id="43" creationId="{55A8DC0D-1EAD-2EF1-1CCB-6E382D257044}"/>
          </ac:spMkLst>
        </pc:spChg>
        <pc:spChg chg="mod">
          <ac:chgData name="Aeneas Molitor" userId="7a8de38f-9645-4ae9-aa5a-47a0c5801364" providerId="ADAL" clId="{16943225-1649-8F43-91B0-DC76CA3DB4FD}" dt="2025-09-05T12:30:22.025" v="266" actId="1076"/>
          <ac:spMkLst>
            <pc:docMk/>
            <pc:sldMk cId="2986633259" sldId="1069"/>
            <ac:spMk id="44" creationId="{06FB6894-CAD5-3839-7781-A14FFC2D6081}"/>
          </ac:spMkLst>
        </pc:spChg>
        <pc:spChg chg="mod">
          <ac:chgData name="Aeneas Molitor" userId="7a8de38f-9645-4ae9-aa5a-47a0c5801364" providerId="ADAL" clId="{16943225-1649-8F43-91B0-DC76CA3DB4FD}" dt="2025-09-05T12:30:17.994" v="265"/>
          <ac:spMkLst>
            <pc:docMk/>
            <pc:sldMk cId="2986633259" sldId="1069"/>
            <ac:spMk id="48" creationId="{7D705A08-BA3D-94E1-C7A8-3917183BFDFA}"/>
          </ac:spMkLst>
        </pc:spChg>
        <pc:spChg chg="mod">
          <ac:chgData name="Aeneas Molitor" userId="7a8de38f-9645-4ae9-aa5a-47a0c5801364" providerId="ADAL" clId="{16943225-1649-8F43-91B0-DC76CA3DB4FD}" dt="2025-09-05T12:30:17.994" v="265"/>
          <ac:spMkLst>
            <pc:docMk/>
            <pc:sldMk cId="2986633259" sldId="1069"/>
            <ac:spMk id="49" creationId="{D6FB4385-C74D-D583-7B4B-B4136DD76BCB}"/>
          </ac:spMkLst>
        </pc:spChg>
        <pc:spChg chg="add mod">
          <ac:chgData name="Aeneas Molitor" userId="7a8de38f-9645-4ae9-aa5a-47a0c5801364" providerId="ADAL" clId="{16943225-1649-8F43-91B0-DC76CA3DB4FD}" dt="2025-09-05T13:44:36.388" v="546" actId="207"/>
          <ac:spMkLst>
            <pc:docMk/>
            <pc:sldMk cId="2986633259" sldId="1069"/>
            <ac:spMk id="52" creationId="{CFCEFE46-124C-552B-041E-5330B6AD3ED3}"/>
          </ac:spMkLst>
        </pc:spChg>
        <pc:spChg chg="add mod">
          <ac:chgData name="Aeneas Molitor" userId="7a8de38f-9645-4ae9-aa5a-47a0c5801364" providerId="ADAL" clId="{16943225-1649-8F43-91B0-DC76CA3DB4FD}" dt="2025-09-05T13:44:33.651" v="545" actId="207"/>
          <ac:spMkLst>
            <pc:docMk/>
            <pc:sldMk cId="2986633259" sldId="1069"/>
            <ac:spMk id="53" creationId="{3E4860DE-9D8E-B8F5-4FA0-B5FEC19619F2}"/>
          </ac:spMkLst>
        </pc:spChg>
        <pc:spChg chg="add mod">
          <ac:chgData name="Aeneas Molitor" userId="7a8de38f-9645-4ae9-aa5a-47a0c5801364" providerId="ADAL" clId="{16943225-1649-8F43-91B0-DC76CA3DB4FD}" dt="2025-09-05T12:30:22.025" v="266" actId="1076"/>
          <ac:spMkLst>
            <pc:docMk/>
            <pc:sldMk cId="2986633259" sldId="1069"/>
            <ac:spMk id="55" creationId="{A6A96A33-3766-6F54-5959-022642613CF2}"/>
          </ac:spMkLst>
        </pc:spChg>
        <pc:spChg chg="mod">
          <ac:chgData name="Aeneas Molitor" userId="7a8de38f-9645-4ae9-aa5a-47a0c5801364" providerId="ADAL" clId="{16943225-1649-8F43-91B0-DC76CA3DB4FD}" dt="2025-09-05T13:43:55.224" v="539" actId="2711"/>
          <ac:spMkLst>
            <pc:docMk/>
            <pc:sldMk cId="2986633259" sldId="1069"/>
            <ac:spMk id="60" creationId="{08CD742B-5D2E-44AB-D4B8-2A9EAE2C477D}"/>
          </ac:spMkLst>
        </pc:spChg>
        <pc:spChg chg="mod">
          <ac:chgData name="Aeneas Molitor" userId="7a8de38f-9645-4ae9-aa5a-47a0c5801364" providerId="ADAL" clId="{16943225-1649-8F43-91B0-DC76CA3DB4FD}" dt="2025-09-05T13:43:55.224" v="539" actId="2711"/>
          <ac:spMkLst>
            <pc:docMk/>
            <pc:sldMk cId="2986633259" sldId="1069"/>
            <ac:spMk id="61" creationId="{0E5CE093-02A4-137E-325A-107B0427CD68}"/>
          </ac:spMkLst>
        </pc:spChg>
        <pc:spChg chg="mod">
          <ac:chgData name="Aeneas Molitor" userId="7a8de38f-9645-4ae9-aa5a-47a0c5801364" providerId="ADAL" clId="{16943225-1649-8F43-91B0-DC76CA3DB4FD}" dt="2025-09-05T13:44:11.973" v="542" actId="207"/>
          <ac:spMkLst>
            <pc:docMk/>
            <pc:sldMk cId="2986633259" sldId="1069"/>
            <ac:spMk id="63" creationId="{A6F01394-722B-1B83-5807-54201D4DF458}"/>
          </ac:spMkLst>
        </pc:spChg>
        <pc:spChg chg="add mod">
          <ac:chgData name="Aeneas Molitor" userId="7a8de38f-9645-4ae9-aa5a-47a0c5801364" providerId="ADAL" clId="{16943225-1649-8F43-91B0-DC76CA3DB4FD}" dt="2025-09-05T13:44:04.874" v="540" actId="207"/>
          <ac:spMkLst>
            <pc:docMk/>
            <pc:sldMk cId="2986633259" sldId="1069"/>
            <ac:spMk id="64" creationId="{C5F13CEF-981C-445B-542C-E89DC6019F35}"/>
          </ac:spMkLst>
        </pc:spChg>
        <pc:spChg chg="mod">
          <ac:chgData name="Aeneas Molitor" userId="7a8de38f-9645-4ae9-aa5a-47a0c5801364" providerId="ADAL" clId="{16943225-1649-8F43-91B0-DC76CA3DB4FD}" dt="2025-09-05T12:37:28.710" v="326" actId="1076"/>
          <ac:spMkLst>
            <pc:docMk/>
            <pc:sldMk cId="2986633259" sldId="1069"/>
            <ac:spMk id="65" creationId="{D4F20432-1671-F475-2BF7-CCEF533C1A64}"/>
          </ac:spMkLst>
        </pc:spChg>
        <pc:spChg chg="add mod">
          <ac:chgData name="Aeneas Molitor" userId="7a8de38f-9645-4ae9-aa5a-47a0c5801364" providerId="ADAL" clId="{16943225-1649-8F43-91B0-DC76CA3DB4FD}" dt="2025-09-05T12:30:22.025" v="266" actId="1076"/>
          <ac:spMkLst>
            <pc:docMk/>
            <pc:sldMk cId="2986633259" sldId="1069"/>
            <ac:spMk id="66" creationId="{90D6F8F4-EDA3-52A9-4F34-AD7BB686C9B9}"/>
          </ac:spMkLst>
        </pc:spChg>
        <pc:spChg chg="mod">
          <ac:chgData name="Aeneas Molitor" userId="7a8de38f-9645-4ae9-aa5a-47a0c5801364" providerId="ADAL" clId="{16943225-1649-8F43-91B0-DC76CA3DB4FD}" dt="2025-09-05T12:39:01.383" v="342" actId="1076"/>
          <ac:spMkLst>
            <pc:docMk/>
            <pc:sldMk cId="2986633259" sldId="1069"/>
            <ac:spMk id="67" creationId="{760B8CE0-7D29-3F21-BFEE-E33E1DF715D8}"/>
          </ac:spMkLst>
        </pc:spChg>
        <pc:spChg chg="add mod">
          <ac:chgData name="Aeneas Molitor" userId="7a8de38f-9645-4ae9-aa5a-47a0c5801364" providerId="ADAL" clId="{16943225-1649-8F43-91B0-DC76CA3DB4FD}" dt="2025-09-05T13:44:21.694" v="544" actId="207"/>
          <ac:spMkLst>
            <pc:docMk/>
            <pc:sldMk cId="2986633259" sldId="1069"/>
            <ac:spMk id="69" creationId="{E98B6EF1-A4DB-BECF-E5C8-8B211D6751B6}"/>
          </ac:spMkLst>
        </pc:spChg>
        <pc:spChg chg="add mod">
          <ac:chgData name="Aeneas Molitor" userId="7a8de38f-9645-4ae9-aa5a-47a0c5801364" providerId="ADAL" clId="{16943225-1649-8F43-91B0-DC76CA3DB4FD}" dt="2025-09-05T12:40:06.358" v="346" actId="12789"/>
          <ac:spMkLst>
            <pc:docMk/>
            <pc:sldMk cId="2986633259" sldId="1069"/>
            <ac:spMk id="70" creationId="{1F7A3AE1-39C2-7B94-D276-DB2F56C068A3}"/>
          </ac:spMkLst>
        </pc:spChg>
        <pc:spChg chg="mod">
          <ac:chgData name="Aeneas Molitor" userId="7a8de38f-9645-4ae9-aa5a-47a0c5801364" providerId="ADAL" clId="{16943225-1649-8F43-91B0-DC76CA3DB4FD}" dt="2025-09-05T12:34:13.524" v="273" actId="1076"/>
          <ac:spMkLst>
            <pc:docMk/>
            <pc:sldMk cId="2986633259" sldId="1069"/>
            <ac:spMk id="71" creationId="{F61747D7-D86D-103E-F1D5-32611938D32C}"/>
          </ac:spMkLst>
        </pc:spChg>
        <pc:spChg chg="add mod">
          <ac:chgData name="Aeneas Molitor" userId="7a8de38f-9645-4ae9-aa5a-47a0c5801364" providerId="ADAL" clId="{16943225-1649-8F43-91B0-DC76CA3DB4FD}" dt="2025-09-05T13:43:55.224" v="539" actId="2711"/>
          <ac:spMkLst>
            <pc:docMk/>
            <pc:sldMk cId="2986633259" sldId="1069"/>
            <ac:spMk id="72" creationId="{8ADBFAA3-E302-1766-07DD-06289DF5E439}"/>
          </ac:spMkLst>
        </pc:spChg>
        <pc:spChg chg="mod">
          <ac:chgData name="Aeneas Molitor" userId="7a8de38f-9645-4ae9-aa5a-47a0c5801364" providerId="ADAL" clId="{16943225-1649-8F43-91B0-DC76CA3DB4FD}" dt="2025-09-05T13:43:55.224" v="539" actId="2711"/>
          <ac:spMkLst>
            <pc:docMk/>
            <pc:sldMk cId="2986633259" sldId="1069"/>
            <ac:spMk id="73" creationId="{E0ED909F-3309-431B-E918-F720475020FD}"/>
          </ac:spMkLst>
        </pc:spChg>
        <pc:spChg chg="add mod">
          <ac:chgData name="Aeneas Molitor" userId="7a8de38f-9645-4ae9-aa5a-47a0c5801364" providerId="ADAL" clId="{16943225-1649-8F43-91B0-DC76CA3DB4FD}" dt="2025-09-05T12:34:13.524" v="273" actId="1076"/>
          <ac:spMkLst>
            <pc:docMk/>
            <pc:sldMk cId="2986633259" sldId="1069"/>
            <ac:spMk id="74" creationId="{407DC1AD-C83A-0E1E-D1A8-74222C947637}"/>
          </ac:spMkLst>
        </pc:spChg>
        <pc:spChg chg="mod">
          <ac:chgData name="Aeneas Molitor" userId="7a8de38f-9645-4ae9-aa5a-47a0c5801364" providerId="ADAL" clId="{16943225-1649-8F43-91B0-DC76CA3DB4FD}" dt="2025-09-05T13:44:08.658" v="541" actId="207"/>
          <ac:spMkLst>
            <pc:docMk/>
            <pc:sldMk cId="2986633259" sldId="1069"/>
            <ac:spMk id="75" creationId="{BF279A18-5E37-1440-C2FC-2367D1F102A2}"/>
          </ac:spMkLst>
        </pc:spChg>
        <pc:spChg chg="mod">
          <ac:chgData name="Aeneas Molitor" userId="7a8de38f-9645-4ae9-aa5a-47a0c5801364" providerId="ADAL" clId="{16943225-1649-8F43-91B0-DC76CA3DB4FD}" dt="2025-09-05T13:44:19.593" v="543" actId="207"/>
          <ac:spMkLst>
            <pc:docMk/>
            <pc:sldMk cId="2986633259" sldId="1069"/>
            <ac:spMk id="77" creationId="{D7F3C30F-5849-23BB-0C93-923B4FA1C98C}"/>
          </ac:spMkLst>
        </pc:spChg>
        <pc:spChg chg="mod">
          <ac:chgData name="Aeneas Molitor" userId="7a8de38f-9645-4ae9-aa5a-47a0c5801364" providerId="ADAL" clId="{16943225-1649-8F43-91B0-DC76CA3DB4FD}" dt="2025-09-05T12:34:06.404" v="272"/>
          <ac:spMkLst>
            <pc:docMk/>
            <pc:sldMk cId="2986633259" sldId="1069"/>
            <ac:spMk id="78" creationId="{02EFEDFA-B1C0-C993-EE81-79A66B5EA273}"/>
          </ac:spMkLst>
        </pc:spChg>
        <pc:spChg chg="mod">
          <ac:chgData name="Aeneas Molitor" userId="7a8de38f-9645-4ae9-aa5a-47a0c5801364" providerId="ADAL" clId="{16943225-1649-8F43-91B0-DC76CA3DB4FD}" dt="2025-09-05T13:43:55.224" v="539" actId="2711"/>
          <ac:spMkLst>
            <pc:docMk/>
            <pc:sldMk cId="2986633259" sldId="1069"/>
            <ac:spMk id="79" creationId="{6A3E26E9-0B83-0F85-3554-15D3FFA07693}"/>
          </ac:spMkLst>
        </pc:spChg>
        <pc:spChg chg="mod">
          <ac:chgData name="Aeneas Molitor" userId="7a8de38f-9645-4ae9-aa5a-47a0c5801364" providerId="ADAL" clId="{16943225-1649-8F43-91B0-DC76CA3DB4FD}" dt="2025-09-05T12:34:06.404" v="272"/>
          <ac:spMkLst>
            <pc:docMk/>
            <pc:sldMk cId="2986633259" sldId="1069"/>
            <ac:spMk id="80" creationId="{EAF039FF-49C9-73DC-0699-237629C1DCD9}"/>
          </ac:spMkLst>
        </pc:spChg>
        <pc:spChg chg="add mod">
          <ac:chgData name="Aeneas Molitor" userId="7a8de38f-9645-4ae9-aa5a-47a0c5801364" providerId="ADAL" clId="{16943225-1649-8F43-91B0-DC76CA3DB4FD}" dt="2025-09-05T12:40:06.358" v="346" actId="12789"/>
          <ac:spMkLst>
            <pc:docMk/>
            <pc:sldMk cId="2986633259" sldId="1069"/>
            <ac:spMk id="81" creationId="{111C40B2-3811-C1E1-648B-CA3B4D81E6CA}"/>
          </ac:spMkLst>
        </pc:spChg>
        <pc:spChg chg="add mod">
          <ac:chgData name="Aeneas Molitor" userId="7a8de38f-9645-4ae9-aa5a-47a0c5801364" providerId="ADAL" clId="{16943225-1649-8F43-91B0-DC76CA3DB4FD}" dt="2025-09-05T13:43:55.224" v="539" actId="2711"/>
          <ac:spMkLst>
            <pc:docMk/>
            <pc:sldMk cId="2986633259" sldId="1069"/>
            <ac:spMk id="82" creationId="{F93EE89B-12DB-E46D-D9AF-F9DFC6AED129}"/>
          </ac:spMkLst>
        </pc:spChg>
        <pc:spChg chg="add mod">
          <ac:chgData name="Aeneas Molitor" userId="7a8de38f-9645-4ae9-aa5a-47a0c5801364" providerId="ADAL" clId="{16943225-1649-8F43-91B0-DC76CA3DB4FD}" dt="2025-09-05T12:38:32.686" v="339" actId="1076"/>
          <ac:spMkLst>
            <pc:docMk/>
            <pc:sldMk cId="2986633259" sldId="1069"/>
            <ac:spMk id="89" creationId="{8581D910-944A-4BA2-CB11-68DB7B342100}"/>
          </ac:spMkLst>
        </pc:spChg>
        <pc:spChg chg="add mod">
          <ac:chgData name="Aeneas Molitor" userId="7a8de38f-9645-4ae9-aa5a-47a0c5801364" providerId="ADAL" clId="{16943225-1649-8F43-91B0-DC76CA3DB4FD}" dt="2025-09-05T12:39:35.683" v="344" actId="1076"/>
          <ac:spMkLst>
            <pc:docMk/>
            <pc:sldMk cId="2986633259" sldId="1069"/>
            <ac:spMk id="90" creationId="{A801C354-2E22-4ABE-1737-99FC9225FCB5}"/>
          </ac:spMkLst>
        </pc:spChg>
        <pc:spChg chg="add mod">
          <ac:chgData name="Aeneas Molitor" userId="7a8de38f-9645-4ae9-aa5a-47a0c5801364" providerId="ADAL" clId="{16943225-1649-8F43-91B0-DC76CA3DB4FD}" dt="2025-09-05T12:39:35.683" v="344" actId="1076"/>
          <ac:spMkLst>
            <pc:docMk/>
            <pc:sldMk cId="2986633259" sldId="1069"/>
            <ac:spMk id="91" creationId="{F0D3FD69-A249-49D4-006D-E57C56CF4CF1}"/>
          </ac:spMkLst>
        </pc:spChg>
        <pc:spChg chg="add mod">
          <ac:chgData name="Aeneas Molitor" userId="7a8de38f-9645-4ae9-aa5a-47a0c5801364" providerId="ADAL" clId="{16943225-1649-8F43-91B0-DC76CA3DB4FD}" dt="2025-09-05T12:39:35.683" v="344" actId="1076"/>
          <ac:spMkLst>
            <pc:docMk/>
            <pc:sldMk cId="2986633259" sldId="1069"/>
            <ac:spMk id="92" creationId="{07A00B0D-003A-E4FD-68B4-E0398BDC2E04}"/>
          </ac:spMkLst>
        </pc:spChg>
        <pc:spChg chg="add mod">
          <ac:chgData name="Aeneas Molitor" userId="7a8de38f-9645-4ae9-aa5a-47a0c5801364" providerId="ADAL" clId="{16943225-1649-8F43-91B0-DC76CA3DB4FD}" dt="2025-09-05T12:39:35.683" v="344" actId="1076"/>
          <ac:spMkLst>
            <pc:docMk/>
            <pc:sldMk cId="2986633259" sldId="1069"/>
            <ac:spMk id="93" creationId="{398806A1-008F-A6CB-57A7-CB6811A093B6}"/>
          </ac:spMkLst>
        </pc:spChg>
        <pc:spChg chg="add mod">
          <ac:chgData name="Aeneas Molitor" userId="7a8de38f-9645-4ae9-aa5a-47a0c5801364" providerId="ADAL" clId="{16943225-1649-8F43-91B0-DC76CA3DB4FD}" dt="2025-09-05T12:39:35.683" v="344" actId="1076"/>
          <ac:spMkLst>
            <pc:docMk/>
            <pc:sldMk cId="2986633259" sldId="1069"/>
            <ac:spMk id="94" creationId="{6549CEDF-B53C-F0CE-57A1-BD4EC655D1A7}"/>
          </ac:spMkLst>
        </pc:spChg>
        <pc:spChg chg="add mod">
          <ac:chgData name="Aeneas Molitor" userId="7a8de38f-9645-4ae9-aa5a-47a0c5801364" providerId="ADAL" clId="{16943225-1649-8F43-91B0-DC76CA3DB4FD}" dt="2025-09-05T12:39:35.683" v="344" actId="1076"/>
          <ac:spMkLst>
            <pc:docMk/>
            <pc:sldMk cId="2986633259" sldId="1069"/>
            <ac:spMk id="95" creationId="{EC6F8B14-11E0-3ABE-81D3-5DA63F8B8E3C}"/>
          </ac:spMkLst>
        </pc:spChg>
        <pc:spChg chg="add mod">
          <ac:chgData name="Aeneas Molitor" userId="7a8de38f-9645-4ae9-aa5a-47a0c5801364" providerId="ADAL" clId="{16943225-1649-8F43-91B0-DC76CA3DB4FD}" dt="2025-09-05T12:39:35.683" v="344" actId="1076"/>
          <ac:spMkLst>
            <pc:docMk/>
            <pc:sldMk cId="2986633259" sldId="1069"/>
            <ac:spMk id="96" creationId="{29CA2E72-5A50-461B-AB60-1B03ABBB47D5}"/>
          </ac:spMkLst>
        </pc:spChg>
        <pc:spChg chg="add mod">
          <ac:chgData name="Aeneas Molitor" userId="7a8de38f-9645-4ae9-aa5a-47a0c5801364" providerId="ADAL" clId="{16943225-1649-8F43-91B0-DC76CA3DB4FD}" dt="2025-09-05T12:39:35.683" v="344" actId="1076"/>
          <ac:spMkLst>
            <pc:docMk/>
            <pc:sldMk cId="2986633259" sldId="1069"/>
            <ac:spMk id="97" creationId="{B491C10D-3C5E-DD95-7F1C-E4E9A731AEA3}"/>
          </ac:spMkLst>
        </pc:spChg>
        <pc:spChg chg="add mod">
          <ac:chgData name="Aeneas Molitor" userId="7a8de38f-9645-4ae9-aa5a-47a0c5801364" providerId="ADAL" clId="{16943225-1649-8F43-91B0-DC76CA3DB4FD}" dt="2025-09-05T12:39:35.683" v="344" actId="1076"/>
          <ac:spMkLst>
            <pc:docMk/>
            <pc:sldMk cId="2986633259" sldId="1069"/>
            <ac:spMk id="98" creationId="{19760339-9A91-1453-9900-E7DFB178EFBD}"/>
          </ac:spMkLst>
        </pc:spChg>
        <pc:grpChg chg="add mod">
          <ac:chgData name="Aeneas Molitor" userId="7a8de38f-9645-4ae9-aa5a-47a0c5801364" providerId="ADAL" clId="{16943225-1649-8F43-91B0-DC76CA3DB4FD}" dt="2025-09-05T12:18:45.739" v="97" actId="1076"/>
          <ac:grpSpMkLst>
            <pc:docMk/>
            <pc:sldMk cId="2986633259" sldId="1069"/>
            <ac:grpSpMk id="19" creationId="{420CBD56-8B9B-B085-8397-6CBA41E864F7}"/>
          </ac:grpSpMkLst>
        </pc:grpChg>
        <pc:grpChg chg="add mod">
          <ac:chgData name="Aeneas Molitor" userId="7a8de38f-9645-4ae9-aa5a-47a0c5801364" providerId="ADAL" clId="{16943225-1649-8F43-91B0-DC76CA3DB4FD}" dt="2025-09-05T12:25:37.785" v="202" actId="1076"/>
          <ac:grpSpMkLst>
            <pc:docMk/>
            <pc:sldMk cId="2986633259" sldId="1069"/>
            <ac:grpSpMk id="34" creationId="{3055D82D-D9C2-81FC-4743-84D3163666FF}"/>
          </ac:grpSpMkLst>
        </pc:grpChg>
        <pc:grpChg chg="mod">
          <ac:chgData name="Aeneas Molitor" userId="7a8de38f-9645-4ae9-aa5a-47a0c5801364" providerId="ADAL" clId="{16943225-1649-8F43-91B0-DC76CA3DB4FD}" dt="2025-09-05T12:37:01.147" v="322" actId="12788"/>
          <ac:grpSpMkLst>
            <pc:docMk/>
            <pc:sldMk cId="2986633259" sldId="1069"/>
            <ac:grpSpMk id="59" creationId="{C609E2D9-4ACF-0D25-83DD-835A5A96AB32}"/>
          </ac:grpSpMkLst>
        </pc:grpChg>
        <pc:grpChg chg="add mod">
          <ac:chgData name="Aeneas Molitor" userId="7a8de38f-9645-4ae9-aa5a-47a0c5801364" providerId="ADAL" clId="{16943225-1649-8F43-91B0-DC76CA3DB4FD}" dt="2025-09-05T12:34:16.399" v="274" actId="1076"/>
          <ac:grpSpMkLst>
            <pc:docMk/>
            <pc:sldMk cId="2986633259" sldId="1069"/>
            <ac:grpSpMk id="68" creationId="{BFD5CEF4-5612-8D03-9E80-17A5C6A8D4ED}"/>
          </ac:grpSpMkLst>
        </pc:grpChg>
        <pc:grpChg chg="mod">
          <ac:chgData name="Aeneas Molitor" userId="7a8de38f-9645-4ae9-aa5a-47a0c5801364" providerId="ADAL" clId="{16943225-1649-8F43-91B0-DC76CA3DB4FD}" dt="2025-09-05T12:40:06.358" v="346" actId="12789"/>
          <ac:grpSpMkLst>
            <pc:docMk/>
            <pc:sldMk cId="2986633259" sldId="1069"/>
            <ac:grpSpMk id="76" creationId="{B2A15E23-DE77-B067-1E28-23670779C38F}"/>
          </ac:grpSpMkLst>
        </pc:grpChg>
        <pc:grpChg chg="add mod">
          <ac:chgData name="Aeneas Molitor" userId="7a8de38f-9645-4ae9-aa5a-47a0c5801364" providerId="ADAL" clId="{16943225-1649-8F43-91B0-DC76CA3DB4FD}" dt="2025-09-05T13:38:41.806" v="538" actId="14100"/>
          <ac:grpSpMkLst>
            <pc:docMk/>
            <pc:sldMk cId="2986633259" sldId="1069"/>
            <ac:grpSpMk id="99" creationId="{7B8224D0-75E6-B107-2DD4-01FB77089218}"/>
          </ac:grpSpMkLst>
        </pc:grpChg>
        <pc:cxnChg chg="add mod">
          <ac:chgData name="Aeneas Molitor" userId="7a8de38f-9645-4ae9-aa5a-47a0c5801364" providerId="ADAL" clId="{16943225-1649-8F43-91B0-DC76CA3DB4FD}" dt="2025-09-05T12:24:10.066" v="191" actId="692"/>
          <ac:cxnSpMkLst>
            <pc:docMk/>
            <pc:sldMk cId="2986633259" sldId="1069"/>
            <ac:cxnSpMk id="26" creationId="{C2B282A7-EFE5-51F8-7615-C4CDFF0B32BD}"/>
          </ac:cxnSpMkLst>
        </pc:cxnChg>
        <pc:cxnChg chg="add mod">
          <ac:chgData name="Aeneas Molitor" userId="7a8de38f-9645-4ae9-aa5a-47a0c5801364" providerId="ADAL" clId="{16943225-1649-8F43-91B0-DC76CA3DB4FD}" dt="2025-09-05T12:24:10.066" v="191" actId="692"/>
          <ac:cxnSpMkLst>
            <pc:docMk/>
            <pc:sldMk cId="2986633259" sldId="1069"/>
            <ac:cxnSpMk id="28" creationId="{FC872879-C479-5E46-0D1E-1A52B915D979}"/>
          </ac:cxnSpMkLst>
        </pc:cxnChg>
        <pc:cxnChg chg="add mod">
          <ac:chgData name="Aeneas Molitor" userId="7a8de38f-9645-4ae9-aa5a-47a0c5801364" providerId="ADAL" clId="{16943225-1649-8F43-91B0-DC76CA3DB4FD}" dt="2025-09-05T12:24:10.066" v="191" actId="692"/>
          <ac:cxnSpMkLst>
            <pc:docMk/>
            <pc:sldMk cId="2986633259" sldId="1069"/>
            <ac:cxnSpMk id="30" creationId="{94F2CE7F-84D2-A92B-16D1-8556A7BEC25A}"/>
          </ac:cxnSpMkLst>
        </pc:cxnChg>
        <pc:cxnChg chg="mod">
          <ac:chgData name="Aeneas Molitor" userId="7a8de38f-9645-4ae9-aa5a-47a0c5801364" providerId="ADAL" clId="{16943225-1649-8F43-91B0-DC76CA3DB4FD}" dt="2025-09-05T12:40:06.358" v="346" actId="12789"/>
          <ac:cxnSpMkLst>
            <pc:docMk/>
            <pc:sldMk cId="2986633259" sldId="1069"/>
            <ac:cxnSpMk id="83" creationId="{E6DC12E6-E04B-A1A0-7997-004F1F0C0384}"/>
          </ac:cxnSpMkLst>
        </pc:cxnChg>
        <pc:cxnChg chg="mod">
          <ac:chgData name="Aeneas Molitor" userId="7a8de38f-9645-4ae9-aa5a-47a0c5801364" providerId="ADAL" clId="{16943225-1649-8F43-91B0-DC76CA3DB4FD}" dt="2025-09-05T12:40:06.358" v="346" actId="12789"/>
          <ac:cxnSpMkLst>
            <pc:docMk/>
            <pc:sldMk cId="2986633259" sldId="1069"/>
            <ac:cxnSpMk id="84" creationId="{4281B276-00F8-54DC-7A29-D48A73E560FD}"/>
          </ac:cxnSpMkLst>
        </pc:cxnChg>
        <pc:cxnChg chg="mod">
          <ac:chgData name="Aeneas Molitor" userId="7a8de38f-9645-4ae9-aa5a-47a0c5801364" providerId="ADAL" clId="{16943225-1649-8F43-91B0-DC76CA3DB4FD}" dt="2025-09-05T12:40:06.358" v="346" actId="12789"/>
          <ac:cxnSpMkLst>
            <pc:docMk/>
            <pc:sldMk cId="2986633259" sldId="1069"/>
            <ac:cxnSpMk id="85" creationId="{596B32F0-2DD0-4656-EA98-5B05AB53CFF6}"/>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456295-66A9-474F-B536-EDB8C515F199}" type="doc">
      <dgm:prSet loTypeId="urn:microsoft.com/office/officeart/2005/8/layout/bProcess2" loCatId="" qsTypeId="urn:microsoft.com/office/officeart/2005/8/quickstyle/simple1" qsCatId="simple" csTypeId="urn:microsoft.com/office/officeart/2005/8/colors/accent1_2" csCatId="accent1" phldr="1"/>
      <dgm:spPr/>
      <dgm:t>
        <a:bodyPr/>
        <a:lstStyle/>
        <a:p>
          <a:endParaRPr lang="de-DE"/>
        </a:p>
      </dgm:t>
    </dgm:pt>
    <dgm:pt modelId="{CA0770AF-B97B-614F-B8A6-4388DCAB77A3}">
      <dgm:prSet phldrT="[Text]"/>
      <dgm:spPr/>
      <dgm:t>
        <a:bodyPr/>
        <a:lstStyle/>
        <a:p>
          <a:r>
            <a:rPr lang="de-DE" dirty="0"/>
            <a:t>Kickoff 20.05</a:t>
          </a:r>
        </a:p>
      </dgm:t>
    </dgm:pt>
    <dgm:pt modelId="{6D7B19FF-E2C3-4F48-A446-01A3E0E7E13F}" type="parTrans" cxnId="{72C57C00-218E-754F-B55C-B5AD327F65EA}">
      <dgm:prSet/>
      <dgm:spPr/>
      <dgm:t>
        <a:bodyPr/>
        <a:lstStyle/>
        <a:p>
          <a:endParaRPr lang="de-DE"/>
        </a:p>
      </dgm:t>
    </dgm:pt>
    <dgm:pt modelId="{6C73FF1D-4223-8143-ADEA-08C36EACAB77}" type="sibTrans" cxnId="{72C57C00-218E-754F-B55C-B5AD327F65EA}">
      <dgm:prSet/>
      <dgm:spPr/>
      <dgm:t>
        <a:bodyPr/>
        <a:lstStyle/>
        <a:p>
          <a:endParaRPr lang="de-DE"/>
        </a:p>
      </dgm:t>
    </dgm:pt>
    <dgm:pt modelId="{60749697-F103-BA4E-9ADE-C6F79B5B1CC6}">
      <dgm:prSet phldrT="[Text]"/>
      <dgm:spPr/>
      <dgm:t>
        <a:bodyPr/>
        <a:lstStyle/>
        <a:p>
          <a:r>
            <a:rPr lang="de-DE" dirty="0"/>
            <a:t>10.06</a:t>
          </a:r>
        </a:p>
      </dgm:t>
    </dgm:pt>
    <dgm:pt modelId="{DC31DDD1-5D73-0C47-9028-135F8508201D}" type="parTrans" cxnId="{E87B620E-8265-0743-B64D-D03796CAA3A7}">
      <dgm:prSet/>
      <dgm:spPr/>
      <dgm:t>
        <a:bodyPr/>
        <a:lstStyle/>
        <a:p>
          <a:endParaRPr lang="de-DE"/>
        </a:p>
      </dgm:t>
    </dgm:pt>
    <dgm:pt modelId="{FB3FA223-8F86-E544-AD4E-264CA7B4FC32}" type="sibTrans" cxnId="{E87B620E-8265-0743-B64D-D03796CAA3A7}">
      <dgm:prSet/>
      <dgm:spPr/>
      <dgm:t>
        <a:bodyPr/>
        <a:lstStyle/>
        <a:p>
          <a:endParaRPr lang="de-DE"/>
        </a:p>
      </dgm:t>
    </dgm:pt>
    <dgm:pt modelId="{79000C1D-C401-D741-8F4F-3D2BB60C7B55}">
      <dgm:prSet phldrT="[Text]"/>
      <dgm:spPr/>
      <dgm:t>
        <a:bodyPr/>
        <a:lstStyle/>
        <a:p>
          <a:r>
            <a:rPr lang="de-DE" dirty="0"/>
            <a:t>17.06</a:t>
          </a:r>
        </a:p>
      </dgm:t>
    </dgm:pt>
    <dgm:pt modelId="{CBD701D0-A0CD-1B45-BD34-54F139911B6B}" type="parTrans" cxnId="{E4E03AEC-5EA2-3540-81A5-2770626F5C3A}">
      <dgm:prSet/>
      <dgm:spPr/>
      <dgm:t>
        <a:bodyPr/>
        <a:lstStyle/>
        <a:p>
          <a:endParaRPr lang="de-DE"/>
        </a:p>
      </dgm:t>
    </dgm:pt>
    <dgm:pt modelId="{C8986B10-21EF-0547-97D8-D209AA0957F2}" type="sibTrans" cxnId="{E4E03AEC-5EA2-3540-81A5-2770626F5C3A}">
      <dgm:prSet/>
      <dgm:spPr/>
      <dgm:t>
        <a:bodyPr/>
        <a:lstStyle/>
        <a:p>
          <a:endParaRPr lang="de-DE"/>
        </a:p>
      </dgm:t>
    </dgm:pt>
    <dgm:pt modelId="{A510B61D-494F-C142-8552-28F069837FBA}">
      <dgm:prSet phldrT="[Text]"/>
      <dgm:spPr/>
      <dgm:t>
        <a:bodyPr/>
        <a:lstStyle/>
        <a:p>
          <a:r>
            <a:rPr lang="de-DE" dirty="0"/>
            <a:t>01.07</a:t>
          </a:r>
        </a:p>
      </dgm:t>
    </dgm:pt>
    <dgm:pt modelId="{4CABC922-9517-D042-B1A4-1B3AE4B28809}" type="parTrans" cxnId="{7212995B-037B-744C-BC42-201745FE4294}">
      <dgm:prSet/>
      <dgm:spPr/>
      <dgm:t>
        <a:bodyPr/>
        <a:lstStyle/>
        <a:p>
          <a:endParaRPr lang="de-DE"/>
        </a:p>
      </dgm:t>
    </dgm:pt>
    <dgm:pt modelId="{1BBC27AC-BD91-E846-A5DA-CC91262AB561}" type="sibTrans" cxnId="{7212995B-037B-744C-BC42-201745FE4294}">
      <dgm:prSet/>
      <dgm:spPr/>
      <dgm:t>
        <a:bodyPr/>
        <a:lstStyle/>
        <a:p>
          <a:endParaRPr lang="de-DE"/>
        </a:p>
      </dgm:t>
    </dgm:pt>
    <dgm:pt modelId="{493F7FC8-E507-A24E-A3AF-A94385A8BAB8}">
      <dgm:prSet phldrT="[Text]"/>
      <dgm:spPr/>
      <dgm:t>
        <a:bodyPr/>
        <a:lstStyle/>
        <a:p>
          <a:r>
            <a:rPr lang="de-DE" dirty="0"/>
            <a:t>15.07</a:t>
          </a:r>
        </a:p>
      </dgm:t>
    </dgm:pt>
    <dgm:pt modelId="{6D29A5BF-D9A7-1C4C-A912-118B7CC6D810}" type="parTrans" cxnId="{EC453123-D800-EF46-B3C4-7686091CF480}">
      <dgm:prSet/>
      <dgm:spPr/>
      <dgm:t>
        <a:bodyPr/>
        <a:lstStyle/>
        <a:p>
          <a:endParaRPr lang="de-DE"/>
        </a:p>
      </dgm:t>
    </dgm:pt>
    <dgm:pt modelId="{A424AF22-34C4-8C47-A29C-237818EA2236}" type="sibTrans" cxnId="{EC453123-D800-EF46-B3C4-7686091CF480}">
      <dgm:prSet/>
      <dgm:spPr/>
      <dgm:t>
        <a:bodyPr/>
        <a:lstStyle/>
        <a:p>
          <a:endParaRPr lang="de-DE"/>
        </a:p>
      </dgm:t>
    </dgm:pt>
    <dgm:pt modelId="{DA89B27C-CBDE-3A45-8576-E9AFBC228574}">
      <dgm:prSet phldrT="[Text]"/>
      <dgm:spPr/>
      <dgm:t>
        <a:bodyPr/>
        <a:lstStyle/>
        <a:p>
          <a:r>
            <a:rPr lang="de-DE" dirty="0"/>
            <a:t>29.07</a:t>
          </a:r>
        </a:p>
      </dgm:t>
    </dgm:pt>
    <dgm:pt modelId="{41E08482-3291-3440-83E6-577D37BBF185}" type="parTrans" cxnId="{7D201060-F92C-0D4A-8E9A-1B9BFB44B9B7}">
      <dgm:prSet/>
      <dgm:spPr/>
      <dgm:t>
        <a:bodyPr/>
        <a:lstStyle/>
        <a:p>
          <a:endParaRPr lang="de-DE"/>
        </a:p>
      </dgm:t>
    </dgm:pt>
    <dgm:pt modelId="{E0380630-7A26-924C-871A-E7DFD854371D}" type="sibTrans" cxnId="{7D201060-F92C-0D4A-8E9A-1B9BFB44B9B7}">
      <dgm:prSet/>
      <dgm:spPr/>
      <dgm:t>
        <a:bodyPr/>
        <a:lstStyle/>
        <a:p>
          <a:endParaRPr lang="de-DE"/>
        </a:p>
      </dgm:t>
    </dgm:pt>
    <dgm:pt modelId="{B779ADF4-DA14-E048-BE51-177EB1B5F7B2}">
      <dgm:prSet phldrT="[Text]"/>
      <dgm:spPr/>
      <dgm:t>
        <a:bodyPr/>
        <a:lstStyle/>
        <a:p>
          <a:r>
            <a:rPr lang="de-DE" dirty="0"/>
            <a:t>12.08</a:t>
          </a:r>
        </a:p>
      </dgm:t>
    </dgm:pt>
    <dgm:pt modelId="{29DAFEDA-FF07-454C-A3AE-E61260BAB83C}" type="parTrans" cxnId="{8375FADC-98DB-FC4D-9898-7FE459EF3EFE}">
      <dgm:prSet/>
      <dgm:spPr/>
      <dgm:t>
        <a:bodyPr/>
        <a:lstStyle/>
        <a:p>
          <a:endParaRPr lang="de-DE"/>
        </a:p>
      </dgm:t>
    </dgm:pt>
    <dgm:pt modelId="{7E0F8273-D75B-F341-BF6B-B68D320829D9}" type="sibTrans" cxnId="{8375FADC-98DB-FC4D-9898-7FE459EF3EFE}">
      <dgm:prSet/>
      <dgm:spPr/>
      <dgm:t>
        <a:bodyPr/>
        <a:lstStyle/>
        <a:p>
          <a:endParaRPr lang="de-DE"/>
        </a:p>
      </dgm:t>
    </dgm:pt>
    <dgm:pt modelId="{72F5341B-5FB6-7A47-8CB8-31E82A0D941D}">
      <dgm:prSet phldrT="[Text]"/>
      <dgm:spPr/>
      <dgm:t>
        <a:bodyPr/>
        <a:lstStyle/>
        <a:p>
          <a:r>
            <a:rPr lang="de-DE" dirty="0"/>
            <a:t>26.08</a:t>
          </a:r>
        </a:p>
      </dgm:t>
    </dgm:pt>
    <dgm:pt modelId="{FBE10AC0-0267-5349-BF9A-7E60FF43EEBC}" type="parTrans" cxnId="{CFB7D306-BB5E-BF4A-995E-B2E82D769AC4}">
      <dgm:prSet/>
      <dgm:spPr/>
      <dgm:t>
        <a:bodyPr/>
        <a:lstStyle/>
        <a:p>
          <a:endParaRPr lang="de-DE"/>
        </a:p>
      </dgm:t>
    </dgm:pt>
    <dgm:pt modelId="{FBE2D337-6F80-E34D-85DB-E45582204B63}" type="sibTrans" cxnId="{CFB7D306-BB5E-BF4A-995E-B2E82D769AC4}">
      <dgm:prSet/>
      <dgm:spPr/>
      <dgm:t>
        <a:bodyPr/>
        <a:lstStyle/>
        <a:p>
          <a:endParaRPr lang="de-DE"/>
        </a:p>
      </dgm:t>
    </dgm:pt>
    <dgm:pt modelId="{D15511EA-3B18-234C-8858-9F96AE217B96}">
      <dgm:prSet phldrT="[Text]"/>
      <dgm:spPr/>
      <dgm:t>
        <a:bodyPr/>
        <a:lstStyle/>
        <a:p>
          <a:r>
            <a:rPr lang="de-DE" dirty="0"/>
            <a:t>Abgabe 10.09</a:t>
          </a:r>
        </a:p>
      </dgm:t>
    </dgm:pt>
    <dgm:pt modelId="{A0EF486E-C19C-BC4E-9666-35A060AFADDB}" type="parTrans" cxnId="{C47C2373-53CE-184E-8DA4-DCFDF433F9EB}">
      <dgm:prSet/>
      <dgm:spPr/>
      <dgm:t>
        <a:bodyPr/>
        <a:lstStyle/>
        <a:p>
          <a:endParaRPr lang="de-DE"/>
        </a:p>
      </dgm:t>
    </dgm:pt>
    <dgm:pt modelId="{3FBFF1B4-EA6B-8545-800B-FFAC28914A49}" type="sibTrans" cxnId="{C47C2373-53CE-184E-8DA4-DCFDF433F9EB}">
      <dgm:prSet/>
      <dgm:spPr/>
      <dgm:t>
        <a:bodyPr/>
        <a:lstStyle/>
        <a:p>
          <a:endParaRPr lang="de-DE"/>
        </a:p>
      </dgm:t>
    </dgm:pt>
    <dgm:pt modelId="{1379EC03-1E12-3448-9AA7-CD8697E6AC52}">
      <dgm:prSet phldrT="[Text]"/>
      <dgm:spPr/>
      <dgm:t>
        <a:bodyPr/>
        <a:lstStyle/>
        <a:p>
          <a:r>
            <a:rPr lang="de-DE" dirty="0"/>
            <a:t>09.09</a:t>
          </a:r>
        </a:p>
      </dgm:t>
    </dgm:pt>
    <dgm:pt modelId="{AEFD634B-2B4D-EF48-BB03-8008C8B6E23B}" type="parTrans" cxnId="{008D1389-09CD-254E-8BFC-567F479D4A28}">
      <dgm:prSet/>
      <dgm:spPr/>
      <dgm:t>
        <a:bodyPr/>
        <a:lstStyle/>
        <a:p>
          <a:endParaRPr lang="de-DE"/>
        </a:p>
      </dgm:t>
    </dgm:pt>
    <dgm:pt modelId="{CB6EA627-BAC5-A842-B2AF-4D4DAB97E3C3}" type="sibTrans" cxnId="{008D1389-09CD-254E-8BFC-567F479D4A28}">
      <dgm:prSet/>
      <dgm:spPr/>
      <dgm:t>
        <a:bodyPr/>
        <a:lstStyle/>
        <a:p>
          <a:endParaRPr lang="de-DE"/>
        </a:p>
      </dgm:t>
    </dgm:pt>
    <dgm:pt modelId="{DC81F3AD-221E-654A-A3D4-DBF0CA7F9532}" type="pres">
      <dgm:prSet presAssocID="{DE456295-66A9-474F-B536-EDB8C515F199}" presName="diagram" presStyleCnt="0">
        <dgm:presLayoutVars>
          <dgm:dir/>
          <dgm:resizeHandles/>
        </dgm:presLayoutVars>
      </dgm:prSet>
      <dgm:spPr/>
    </dgm:pt>
    <dgm:pt modelId="{249D1701-EA21-9A44-A66C-43CF5430BC3E}" type="pres">
      <dgm:prSet presAssocID="{CA0770AF-B97B-614F-B8A6-4388DCAB77A3}" presName="firstNode" presStyleLbl="node1" presStyleIdx="0" presStyleCnt="10" custLinFactNeighborX="-27234">
        <dgm:presLayoutVars>
          <dgm:bulletEnabled val="1"/>
        </dgm:presLayoutVars>
      </dgm:prSet>
      <dgm:spPr/>
    </dgm:pt>
    <dgm:pt modelId="{4EA7DD24-842D-DD4D-8FEA-942B318FE84E}" type="pres">
      <dgm:prSet presAssocID="{6C73FF1D-4223-8143-ADEA-08C36EACAB77}" presName="sibTrans" presStyleLbl="sibTrans2D1" presStyleIdx="0" presStyleCnt="9"/>
      <dgm:spPr/>
    </dgm:pt>
    <dgm:pt modelId="{336858B4-FFA0-7346-9970-D7173BA6C7E2}" type="pres">
      <dgm:prSet presAssocID="{60749697-F103-BA4E-9ADE-C6F79B5B1CC6}" presName="middleNode" presStyleCnt="0"/>
      <dgm:spPr/>
    </dgm:pt>
    <dgm:pt modelId="{5BA9336E-D693-374E-8D62-FA602E7C76B7}" type="pres">
      <dgm:prSet presAssocID="{60749697-F103-BA4E-9ADE-C6F79B5B1CC6}" presName="padding" presStyleLbl="node1" presStyleIdx="0" presStyleCnt="10"/>
      <dgm:spPr/>
    </dgm:pt>
    <dgm:pt modelId="{E3F5B0F6-F450-2A49-96AF-481A8E4E5E25}" type="pres">
      <dgm:prSet presAssocID="{60749697-F103-BA4E-9ADE-C6F79B5B1CC6}" presName="shape" presStyleLbl="node1" presStyleIdx="1" presStyleCnt="10" custLinFactNeighborX="-40834">
        <dgm:presLayoutVars>
          <dgm:bulletEnabled val="1"/>
        </dgm:presLayoutVars>
      </dgm:prSet>
      <dgm:spPr/>
    </dgm:pt>
    <dgm:pt modelId="{85D9CBCC-2004-DB45-A6EE-68A02C719D22}" type="pres">
      <dgm:prSet presAssocID="{FB3FA223-8F86-E544-AD4E-264CA7B4FC32}" presName="sibTrans" presStyleLbl="sibTrans2D1" presStyleIdx="1" presStyleCnt="9"/>
      <dgm:spPr/>
    </dgm:pt>
    <dgm:pt modelId="{39E396AE-6466-C448-9E7E-AC593086AC6B}" type="pres">
      <dgm:prSet presAssocID="{79000C1D-C401-D741-8F4F-3D2BB60C7B55}" presName="middleNode" presStyleCnt="0"/>
      <dgm:spPr/>
    </dgm:pt>
    <dgm:pt modelId="{3A4F5C29-5A0A-7044-A3C2-514568F3243A}" type="pres">
      <dgm:prSet presAssocID="{79000C1D-C401-D741-8F4F-3D2BB60C7B55}" presName="padding" presStyleLbl="node1" presStyleIdx="1" presStyleCnt="10"/>
      <dgm:spPr/>
    </dgm:pt>
    <dgm:pt modelId="{914CDE3A-A41A-F84C-8A50-C3B3E3B72038}" type="pres">
      <dgm:prSet presAssocID="{79000C1D-C401-D741-8F4F-3D2BB60C7B55}" presName="shape" presStyleLbl="node1" presStyleIdx="2" presStyleCnt="10" custLinFactNeighborX="-40834">
        <dgm:presLayoutVars>
          <dgm:bulletEnabled val="1"/>
        </dgm:presLayoutVars>
      </dgm:prSet>
      <dgm:spPr/>
    </dgm:pt>
    <dgm:pt modelId="{2CFB1F94-FB84-DE45-A6AD-33E63D06B5DA}" type="pres">
      <dgm:prSet presAssocID="{C8986B10-21EF-0547-97D8-D209AA0957F2}" presName="sibTrans" presStyleLbl="sibTrans2D1" presStyleIdx="2" presStyleCnt="9"/>
      <dgm:spPr/>
    </dgm:pt>
    <dgm:pt modelId="{2613CAD4-EBC7-2D42-AC5B-9438F518842A}" type="pres">
      <dgm:prSet presAssocID="{A510B61D-494F-C142-8552-28F069837FBA}" presName="middleNode" presStyleCnt="0"/>
      <dgm:spPr/>
    </dgm:pt>
    <dgm:pt modelId="{16CEFE48-371E-A54C-A7D5-674D4AE7DE0A}" type="pres">
      <dgm:prSet presAssocID="{A510B61D-494F-C142-8552-28F069837FBA}" presName="padding" presStyleLbl="node1" presStyleIdx="2" presStyleCnt="10"/>
      <dgm:spPr/>
    </dgm:pt>
    <dgm:pt modelId="{98E427F2-F5C2-9E4B-BF0D-595C45B0729F}" type="pres">
      <dgm:prSet presAssocID="{A510B61D-494F-C142-8552-28F069837FBA}" presName="shape" presStyleLbl="node1" presStyleIdx="3" presStyleCnt="10" custLinFactNeighborX="16035">
        <dgm:presLayoutVars>
          <dgm:bulletEnabled val="1"/>
        </dgm:presLayoutVars>
      </dgm:prSet>
      <dgm:spPr/>
    </dgm:pt>
    <dgm:pt modelId="{6483B5BD-BC99-1348-867B-06A98E6CE553}" type="pres">
      <dgm:prSet presAssocID="{1BBC27AC-BD91-E846-A5DA-CC91262AB561}" presName="sibTrans" presStyleLbl="sibTrans2D1" presStyleIdx="3" presStyleCnt="9"/>
      <dgm:spPr/>
    </dgm:pt>
    <dgm:pt modelId="{5E6578F2-09F0-E14E-A840-74A06ED487DA}" type="pres">
      <dgm:prSet presAssocID="{493F7FC8-E507-A24E-A3AF-A94385A8BAB8}" presName="middleNode" presStyleCnt="0"/>
      <dgm:spPr/>
    </dgm:pt>
    <dgm:pt modelId="{EEA242FD-475D-C844-A3E6-CF52E7EAB217}" type="pres">
      <dgm:prSet presAssocID="{493F7FC8-E507-A24E-A3AF-A94385A8BAB8}" presName="padding" presStyleLbl="node1" presStyleIdx="3" presStyleCnt="10"/>
      <dgm:spPr/>
    </dgm:pt>
    <dgm:pt modelId="{C52E8792-AA0C-D24A-AA69-11A67044E623}" type="pres">
      <dgm:prSet presAssocID="{493F7FC8-E507-A24E-A3AF-A94385A8BAB8}" presName="shape" presStyleLbl="node1" presStyleIdx="4" presStyleCnt="10" custLinFactNeighborX="16035">
        <dgm:presLayoutVars>
          <dgm:bulletEnabled val="1"/>
        </dgm:presLayoutVars>
      </dgm:prSet>
      <dgm:spPr/>
    </dgm:pt>
    <dgm:pt modelId="{8103AC6F-65F0-CF4F-99A1-C999225724D2}" type="pres">
      <dgm:prSet presAssocID="{A424AF22-34C4-8C47-A29C-237818EA2236}" presName="sibTrans" presStyleLbl="sibTrans2D1" presStyleIdx="4" presStyleCnt="9"/>
      <dgm:spPr/>
    </dgm:pt>
    <dgm:pt modelId="{2F50BABD-3353-4F4F-AC14-A0BA69237A6D}" type="pres">
      <dgm:prSet presAssocID="{DA89B27C-CBDE-3A45-8576-E9AFBC228574}" presName="middleNode" presStyleCnt="0"/>
      <dgm:spPr/>
    </dgm:pt>
    <dgm:pt modelId="{10F89840-CE71-984A-AF11-1C72DB415F26}" type="pres">
      <dgm:prSet presAssocID="{DA89B27C-CBDE-3A45-8576-E9AFBC228574}" presName="padding" presStyleLbl="node1" presStyleIdx="4" presStyleCnt="10"/>
      <dgm:spPr/>
    </dgm:pt>
    <dgm:pt modelId="{3E81ED03-A615-ED4E-A23C-966775F46172}" type="pres">
      <dgm:prSet presAssocID="{DA89B27C-CBDE-3A45-8576-E9AFBC228574}" presName="shape" presStyleLbl="node1" presStyleIdx="5" presStyleCnt="10" custLinFactNeighborX="16035">
        <dgm:presLayoutVars>
          <dgm:bulletEnabled val="1"/>
        </dgm:presLayoutVars>
      </dgm:prSet>
      <dgm:spPr/>
    </dgm:pt>
    <dgm:pt modelId="{88DCE8CF-9E93-E64B-84C4-791B896FC6D0}" type="pres">
      <dgm:prSet presAssocID="{E0380630-7A26-924C-871A-E7DFD854371D}" presName="sibTrans" presStyleLbl="sibTrans2D1" presStyleIdx="5" presStyleCnt="9"/>
      <dgm:spPr/>
    </dgm:pt>
    <dgm:pt modelId="{0097AB7D-A7F8-A84A-B7D6-3AAC3F71C146}" type="pres">
      <dgm:prSet presAssocID="{B779ADF4-DA14-E048-BE51-177EB1B5F7B2}" presName="middleNode" presStyleCnt="0"/>
      <dgm:spPr/>
    </dgm:pt>
    <dgm:pt modelId="{2A254387-E5DF-BA42-8CC3-17F1D8E146D1}" type="pres">
      <dgm:prSet presAssocID="{B779ADF4-DA14-E048-BE51-177EB1B5F7B2}" presName="padding" presStyleLbl="node1" presStyleIdx="5" presStyleCnt="10"/>
      <dgm:spPr/>
    </dgm:pt>
    <dgm:pt modelId="{D714586A-9B01-4647-9694-D66D4E75B241}" type="pres">
      <dgm:prSet presAssocID="{B779ADF4-DA14-E048-BE51-177EB1B5F7B2}" presName="shape" presStyleLbl="node1" presStyleIdx="6" presStyleCnt="10" custLinFactNeighborX="78076">
        <dgm:presLayoutVars>
          <dgm:bulletEnabled val="1"/>
        </dgm:presLayoutVars>
      </dgm:prSet>
      <dgm:spPr/>
    </dgm:pt>
    <dgm:pt modelId="{B0A3A7C6-5D6C-3144-9D2D-AE510EBCD8FE}" type="pres">
      <dgm:prSet presAssocID="{7E0F8273-D75B-F341-BF6B-B68D320829D9}" presName="sibTrans" presStyleLbl="sibTrans2D1" presStyleIdx="6" presStyleCnt="9"/>
      <dgm:spPr/>
    </dgm:pt>
    <dgm:pt modelId="{15EF6485-68FB-9046-83EC-E25F6B338D46}" type="pres">
      <dgm:prSet presAssocID="{72F5341B-5FB6-7A47-8CB8-31E82A0D941D}" presName="middleNode" presStyleCnt="0"/>
      <dgm:spPr/>
    </dgm:pt>
    <dgm:pt modelId="{0AFE9211-AD60-2A44-811B-91FCE46A81D3}" type="pres">
      <dgm:prSet presAssocID="{72F5341B-5FB6-7A47-8CB8-31E82A0D941D}" presName="padding" presStyleLbl="node1" presStyleIdx="6" presStyleCnt="10"/>
      <dgm:spPr/>
    </dgm:pt>
    <dgm:pt modelId="{1CE29827-FA46-1549-887F-BB7EEFDD21F6}" type="pres">
      <dgm:prSet presAssocID="{72F5341B-5FB6-7A47-8CB8-31E82A0D941D}" presName="shape" presStyleLbl="node1" presStyleIdx="7" presStyleCnt="10" custLinFactNeighborX="78076">
        <dgm:presLayoutVars>
          <dgm:bulletEnabled val="1"/>
        </dgm:presLayoutVars>
      </dgm:prSet>
      <dgm:spPr/>
    </dgm:pt>
    <dgm:pt modelId="{E94E10C3-527A-8A45-B1A1-10A7A8FAC203}" type="pres">
      <dgm:prSet presAssocID="{FBE2D337-6F80-E34D-85DB-E45582204B63}" presName="sibTrans" presStyleLbl="sibTrans2D1" presStyleIdx="7" presStyleCnt="9"/>
      <dgm:spPr/>
    </dgm:pt>
    <dgm:pt modelId="{31A4A903-E3A8-394F-9E92-06BDD1487EF5}" type="pres">
      <dgm:prSet presAssocID="{1379EC03-1E12-3448-9AA7-CD8697E6AC52}" presName="middleNode" presStyleCnt="0"/>
      <dgm:spPr/>
    </dgm:pt>
    <dgm:pt modelId="{70504FC8-673D-B543-A463-2C747471031C}" type="pres">
      <dgm:prSet presAssocID="{1379EC03-1E12-3448-9AA7-CD8697E6AC52}" presName="padding" presStyleLbl="node1" presStyleIdx="7" presStyleCnt="10"/>
      <dgm:spPr/>
    </dgm:pt>
    <dgm:pt modelId="{EC71A4EF-9A11-A14B-83ED-3E4ED2D4EEFF}" type="pres">
      <dgm:prSet presAssocID="{1379EC03-1E12-3448-9AA7-CD8697E6AC52}" presName="shape" presStyleLbl="node1" presStyleIdx="8" presStyleCnt="10" custLinFactNeighborX="78076">
        <dgm:presLayoutVars>
          <dgm:bulletEnabled val="1"/>
        </dgm:presLayoutVars>
      </dgm:prSet>
      <dgm:spPr/>
    </dgm:pt>
    <dgm:pt modelId="{9AD82B22-DA82-4545-84BF-E582D3042F12}" type="pres">
      <dgm:prSet presAssocID="{CB6EA627-BAC5-A842-B2AF-4D4DAB97E3C3}" presName="sibTrans" presStyleLbl="sibTrans2D1" presStyleIdx="8" presStyleCnt="9"/>
      <dgm:spPr/>
    </dgm:pt>
    <dgm:pt modelId="{3B0B997B-ABF8-3B4B-A8E5-78CEE44E70A9}" type="pres">
      <dgm:prSet presAssocID="{D15511EA-3B18-234C-8858-9F96AE217B96}" presName="lastNode" presStyleLbl="node1" presStyleIdx="9" presStyleCnt="10" custLinFactNeighborX="40860" custLinFactNeighborY="1602">
        <dgm:presLayoutVars>
          <dgm:bulletEnabled val="1"/>
        </dgm:presLayoutVars>
      </dgm:prSet>
      <dgm:spPr/>
    </dgm:pt>
  </dgm:ptLst>
  <dgm:cxnLst>
    <dgm:cxn modelId="{72C57C00-218E-754F-B55C-B5AD327F65EA}" srcId="{DE456295-66A9-474F-B536-EDB8C515F199}" destId="{CA0770AF-B97B-614F-B8A6-4388DCAB77A3}" srcOrd="0" destOrd="0" parTransId="{6D7B19FF-E2C3-4F48-A446-01A3E0E7E13F}" sibTransId="{6C73FF1D-4223-8143-ADEA-08C36EACAB77}"/>
    <dgm:cxn modelId="{CFB7D306-BB5E-BF4A-995E-B2E82D769AC4}" srcId="{DE456295-66A9-474F-B536-EDB8C515F199}" destId="{72F5341B-5FB6-7A47-8CB8-31E82A0D941D}" srcOrd="7" destOrd="0" parTransId="{FBE10AC0-0267-5349-BF9A-7E60FF43EEBC}" sibTransId="{FBE2D337-6F80-E34D-85DB-E45582204B63}"/>
    <dgm:cxn modelId="{E87B620E-8265-0743-B64D-D03796CAA3A7}" srcId="{DE456295-66A9-474F-B536-EDB8C515F199}" destId="{60749697-F103-BA4E-9ADE-C6F79B5B1CC6}" srcOrd="1" destOrd="0" parTransId="{DC31DDD1-5D73-0C47-9028-135F8508201D}" sibTransId="{FB3FA223-8F86-E544-AD4E-264CA7B4FC32}"/>
    <dgm:cxn modelId="{F458771E-43E0-BC4A-87FC-043883F681A5}" type="presOf" srcId="{493F7FC8-E507-A24E-A3AF-A94385A8BAB8}" destId="{C52E8792-AA0C-D24A-AA69-11A67044E623}" srcOrd="0" destOrd="0" presId="urn:microsoft.com/office/officeart/2005/8/layout/bProcess2"/>
    <dgm:cxn modelId="{192E551F-C281-0249-96C9-F0B050BB5CD4}" type="presOf" srcId="{B779ADF4-DA14-E048-BE51-177EB1B5F7B2}" destId="{D714586A-9B01-4647-9694-D66D4E75B241}" srcOrd="0" destOrd="0" presId="urn:microsoft.com/office/officeart/2005/8/layout/bProcess2"/>
    <dgm:cxn modelId="{EC453123-D800-EF46-B3C4-7686091CF480}" srcId="{DE456295-66A9-474F-B536-EDB8C515F199}" destId="{493F7FC8-E507-A24E-A3AF-A94385A8BAB8}" srcOrd="4" destOrd="0" parTransId="{6D29A5BF-D9A7-1C4C-A912-118B7CC6D810}" sibTransId="{A424AF22-34C4-8C47-A29C-237818EA2236}"/>
    <dgm:cxn modelId="{18D7A732-65F5-9C4A-8783-A1EC34677384}" type="presOf" srcId="{CA0770AF-B97B-614F-B8A6-4388DCAB77A3}" destId="{249D1701-EA21-9A44-A66C-43CF5430BC3E}" srcOrd="0" destOrd="0" presId="urn:microsoft.com/office/officeart/2005/8/layout/bProcess2"/>
    <dgm:cxn modelId="{46E9CE3E-AD21-EA48-A6A9-8F5D02062CF6}" type="presOf" srcId="{72F5341B-5FB6-7A47-8CB8-31E82A0D941D}" destId="{1CE29827-FA46-1549-887F-BB7EEFDD21F6}" srcOrd="0" destOrd="0" presId="urn:microsoft.com/office/officeart/2005/8/layout/bProcess2"/>
    <dgm:cxn modelId="{2E4FA342-DEB7-6349-8A92-CB01F1511476}" type="presOf" srcId="{60749697-F103-BA4E-9ADE-C6F79B5B1CC6}" destId="{E3F5B0F6-F450-2A49-96AF-481A8E4E5E25}" srcOrd="0" destOrd="0" presId="urn:microsoft.com/office/officeart/2005/8/layout/bProcess2"/>
    <dgm:cxn modelId="{3AC5BE44-FD57-1D4E-A390-A397ADC1544C}" type="presOf" srcId="{D15511EA-3B18-234C-8858-9F96AE217B96}" destId="{3B0B997B-ABF8-3B4B-A8E5-78CEE44E70A9}" srcOrd="0" destOrd="0" presId="urn:microsoft.com/office/officeart/2005/8/layout/bProcess2"/>
    <dgm:cxn modelId="{C143C854-CD16-8B4D-AFC0-5D7BCBB4E7D8}" type="presOf" srcId="{FBE2D337-6F80-E34D-85DB-E45582204B63}" destId="{E94E10C3-527A-8A45-B1A1-10A7A8FAC203}" srcOrd="0" destOrd="0" presId="urn:microsoft.com/office/officeart/2005/8/layout/bProcess2"/>
    <dgm:cxn modelId="{1A0E2A59-DFBE-4645-831B-9E176F401781}" type="presOf" srcId="{DA89B27C-CBDE-3A45-8576-E9AFBC228574}" destId="{3E81ED03-A615-ED4E-A23C-966775F46172}" srcOrd="0" destOrd="0" presId="urn:microsoft.com/office/officeart/2005/8/layout/bProcess2"/>
    <dgm:cxn modelId="{BE8D065A-B7EB-EF45-84B6-6811FA8D444D}" type="presOf" srcId="{DE456295-66A9-474F-B536-EDB8C515F199}" destId="{DC81F3AD-221E-654A-A3D4-DBF0CA7F9532}" srcOrd="0" destOrd="0" presId="urn:microsoft.com/office/officeart/2005/8/layout/bProcess2"/>
    <dgm:cxn modelId="{7212995B-037B-744C-BC42-201745FE4294}" srcId="{DE456295-66A9-474F-B536-EDB8C515F199}" destId="{A510B61D-494F-C142-8552-28F069837FBA}" srcOrd="3" destOrd="0" parTransId="{4CABC922-9517-D042-B1A4-1B3AE4B28809}" sibTransId="{1BBC27AC-BD91-E846-A5DA-CC91262AB561}"/>
    <dgm:cxn modelId="{EE7ECB5D-06EA-BA4A-BD6E-078D8A0C211E}" type="presOf" srcId="{79000C1D-C401-D741-8F4F-3D2BB60C7B55}" destId="{914CDE3A-A41A-F84C-8A50-C3B3E3B72038}" srcOrd="0" destOrd="0" presId="urn:microsoft.com/office/officeart/2005/8/layout/bProcess2"/>
    <dgm:cxn modelId="{7D201060-F92C-0D4A-8E9A-1B9BFB44B9B7}" srcId="{DE456295-66A9-474F-B536-EDB8C515F199}" destId="{DA89B27C-CBDE-3A45-8576-E9AFBC228574}" srcOrd="5" destOrd="0" parTransId="{41E08482-3291-3440-83E6-577D37BBF185}" sibTransId="{E0380630-7A26-924C-871A-E7DFD854371D}"/>
    <dgm:cxn modelId="{5885B263-887E-B446-8123-F5203EF9FC7C}" type="presOf" srcId="{A510B61D-494F-C142-8552-28F069837FBA}" destId="{98E427F2-F5C2-9E4B-BF0D-595C45B0729F}" srcOrd="0" destOrd="0" presId="urn:microsoft.com/office/officeart/2005/8/layout/bProcess2"/>
    <dgm:cxn modelId="{C47C2373-53CE-184E-8DA4-DCFDF433F9EB}" srcId="{DE456295-66A9-474F-B536-EDB8C515F199}" destId="{D15511EA-3B18-234C-8858-9F96AE217B96}" srcOrd="9" destOrd="0" parTransId="{A0EF486E-C19C-BC4E-9666-35A060AFADDB}" sibTransId="{3FBFF1B4-EA6B-8545-800B-FFAC28914A49}"/>
    <dgm:cxn modelId="{EE4F177A-6A0F-1546-81AF-0CFEAD5BF68E}" type="presOf" srcId="{CB6EA627-BAC5-A842-B2AF-4D4DAB97E3C3}" destId="{9AD82B22-DA82-4545-84BF-E582D3042F12}" srcOrd="0" destOrd="0" presId="urn:microsoft.com/office/officeart/2005/8/layout/bProcess2"/>
    <dgm:cxn modelId="{EEB7A087-6154-2C45-8E06-22187CE6E59C}" type="presOf" srcId="{1379EC03-1E12-3448-9AA7-CD8697E6AC52}" destId="{EC71A4EF-9A11-A14B-83ED-3E4ED2D4EEFF}" srcOrd="0" destOrd="0" presId="urn:microsoft.com/office/officeart/2005/8/layout/bProcess2"/>
    <dgm:cxn modelId="{008D1389-09CD-254E-8BFC-567F479D4A28}" srcId="{DE456295-66A9-474F-B536-EDB8C515F199}" destId="{1379EC03-1E12-3448-9AA7-CD8697E6AC52}" srcOrd="8" destOrd="0" parTransId="{AEFD634B-2B4D-EF48-BB03-8008C8B6E23B}" sibTransId="{CB6EA627-BAC5-A842-B2AF-4D4DAB97E3C3}"/>
    <dgm:cxn modelId="{FAE74791-93CC-9047-8F2E-FBC798EBC0C7}" type="presOf" srcId="{E0380630-7A26-924C-871A-E7DFD854371D}" destId="{88DCE8CF-9E93-E64B-84C4-791B896FC6D0}" srcOrd="0" destOrd="0" presId="urn:microsoft.com/office/officeart/2005/8/layout/bProcess2"/>
    <dgm:cxn modelId="{790E6E9E-4C9E-B44F-87E6-B9094367FE0A}" type="presOf" srcId="{C8986B10-21EF-0547-97D8-D209AA0957F2}" destId="{2CFB1F94-FB84-DE45-A6AD-33E63D06B5DA}" srcOrd="0" destOrd="0" presId="urn:microsoft.com/office/officeart/2005/8/layout/bProcess2"/>
    <dgm:cxn modelId="{EF1B2EB0-56CA-AB44-BF88-99BA20B687B1}" type="presOf" srcId="{6C73FF1D-4223-8143-ADEA-08C36EACAB77}" destId="{4EA7DD24-842D-DD4D-8FEA-942B318FE84E}" srcOrd="0" destOrd="0" presId="urn:microsoft.com/office/officeart/2005/8/layout/bProcess2"/>
    <dgm:cxn modelId="{49EAD2BE-160B-0D48-8358-07F6F2858160}" type="presOf" srcId="{FB3FA223-8F86-E544-AD4E-264CA7B4FC32}" destId="{85D9CBCC-2004-DB45-A6EE-68A02C719D22}" srcOrd="0" destOrd="0" presId="urn:microsoft.com/office/officeart/2005/8/layout/bProcess2"/>
    <dgm:cxn modelId="{8375FADC-98DB-FC4D-9898-7FE459EF3EFE}" srcId="{DE456295-66A9-474F-B536-EDB8C515F199}" destId="{B779ADF4-DA14-E048-BE51-177EB1B5F7B2}" srcOrd="6" destOrd="0" parTransId="{29DAFEDA-FF07-454C-A3AE-E61260BAB83C}" sibTransId="{7E0F8273-D75B-F341-BF6B-B68D320829D9}"/>
    <dgm:cxn modelId="{E4E03AEC-5EA2-3540-81A5-2770626F5C3A}" srcId="{DE456295-66A9-474F-B536-EDB8C515F199}" destId="{79000C1D-C401-D741-8F4F-3D2BB60C7B55}" srcOrd="2" destOrd="0" parTransId="{CBD701D0-A0CD-1B45-BD34-54F139911B6B}" sibTransId="{C8986B10-21EF-0547-97D8-D209AA0957F2}"/>
    <dgm:cxn modelId="{476CB9F0-7877-C74E-93E3-15C6084B0AF4}" type="presOf" srcId="{1BBC27AC-BD91-E846-A5DA-CC91262AB561}" destId="{6483B5BD-BC99-1348-867B-06A98E6CE553}" srcOrd="0" destOrd="0" presId="urn:microsoft.com/office/officeart/2005/8/layout/bProcess2"/>
    <dgm:cxn modelId="{144E29F5-3362-7642-9F47-BCD40F5D080A}" type="presOf" srcId="{7E0F8273-D75B-F341-BF6B-B68D320829D9}" destId="{B0A3A7C6-5D6C-3144-9D2D-AE510EBCD8FE}" srcOrd="0" destOrd="0" presId="urn:microsoft.com/office/officeart/2005/8/layout/bProcess2"/>
    <dgm:cxn modelId="{16C299F5-2ADF-6D45-A8CF-DD09065E60DF}" type="presOf" srcId="{A424AF22-34C4-8C47-A29C-237818EA2236}" destId="{8103AC6F-65F0-CF4F-99A1-C999225724D2}" srcOrd="0" destOrd="0" presId="urn:microsoft.com/office/officeart/2005/8/layout/bProcess2"/>
    <dgm:cxn modelId="{064BBA35-4BBF-0E45-A1CE-36F91CAB19AF}" type="presParOf" srcId="{DC81F3AD-221E-654A-A3D4-DBF0CA7F9532}" destId="{249D1701-EA21-9A44-A66C-43CF5430BC3E}" srcOrd="0" destOrd="0" presId="urn:microsoft.com/office/officeart/2005/8/layout/bProcess2"/>
    <dgm:cxn modelId="{5E3A368A-2467-A84B-A72B-8D3C76C12D6E}" type="presParOf" srcId="{DC81F3AD-221E-654A-A3D4-DBF0CA7F9532}" destId="{4EA7DD24-842D-DD4D-8FEA-942B318FE84E}" srcOrd="1" destOrd="0" presId="urn:microsoft.com/office/officeart/2005/8/layout/bProcess2"/>
    <dgm:cxn modelId="{9D286C43-5B08-CA4A-A4F8-1D90A79125D2}" type="presParOf" srcId="{DC81F3AD-221E-654A-A3D4-DBF0CA7F9532}" destId="{336858B4-FFA0-7346-9970-D7173BA6C7E2}" srcOrd="2" destOrd="0" presId="urn:microsoft.com/office/officeart/2005/8/layout/bProcess2"/>
    <dgm:cxn modelId="{765145A3-2A63-A34D-A464-DF9FA6402D8B}" type="presParOf" srcId="{336858B4-FFA0-7346-9970-D7173BA6C7E2}" destId="{5BA9336E-D693-374E-8D62-FA602E7C76B7}" srcOrd="0" destOrd="0" presId="urn:microsoft.com/office/officeart/2005/8/layout/bProcess2"/>
    <dgm:cxn modelId="{DACACDA6-0926-E347-BD13-FE637C2D4874}" type="presParOf" srcId="{336858B4-FFA0-7346-9970-D7173BA6C7E2}" destId="{E3F5B0F6-F450-2A49-96AF-481A8E4E5E25}" srcOrd="1" destOrd="0" presId="urn:microsoft.com/office/officeart/2005/8/layout/bProcess2"/>
    <dgm:cxn modelId="{1E532ED4-F7ED-8746-9E4C-168E05D395E3}" type="presParOf" srcId="{DC81F3AD-221E-654A-A3D4-DBF0CA7F9532}" destId="{85D9CBCC-2004-DB45-A6EE-68A02C719D22}" srcOrd="3" destOrd="0" presId="urn:microsoft.com/office/officeart/2005/8/layout/bProcess2"/>
    <dgm:cxn modelId="{0D17EAFE-81A4-9D46-B53A-A3F5E14FDE95}" type="presParOf" srcId="{DC81F3AD-221E-654A-A3D4-DBF0CA7F9532}" destId="{39E396AE-6466-C448-9E7E-AC593086AC6B}" srcOrd="4" destOrd="0" presId="urn:microsoft.com/office/officeart/2005/8/layout/bProcess2"/>
    <dgm:cxn modelId="{6EA3EE71-4E83-104F-9AFF-78FC16762D63}" type="presParOf" srcId="{39E396AE-6466-C448-9E7E-AC593086AC6B}" destId="{3A4F5C29-5A0A-7044-A3C2-514568F3243A}" srcOrd="0" destOrd="0" presId="urn:microsoft.com/office/officeart/2005/8/layout/bProcess2"/>
    <dgm:cxn modelId="{611CC35F-0B63-8A40-8654-86E325E12C6D}" type="presParOf" srcId="{39E396AE-6466-C448-9E7E-AC593086AC6B}" destId="{914CDE3A-A41A-F84C-8A50-C3B3E3B72038}" srcOrd="1" destOrd="0" presId="urn:microsoft.com/office/officeart/2005/8/layout/bProcess2"/>
    <dgm:cxn modelId="{C2383DCF-09C9-9F41-93C1-9B4EB1630D1A}" type="presParOf" srcId="{DC81F3AD-221E-654A-A3D4-DBF0CA7F9532}" destId="{2CFB1F94-FB84-DE45-A6AD-33E63D06B5DA}" srcOrd="5" destOrd="0" presId="urn:microsoft.com/office/officeart/2005/8/layout/bProcess2"/>
    <dgm:cxn modelId="{7BC42362-36FB-0C46-8540-37211182AA35}" type="presParOf" srcId="{DC81F3AD-221E-654A-A3D4-DBF0CA7F9532}" destId="{2613CAD4-EBC7-2D42-AC5B-9438F518842A}" srcOrd="6" destOrd="0" presId="urn:microsoft.com/office/officeart/2005/8/layout/bProcess2"/>
    <dgm:cxn modelId="{1FD1FDDA-9FDC-2E4C-B7F0-87DB45291EF4}" type="presParOf" srcId="{2613CAD4-EBC7-2D42-AC5B-9438F518842A}" destId="{16CEFE48-371E-A54C-A7D5-674D4AE7DE0A}" srcOrd="0" destOrd="0" presId="urn:microsoft.com/office/officeart/2005/8/layout/bProcess2"/>
    <dgm:cxn modelId="{EAFDBDB2-FAE4-064F-B01F-94ABD13320A4}" type="presParOf" srcId="{2613CAD4-EBC7-2D42-AC5B-9438F518842A}" destId="{98E427F2-F5C2-9E4B-BF0D-595C45B0729F}" srcOrd="1" destOrd="0" presId="urn:microsoft.com/office/officeart/2005/8/layout/bProcess2"/>
    <dgm:cxn modelId="{14087599-4389-D942-811C-D7675CF763F8}" type="presParOf" srcId="{DC81F3AD-221E-654A-A3D4-DBF0CA7F9532}" destId="{6483B5BD-BC99-1348-867B-06A98E6CE553}" srcOrd="7" destOrd="0" presId="urn:microsoft.com/office/officeart/2005/8/layout/bProcess2"/>
    <dgm:cxn modelId="{3684CE92-289D-AD43-A89A-E8BAFBB812AC}" type="presParOf" srcId="{DC81F3AD-221E-654A-A3D4-DBF0CA7F9532}" destId="{5E6578F2-09F0-E14E-A840-74A06ED487DA}" srcOrd="8" destOrd="0" presId="urn:microsoft.com/office/officeart/2005/8/layout/bProcess2"/>
    <dgm:cxn modelId="{8206E67F-4B6D-D84E-91C4-0ADE48F29DEE}" type="presParOf" srcId="{5E6578F2-09F0-E14E-A840-74A06ED487DA}" destId="{EEA242FD-475D-C844-A3E6-CF52E7EAB217}" srcOrd="0" destOrd="0" presId="urn:microsoft.com/office/officeart/2005/8/layout/bProcess2"/>
    <dgm:cxn modelId="{7A1E8E1F-53B4-6F4D-8001-44DD6DA4D857}" type="presParOf" srcId="{5E6578F2-09F0-E14E-A840-74A06ED487DA}" destId="{C52E8792-AA0C-D24A-AA69-11A67044E623}" srcOrd="1" destOrd="0" presId="urn:microsoft.com/office/officeart/2005/8/layout/bProcess2"/>
    <dgm:cxn modelId="{374F56BF-F3D8-C144-825B-842303CF4EED}" type="presParOf" srcId="{DC81F3AD-221E-654A-A3D4-DBF0CA7F9532}" destId="{8103AC6F-65F0-CF4F-99A1-C999225724D2}" srcOrd="9" destOrd="0" presId="urn:microsoft.com/office/officeart/2005/8/layout/bProcess2"/>
    <dgm:cxn modelId="{75F8133B-0C87-944D-A57A-1521E225CFED}" type="presParOf" srcId="{DC81F3AD-221E-654A-A3D4-DBF0CA7F9532}" destId="{2F50BABD-3353-4F4F-AC14-A0BA69237A6D}" srcOrd="10" destOrd="0" presId="urn:microsoft.com/office/officeart/2005/8/layout/bProcess2"/>
    <dgm:cxn modelId="{162A489E-FEE5-F544-B805-B851ECF8C7BB}" type="presParOf" srcId="{2F50BABD-3353-4F4F-AC14-A0BA69237A6D}" destId="{10F89840-CE71-984A-AF11-1C72DB415F26}" srcOrd="0" destOrd="0" presId="urn:microsoft.com/office/officeart/2005/8/layout/bProcess2"/>
    <dgm:cxn modelId="{64FA121B-CA70-D64F-8D14-B4D72BE80608}" type="presParOf" srcId="{2F50BABD-3353-4F4F-AC14-A0BA69237A6D}" destId="{3E81ED03-A615-ED4E-A23C-966775F46172}" srcOrd="1" destOrd="0" presId="urn:microsoft.com/office/officeart/2005/8/layout/bProcess2"/>
    <dgm:cxn modelId="{CC42B2C8-CE06-5A4D-A6F7-EAF5E48D3D2C}" type="presParOf" srcId="{DC81F3AD-221E-654A-A3D4-DBF0CA7F9532}" destId="{88DCE8CF-9E93-E64B-84C4-791B896FC6D0}" srcOrd="11" destOrd="0" presId="urn:microsoft.com/office/officeart/2005/8/layout/bProcess2"/>
    <dgm:cxn modelId="{32ABE6E9-EBEF-C742-869A-1CFDD08F91FF}" type="presParOf" srcId="{DC81F3AD-221E-654A-A3D4-DBF0CA7F9532}" destId="{0097AB7D-A7F8-A84A-B7D6-3AAC3F71C146}" srcOrd="12" destOrd="0" presId="urn:microsoft.com/office/officeart/2005/8/layout/bProcess2"/>
    <dgm:cxn modelId="{1265E002-27BC-9447-B85B-100ED1498550}" type="presParOf" srcId="{0097AB7D-A7F8-A84A-B7D6-3AAC3F71C146}" destId="{2A254387-E5DF-BA42-8CC3-17F1D8E146D1}" srcOrd="0" destOrd="0" presId="urn:microsoft.com/office/officeart/2005/8/layout/bProcess2"/>
    <dgm:cxn modelId="{95A53D7F-B158-0F46-89CA-B1CAA572BA14}" type="presParOf" srcId="{0097AB7D-A7F8-A84A-B7D6-3AAC3F71C146}" destId="{D714586A-9B01-4647-9694-D66D4E75B241}" srcOrd="1" destOrd="0" presId="urn:microsoft.com/office/officeart/2005/8/layout/bProcess2"/>
    <dgm:cxn modelId="{06CD5575-C6D9-8F49-9E88-CCD1D943241F}" type="presParOf" srcId="{DC81F3AD-221E-654A-A3D4-DBF0CA7F9532}" destId="{B0A3A7C6-5D6C-3144-9D2D-AE510EBCD8FE}" srcOrd="13" destOrd="0" presId="urn:microsoft.com/office/officeart/2005/8/layout/bProcess2"/>
    <dgm:cxn modelId="{D5859864-16C7-0646-A60C-493F23B771B0}" type="presParOf" srcId="{DC81F3AD-221E-654A-A3D4-DBF0CA7F9532}" destId="{15EF6485-68FB-9046-83EC-E25F6B338D46}" srcOrd="14" destOrd="0" presId="urn:microsoft.com/office/officeart/2005/8/layout/bProcess2"/>
    <dgm:cxn modelId="{3F55965E-8343-9A4E-9F25-4E9A20C32549}" type="presParOf" srcId="{15EF6485-68FB-9046-83EC-E25F6B338D46}" destId="{0AFE9211-AD60-2A44-811B-91FCE46A81D3}" srcOrd="0" destOrd="0" presId="urn:microsoft.com/office/officeart/2005/8/layout/bProcess2"/>
    <dgm:cxn modelId="{0823D9B8-CE62-DC4C-860E-69827C61D260}" type="presParOf" srcId="{15EF6485-68FB-9046-83EC-E25F6B338D46}" destId="{1CE29827-FA46-1549-887F-BB7EEFDD21F6}" srcOrd="1" destOrd="0" presId="urn:microsoft.com/office/officeart/2005/8/layout/bProcess2"/>
    <dgm:cxn modelId="{460D3C44-4062-A74E-824E-EF2C31BBDA70}" type="presParOf" srcId="{DC81F3AD-221E-654A-A3D4-DBF0CA7F9532}" destId="{E94E10C3-527A-8A45-B1A1-10A7A8FAC203}" srcOrd="15" destOrd="0" presId="urn:microsoft.com/office/officeart/2005/8/layout/bProcess2"/>
    <dgm:cxn modelId="{29F97088-3E0B-F240-AC03-743E9CA769EE}" type="presParOf" srcId="{DC81F3AD-221E-654A-A3D4-DBF0CA7F9532}" destId="{31A4A903-E3A8-394F-9E92-06BDD1487EF5}" srcOrd="16" destOrd="0" presId="urn:microsoft.com/office/officeart/2005/8/layout/bProcess2"/>
    <dgm:cxn modelId="{AA6C4118-363F-864E-A9B0-EB07823DCC5E}" type="presParOf" srcId="{31A4A903-E3A8-394F-9E92-06BDD1487EF5}" destId="{70504FC8-673D-B543-A463-2C747471031C}" srcOrd="0" destOrd="0" presId="urn:microsoft.com/office/officeart/2005/8/layout/bProcess2"/>
    <dgm:cxn modelId="{1F53634B-7DEA-094B-BC05-F19FE21FA498}" type="presParOf" srcId="{31A4A903-E3A8-394F-9E92-06BDD1487EF5}" destId="{EC71A4EF-9A11-A14B-83ED-3E4ED2D4EEFF}" srcOrd="1" destOrd="0" presId="urn:microsoft.com/office/officeart/2005/8/layout/bProcess2"/>
    <dgm:cxn modelId="{11AC2DB2-EB90-6942-BA1D-B6B19C41C766}" type="presParOf" srcId="{DC81F3AD-221E-654A-A3D4-DBF0CA7F9532}" destId="{9AD82B22-DA82-4545-84BF-E582D3042F12}" srcOrd="17" destOrd="0" presId="urn:microsoft.com/office/officeart/2005/8/layout/bProcess2"/>
    <dgm:cxn modelId="{08367B68-E002-BA49-9211-7682F0D71839}" type="presParOf" srcId="{DC81F3AD-221E-654A-A3D4-DBF0CA7F9532}" destId="{3B0B997B-ABF8-3B4B-A8E5-78CEE44E70A9}" srcOrd="18"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65FB8B-2526-2B4C-8FB6-0E7BDBCD99BD}"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de-DE"/>
        </a:p>
      </dgm:t>
    </dgm:pt>
    <dgm:pt modelId="{BCED7569-2F5B-8142-99FF-9C5C0D4F9A71}">
      <dgm:prSet phldrT="[Text]" custT="1"/>
      <dgm:spPr/>
      <dgm:t>
        <a:bodyPr/>
        <a:lstStyle/>
        <a:p>
          <a:r>
            <a:rPr lang="de-DE" sz="700" dirty="0"/>
            <a:t>Künstliche Intelligenz (KI)</a:t>
          </a:r>
        </a:p>
      </dgm:t>
    </dgm:pt>
    <dgm:pt modelId="{1A4DD448-CCB0-D949-8165-DA57F8C6FDAE}" type="parTrans" cxnId="{660C7C00-B6F0-4D4A-9CDB-B558572037A4}">
      <dgm:prSet/>
      <dgm:spPr/>
      <dgm:t>
        <a:bodyPr/>
        <a:lstStyle/>
        <a:p>
          <a:endParaRPr lang="de-DE" sz="2400"/>
        </a:p>
      </dgm:t>
    </dgm:pt>
    <dgm:pt modelId="{3C1DDD8D-A8A1-094F-9096-0A4DEDF66FD0}" type="sibTrans" cxnId="{660C7C00-B6F0-4D4A-9CDB-B558572037A4}">
      <dgm:prSet/>
      <dgm:spPr/>
      <dgm:t>
        <a:bodyPr/>
        <a:lstStyle/>
        <a:p>
          <a:endParaRPr lang="de-DE" sz="2400"/>
        </a:p>
      </dgm:t>
    </dgm:pt>
    <dgm:pt modelId="{9C866F86-CA10-9443-BCB0-CE7F436BE27A}">
      <dgm:prSet phldrT="[Text]" custT="1"/>
      <dgm:spPr/>
      <dgm:t>
        <a:bodyPr/>
        <a:lstStyle/>
        <a:p>
          <a:r>
            <a:rPr lang="de-DE" sz="700" dirty="0"/>
            <a:t>Starke KI</a:t>
          </a:r>
        </a:p>
      </dgm:t>
    </dgm:pt>
    <dgm:pt modelId="{C1849573-EB9E-E545-9606-95480D07E439}" type="parTrans" cxnId="{B3C3ED05-D8AE-0A41-BB9B-84886CFFBC55}">
      <dgm:prSet/>
      <dgm:spPr/>
      <dgm:t>
        <a:bodyPr/>
        <a:lstStyle/>
        <a:p>
          <a:endParaRPr lang="de-DE" sz="2400"/>
        </a:p>
      </dgm:t>
    </dgm:pt>
    <dgm:pt modelId="{6E255B18-2428-F94A-97E9-2CF3EC577AF3}" type="sibTrans" cxnId="{B3C3ED05-D8AE-0A41-BB9B-84886CFFBC55}">
      <dgm:prSet/>
      <dgm:spPr/>
      <dgm:t>
        <a:bodyPr/>
        <a:lstStyle/>
        <a:p>
          <a:endParaRPr lang="de-DE" sz="2400"/>
        </a:p>
      </dgm:t>
    </dgm:pt>
    <dgm:pt modelId="{E539213E-5CE4-A740-B564-DB132FACE618}">
      <dgm:prSet phldrT="[Text]" custT="1"/>
      <dgm:spPr/>
      <dgm:t>
        <a:bodyPr/>
        <a:lstStyle/>
        <a:p>
          <a:r>
            <a:rPr lang="de-DE" sz="700" dirty="0"/>
            <a:t>Künstliche allgemeine Intelligenz</a:t>
          </a:r>
        </a:p>
      </dgm:t>
    </dgm:pt>
    <dgm:pt modelId="{85E04264-EC53-AC47-B97B-EE0A8F1D7A3E}" type="parTrans" cxnId="{2EF13BCF-96DB-C846-9A22-DFF1FF7055B0}">
      <dgm:prSet/>
      <dgm:spPr/>
      <dgm:t>
        <a:bodyPr/>
        <a:lstStyle/>
        <a:p>
          <a:endParaRPr lang="de-DE" sz="2400"/>
        </a:p>
      </dgm:t>
    </dgm:pt>
    <dgm:pt modelId="{5DF73B50-61E6-7042-ABD4-A894FDB99EC6}" type="sibTrans" cxnId="{2EF13BCF-96DB-C846-9A22-DFF1FF7055B0}">
      <dgm:prSet/>
      <dgm:spPr/>
      <dgm:t>
        <a:bodyPr/>
        <a:lstStyle/>
        <a:p>
          <a:endParaRPr lang="de-DE" sz="2400"/>
        </a:p>
      </dgm:t>
    </dgm:pt>
    <dgm:pt modelId="{DCE02AD6-E784-E043-9935-4D2EB52AA567}">
      <dgm:prSet phldrT="[Text]" custT="1"/>
      <dgm:spPr/>
      <dgm:t>
        <a:bodyPr/>
        <a:lstStyle/>
        <a:p>
          <a:r>
            <a:rPr lang="de-DE" sz="700" dirty="0"/>
            <a:t>Künstliche Superintelligenz</a:t>
          </a:r>
        </a:p>
      </dgm:t>
    </dgm:pt>
    <dgm:pt modelId="{1C8C4972-E95F-3047-89C7-5DFED4F8EC48}" type="parTrans" cxnId="{0F671B00-2D07-B144-99AF-84720D3178F5}">
      <dgm:prSet/>
      <dgm:spPr/>
      <dgm:t>
        <a:bodyPr/>
        <a:lstStyle/>
        <a:p>
          <a:endParaRPr lang="de-DE" sz="2400"/>
        </a:p>
      </dgm:t>
    </dgm:pt>
    <dgm:pt modelId="{61AF9913-E64E-4E4C-836F-0AEC8F71270E}" type="sibTrans" cxnId="{0F671B00-2D07-B144-99AF-84720D3178F5}">
      <dgm:prSet/>
      <dgm:spPr/>
      <dgm:t>
        <a:bodyPr/>
        <a:lstStyle/>
        <a:p>
          <a:endParaRPr lang="de-DE" sz="2400"/>
        </a:p>
      </dgm:t>
    </dgm:pt>
    <dgm:pt modelId="{BEF3AAB9-F953-374D-A7EE-062FD8C4A486}">
      <dgm:prSet phldrT="[Text]" custT="1"/>
      <dgm:spPr/>
      <dgm:t>
        <a:bodyPr/>
        <a:lstStyle/>
        <a:p>
          <a:r>
            <a:rPr lang="de-DE" sz="700" dirty="0"/>
            <a:t>Schwache KI</a:t>
          </a:r>
        </a:p>
      </dgm:t>
    </dgm:pt>
    <dgm:pt modelId="{756016AD-9837-594D-9603-1090A97548EF}" type="parTrans" cxnId="{0FCA06F6-84CF-9547-B26E-85B34A636067}">
      <dgm:prSet/>
      <dgm:spPr/>
      <dgm:t>
        <a:bodyPr/>
        <a:lstStyle/>
        <a:p>
          <a:endParaRPr lang="de-DE" sz="2400"/>
        </a:p>
      </dgm:t>
    </dgm:pt>
    <dgm:pt modelId="{2B137D21-0022-C042-B887-64CBB661D8D3}" type="sibTrans" cxnId="{0FCA06F6-84CF-9547-B26E-85B34A636067}">
      <dgm:prSet/>
      <dgm:spPr/>
      <dgm:t>
        <a:bodyPr/>
        <a:lstStyle/>
        <a:p>
          <a:endParaRPr lang="de-DE" sz="2400"/>
        </a:p>
      </dgm:t>
    </dgm:pt>
    <dgm:pt modelId="{756542FC-9753-6F41-AD3D-8650E6E2A08D}">
      <dgm:prSet phldrT="[Text]" custT="1"/>
      <dgm:spPr/>
      <dgm:t>
        <a:bodyPr/>
        <a:lstStyle/>
        <a:p>
          <a:r>
            <a:rPr lang="de-DE" sz="700" dirty="0"/>
            <a:t>Künstliche enge Intelligenz</a:t>
          </a:r>
        </a:p>
      </dgm:t>
    </dgm:pt>
    <dgm:pt modelId="{A3660B1B-E941-6048-BCAE-EFA11AFCC448}" type="parTrans" cxnId="{90481E86-CB66-9242-B394-8082D8D25936}">
      <dgm:prSet/>
      <dgm:spPr/>
      <dgm:t>
        <a:bodyPr/>
        <a:lstStyle/>
        <a:p>
          <a:endParaRPr lang="de-DE" sz="2400"/>
        </a:p>
      </dgm:t>
    </dgm:pt>
    <dgm:pt modelId="{3268A66A-AEA2-DC45-8549-85FCCBBA3532}" type="sibTrans" cxnId="{90481E86-CB66-9242-B394-8082D8D25936}">
      <dgm:prSet/>
      <dgm:spPr/>
      <dgm:t>
        <a:bodyPr/>
        <a:lstStyle/>
        <a:p>
          <a:endParaRPr lang="de-DE" sz="2400"/>
        </a:p>
      </dgm:t>
    </dgm:pt>
    <dgm:pt modelId="{51A349B0-1FA8-F847-9BA1-229C7C7E44EA}">
      <dgm:prSet phldrT="[Text]" custT="1"/>
      <dgm:spPr/>
      <dgm:t>
        <a:bodyPr/>
        <a:lstStyle/>
        <a:p>
          <a:r>
            <a:rPr lang="de-DE" sz="700" dirty="0"/>
            <a:t>Robotik</a:t>
          </a:r>
        </a:p>
      </dgm:t>
    </dgm:pt>
    <dgm:pt modelId="{D697E228-D4DC-E644-917B-819D54E02391}" type="parTrans" cxnId="{DD8B384E-FDED-BD4D-8885-E03645C0DBA8}">
      <dgm:prSet/>
      <dgm:spPr/>
      <dgm:t>
        <a:bodyPr/>
        <a:lstStyle/>
        <a:p>
          <a:endParaRPr lang="de-DE" sz="2400"/>
        </a:p>
      </dgm:t>
    </dgm:pt>
    <dgm:pt modelId="{B76787C6-8AAD-DD43-9EA2-5079E0707B90}" type="sibTrans" cxnId="{DD8B384E-FDED-BD4D-8885-E03645C0DBA8}">
      <dgm:prSet/>
      <dgm:spPr/>
      <dgm:t>
        <a:bodyPr/>
        <a:lstStyle/>
        <a:p>
          <a:endParaRPr lang="de-DE" sz="2400"/>
        </a:p>
      </dgm:t>
    </dgm:pt>
    <dgm:pt modelId="{012D3D09-FE6B-0E42-B15A-D17F3DF6FAFF}">
      <dgm:prSet phldrT="[Text]" custT="1"/>
      <dgm:spPr/>
      <dgm:t>
        <a:bodyPr/>
        <a:lstStyle/>
        <a:p>
          <a:r>
            <a:rPr lang="de-DE" sz="700" dirty="0"/>
            <a:t>Regelbasierte Systeme</a:t>
          </a:r>
        </a:p>
      </dgm:t>
    </dgm:pt>
    <dgm:pt modelId="{4D7B69CF-55FB-C343-BE03-F247677C4C70}" type="parTrans" cxnId="{7EA41B28-6360-224A-87C3-ED8EAE2DA685}">
      <dgm:prSet/>
      <dgm:spPr/>
      <dgm:t>
        <a:bodyPr/>
        <a:lstStyle/>
        <a:p>
          <a:endParaRPr lang="de-DE" sz="2400"/>
        </a:p>
      </dgm:t>
    </dgm:pt>
    <dgm:pt modelId="{42CA3AB6-9495-4047-9D58-CBC578B753EE}" type="sibTrans" cxnId="{7EA41B28-6360-224A-87C3-ED8EAE2DA685}">
      <dgm:prSet/>
      <dgm:spPr/>
      <dgm:t>
        <a:bodyPr/>
        <a:lstStyle/>
        <a:p>
          <a:endParaRPr lang="de-DE" sz="2400"/>
        </a:p>
      </dgm:t>
    </dgm:pt>
    <dgm:pt modelId="{463861D1-C521-5242-AA25-703F2FFAB95B}">
      <dgm:prSet phldrT="[Text]" custT="1"/>
      <dgm:spPr/>
      <dgm:t>
        <a:bodyPr/>
        <a:lstStyle/>
        <a:p>
          <a:r>
            <a:rPr lang="de-DE" sz="700" dirty="0"/>
            <a:t>Expertensysteme</a:t>
          </a:r>
        </a:p>
      </dgm:t>
    </dgm:pt>
    <dgm:pt modelId="{4280CDF7-4F41-3345-8939-5BF8FAC9BE1A}" type="parTrans" cxnId="{CB684BC7-7B16-2543-9B06-948A8C9BEB3A}">
      <dgm:prSet/>
      <dgm:spPr/>
      <dgm:t>
        <a:bodyPr/>
        <a:lstStyle/>
        <a:p>
          <a:endParaRPr lang="de-DE" sz="2400"/>
        </a:p>
      </dgm:t>
    </dgm:pt>
    <dgm:pt modelId="{A65D474B-32B5-614D-B358-56793D3286FB}" type="sibTrans" cxnId="{CB684BC7-7B16-2543-9B06-948A8C9BEB3A}">
      <dgm:prSet/>
      <dgm:spPr/>
      <dgm:t>
        <a:bodyPr/>
        <a:lstStyle/>
        <a:p>
          <a:endParaRPr lang="de-DE" sz="2400"/>
        </a:p>
      </dgm:t>
    </dgm:pt>
    <dgm:pt modelId="{AEA42EED-3490-244F-9C03-47D3E7BD4844}">
      <dgm:prSet phldrT="[Text]" custT="1"/>
      <dgm:spPr/>
      <dgm:t>
        <a:bodyPr/>
        <a:lstStyle/>
        <a:p>
          <a:r>
            <a:rPr lang="de-DE" sz="700" dirty="0"/>
            <a:t>Fuzzy-Logik-Systeme</a:t>
          </a:r>
        </a:p>
      </dgm:t>
    </dgm:pt>
    <dgm:pt modelId="{C15AFDA0-7DF7-9848-8BD3-89FDEF87C32B}" type="parTrans" cxnId="{87485632-98E9-7B48-B642-2951336BBDD4}">
      <dgm:prSet/>
      <dgm:spPr/>
      <dgm:t>
        <a:bodyPr/>
        <a:lstStyle/>
        <a:p>
          <a:endParaRPr lang="de-DE" sz="2400"/>
        </a:p>
      </dgm:t>
    </dgm:pt>
    <dgm:pt modelId="{72C94C72-5DC3-9B47-8D57-E9F390351316}" type="sibTrans" cxnId="{87485632-98E9-7B48-B642-2951336BBDD4}">
      <dgm:prSet/>
      <dgm:spPr/>
      <dgm:t>
        <a:bodyPr/>
        <a:lstStyle/>
        <a:p>
          <a:endParaRPr lang="de-DE" sz="2400"/>
        </a:p>
      </dgm:t>
    </dgm:pt>
    <dgm:pt modelId="{DC5D8F6F-8767-ED47-8642-DCD525693F4E}">
      <dgm:prSet phldrT="[Text]" custT="1"/>
      <dgm:spPr/>
      <dgm:t>
        <a:bodyPr/>
        <a:lstStyle/>
        <a:p>
          <a:r>
            <a:rPr lang="de-DE" sz="700" dirty="0"/>
            <a:t>Maschinell lernende Systeme</a:t>
          </a:r>
        </a:p>
      </dgm:t>
    </dgm:pt>
    <dgm:pt modelId="{3F68C282-1DCC-D04D-BDB5-6F0E19939A19}" type="parTrans" cxnId="{265D4DB6-3796-5E42-B8C8-170BE68698A7}">
      <dgm:prSet/>
      <dgm:spPr/>
      <dgm:t>
        <a:bodyPr/>
        <a:lstStyle/>
        <a:p>
          <a:endParaRPr lang="de-DE" sz="2400"/>
        </a:p>
      </dgm:t>
    </dgm:pt>
    <dgm:pt modelId="{45E40B78-B0B0-D249-8080-F948CA22FF54}" type="sibTrans" cxnId="{265D4DB6-3796-5E42-B8C8-170BE68698A7}">
      <dgm:prSet/>
      <dgm:spPr/>
      <dgm:t>
        <a:bodyPr/>
        <a:lstStyle/>
        <a:p>
          <a:endParaRPr lang="de-DE" sz="2400"/>
        </a:p>
      </dgm:t>
    </dgm:pt>
    <dgm:pt modelId="{8141A687-AF00-1F46-B7F9-237AD308E56A}">
      <dgm:prSet phldrT="[Text]" custT="1"/>
      <dgm:spPr/>
      <dgm:t>
        <a:bodyPr/>
        <a:lstStyle/>
        <a:p>
          <a:r>
            <a:rPr lang="de-DE" sz="700" dirty="0"/>
            <a:t>Deep-Learning-Systeme</a:t>
          </a:r>
        </a:p>
      </dgm:t>
    </dgm:pt>
    <dgm:pt modelId="{74739B9E-C302-FA49-8765-BE8F0B7EACA3}" type="parTrans" cxnId="{96497DCD-46AF-474B-A5AF-9BC285BC5A6A}">
      <dgm:prSet/>
      <dgm:spPr/>
      <dgm:t>
        <a:bodyPr/>
        <a:lstStyle/>
        <a:p>
          <a:endParaRPr lang="de-DE" sz="2400"/>
        </a:p>
      </dgm:t>
    </dgm:pt>
    <dgm:pt modelId="{D41AA01D-FD4F-354E-B30E-3092ED14126A}" type="sibTrans" cxnId="{96497DCD-46AF-474B-A5AF-9BC285BC5A6A}">
      <dgm:prSet/>
      <dgm:spPr/>
      <dgm:t>
        <a:bodyPr/>
        <a:lstStyle/>
        <a:p>
          <a:endParaRPr lang="de-DE" sz="2400"/>
        </a:p>
      </dgm:t>
    </dgm:pt>
    <dgm:pt modelId="{3B347FC6-3007-1F43-8929-6FEDFE7BBF93}">
      <dgm:prSet phldrT="[Text]" custT="1"/>
      <dgm:spPr/>
      <dgm:t>
        <a:bodyPr/>
        <a:lstStyle/>
        <a:p>
          <a:r>
            <a:rPr lang="de-DE" sz="700" dirty="0"/>
            <a:t>Computervision</a:t>
          </a:r>
        </a:p>
      </dgm:t>
    </dgm:pt>
    <dgm:pt modelId="{3EC7A521-3CA3-8F40-954D-82C9889EBCF6}" type="parTrans" cxnId="{2E84C68E-AAEB-AA4B-9C58-E28ACE8DB5E2}">
      <dgm:prSet/>
      <dgm:spPr/>
      <dgm:t>
        <a:bodyPr/>
        <a:lstStyle/>
        <a:p>
          <a:endParaRPr lang="de-DE" sz="2400"/>
        </a:p>
      </dgm:t>
    </dgm:pt>
    <dgm:pt modelId="{1C2EF480-3D83-514E-BF10-A91276D7F2F2}" type="sibTrans" cxnId="{2E84C68E-AAEB-AA4B-9C58-E28ACE8DB5E2}">
      <dgm:prSet/>
      <dgm:spPr/>
      <dgm:t>
        <a:bodyPr/>
        <a:lstStyle/>
        <a:p>
          <a:endParaRPr lang="de-DE" sz="2400"/>
        </a:p>
      </dgm:t>
    </dgm:pt>
    <dgm:pt modelId="{6607BBF7-5C1B-8E44-819B-76CD1A538120}">
      <dgm:prSet phldrT="[Text]" custT="1"/>
      <dgm:spPr/>
      <dgm:t>
        <a:bodyPr/>
        <a:lstStyle/>
        <a:p>
          <a:r>
            <a:rPr lang="de-DE" sz="700" dirty="0"/>
            <a:t>Natürliche Sprachverarbeitung</a:t>
          </a:r>
        </a:p>
      </dgm:t>
    </dgm:pt>
    <dgm:pt modelId="{BECB30E0-71B5-3943-8F4A-DF7222534957}" type="parTrans" cxnId="{8B549BE1-5A58-484E-87D0-57C32F789D07}">
      <dgm:prSet/>
      <dgm:spPr/>
      <dgm:t>
        <a:bodyPr/>
        <a:lstStyle/>
        <a:p>
          <a:endParaRPr lang="de-DE" sz="2400"/>
        </a:p>
      </dgm:t>
    </dgm:pt>
    <dgm:pt modelId="{9661F4A5-B90B-F24B-981A-05DDA926A123}" type="sibTrans" cxnId="{8B549BE1-5A58-484E-87D0-57C32F789D07}">
      <dgm:prSet/>
      <dgm:spPr/>
      <dgm:t>
        <a:bodyPr/>
        <a:lstStyle/>
        <a:p>
          <a:endParaRPr lang="de-DE" sz="2400"/>
        </a:p>
      </dgm:t>
    </dgm:pt>
    <dgm:pt modelId="{9C5714BC-DFC0-DA49-BDE8-5DD45CB56706}" type="pres">
      <dgm:prSet presAssocID="{8665FB8B-2526-2B4C-8FB6-0E7BDBCD99BD}" presName="hierChild1" presStyleCnt="0">
        <dgm:presLayoutVars>
          <dgm:chPref val="1"/>
          <dgm:dir/>
          <dgm:animOne val="branch"/>
          <dgm:animLvl val="lvl"/>
          <dgm:resizeHandles/>
        </dgm:presLayoutVars>
      </dgm:prSet>
      <dgm:spPr/>
    </dgm:pt>
    <dgm:pt modelId="{21391740-9886-6743-80CD-5EB52B497999}" type="pres">
      <dgm:prSet presAssocID="{BCED7569-2F5B-8142-99FF-9C5C0D4F9A71}" presName="hierRoot1" presStyleCnt="0"/>
      <dgm:spPr/>
    </dgm:pt>
    <dgm:pt modelId="{CAC208A1-52F2-9646-B1C4-13A78CFE75FA}" type="pres">
      <dgm:prSet presAssocID="{BCED7569-2F5B-8142-99FF-9C5C0D4F9A71}" presName="composite" presStyleCnt="0"/>
      <dgm:spPr/>
    </dgm:pt>
    <dgm:pt modelId="{C3E1AD33-45B6-5248-A660-33F2C2FA2901}" type="pres">
      <dgm:prSet presAssocID="{BCED7569-2F5B-8142-99FF-9C5C0D4F9A71}" presName="background" presStyleLbl="node0" presStyleIdx="0" presStyleCnt="1"/>
      <dgm:spPr/>
    </dgm:pt>
    <dgm:pt modelId="{A3962CE2-A1A3-9349-A401-88A586FA0FCE}" type="pres">
      <dgm:prSet presAssocID="{BCED7569-2F5B-8142-99FF-9C5C0D4F9A71}" presName="text" presStyleLbl="fgAcc0" presStyleIdx="0" presStyleCnt="1">
        <dgm:presLayoutVars>
          <dgm:chPref val="3"/>
        </dgm:presLayoutVars>
      </dgm:prSet>
      <dgm:spPr/>
    </dgm:pt>
    <dgm:pt modelId="{D5E7BC4F-4EAE-4A40-84D3-0840865AD96C}" type="pres">
      <dgm:prSet presAssocID="{BCED7569-2F5B-8142-99FF-9C5C0D4F9A71}" presName="hierChild2" presStyleCnt="0"/>
      <dgm:spPr/>
    </dgm:pt>
    <dgm:pt modelId="{CC93AB0A-5DDB-204B-B211-35A9DB78A0EB}" type="pres">
      <dgm:prSet presAssocID="{C1849573-EB9E-E545-9606-95480D07E439}" presName="Name10" presStyleLbl="parChTrans1D2" presStyleIdx="0" presStyleCnt="2"/>
      <dgm:spPr/>
    </dgm:pt>
    <dgm:pt modelId="{5F4579DB-0FD7-D649-BA6D-93A8CBBD9351}" type="pres">
      <dgm:prSet presAssocID="{9C866F86-CA10-9443-BCB0-CE7F436BE27A}" presName="hierRoot2" presStyleCnt="0"/>
      <dgm:spPr/>
    </dgm:pt>
    <dgm:pt modelId="{E76905C1-D807-444B-B585-DC094BC8BE07}" type="pres">
      <dgm:prSet presAssocID="{9C866F86-CA10-9443-BCB0-CE7F436BE27A}" presName="composite2" presStyleCnt="0"/>
      <dgm:spPr/>
    </dgm:pt>
    <dgm:pt modelId="{B39893D0-0C07-D642-A0A4-503355D5FD0B}" type="pres">
      <dgm:prSet presAssocID="{9C866F86-CA10-9443-BCB0-CE7F436BE27A}" presName="background2" presStyleLbl="node2" presStyleIdx="0" presStyleCnt="2"/>
      <dgm:spPr/>
    </dgm:pt>
    <dgm:pt modelId="{0E8B83FD-A9CE-C843-BD3A-737244B0E5C0}" type="pres">
      <dgm:prSet presAssocID="{9C866F86-CA10-9443-BCB0-CE7F436BE27A}" presName="text2" presStyleLbl="fgAcc2" presStyleIdx="0" presStyleCnt="2">
        <dgm:presLayoutVars>
          <dgm:chPref val="3"/>
        </dgm:presLayoutVars>
      </dgm:prSet>
      <dgm:spPr/>
    </dgm:pt>
    <dgm:pt modelId="{FB93E192-40D8-2D40-A3AC-E6719F98C8C2}" type="pres">
      <dgm:prSet presAssocID="{9C866F86-CA10-9443-BCB0-CE7F436BE27A}" presName="hierChild3" presStyleCnt="0"/>
      <dgm:spPr/>
    </dgm:pt>
    <dgm:pt modelId="{A532764B-3DEB-ED42-913A-AFDCD33448B0}" type="pres">
      <dgm:prSet presAssocID="{85E04264-EC53-AC47-B97B-EE0A8F1D7A3E}" presName="Name17" presStyleLbl="parChTrans1D3" presStyleIdx="0" presStyleCnt="3"/>
      <dgm:spPr/>
    </dgm:pt>
    <dgm:pt modelId="{F7D6FEF2-BBAB-184C-B7C8-9472F415E29D}" type="pres">
      <dgm:prSet presAssocID="{E539213E-5CE4-A740-B564-DB132FACE618}" presName="hierRoot3" presStyleCnt="0"/>
      <dgm:spPr/>
    </dgm:pt>
    <dgm:pt modelId="{5F8E0AD5-C212-C34F-B081-F51D565BA1FD}" type="pres">
      <dgm:prSet presAssocID="{E539213E-5CE4-A740-B564-DB132FACE618}" presName="composite3" presStyleCnt="0"/>
      <dgm:spPr/>
    </dgm:pt>
    <dgm:pt modelId="{FA982C46-266D-204D-BE1A-9297A68BE2A3}" type="pres">
      <dgm:prSet presAssocID="{E539213E-5CE4-A740-B564-DB132FACE618}" presName="background3" presStyleLbl="node3" presStyleIdx="0" presStyleCnt="3"/>
      <dgm:spPr/>
    </dgm:pt>
    <dgm:pt modelId="{19DC684B-541A-C74C-867F-993015E38567}" type="pres">
      <dgm:prSet presAssocID="{E539213E-5CE4-A740-B564-DB132FACE618}" presName="text3" presStyleLbl="fgAcc3" presStyleIdx="0" presStyleCnt="3">
        <dgm:presLayoutVars>
          <dgm:chPref val="3"/>
        </dgm:presLayoutVars>
      </dgm:prSet>
      <dgm:spPr/>
    </dgm:pt>
    <dgm:pt modelId="{EDD49850-142F-204F-BE51-BF2A3BB71EAD}" type="pres">
      <dgm:prSet presAssocID="{E539213E-5CE4-A740-B564-DB132FACE618}" presName="hierChild4" presStyleCnt="0"/>
      <dgm:spPr/>
    </dgm:pt>
    <dgm:pt modelId="{253CB5D1-E520-4443-A200-9569A2B3DAA1}" type="pres">
      <dgm:prSet presAssocID="{1C8C4972-E95F-3047-89C7-5DFED4F8EC48}" presName="Name17" presStyleLbl="parChTrans1D3" presStyleIdx="1" presStyleCnt="3"/>
      <dgm:spPr/>
    </dgm:pt>
    <dgm:pt modelId="{DA094BBF-9826-9447-8856-FAF3888C633D}" type="pres">
      <dgm:prSet presAssocID="{DCE02AD6-E784-E043-9935-4D2EB52AA567}" presName="hierRoot3" presStyleCnt="0"/>
      <dgm:spPr/>
    </dgm:pt>
    <dgm:pt modelId="{19F5B715-34B9-F24A-8D08-CB357C44D857}" type="pres">
      <dgm:prSet presAssocID="{DCE02AD6-E784-E043-9935-4D2EB52AA567}" presName="composite3" presStyleCnt="0"/>
      <dgm:spPr/>
    </dgm:pt>
    <dgm:pt modelId="{CF183058-A9CF-454E-99A9-865470E8E755}" type="pres">
      <dgm:prSet presAssocID="{DCE02AD6-E784-E043-9935-4D2EB52AA567}" presName="background3" presStyleLbl="node3" presStyleIdx="1" presStyleCnt="3"/>
      <dgm:spPr/>
    </dgm:pt>
    <dgm:pt modelId="{CBAC96B8-D912-9345-8AF5-796E1C6EA04F}" type="pres">
      <dgm:prSet presAssocID="{DCE02AD6-E784-E043-9935-4D2EB52AA567}" presName="text3" presStyleLbl="fgAcc3" presStyleIdx="1" presStyleCnt="3">
        <dgm:presLayoutVars>
          <dgm:chPref val="3"/>
        </dgm:presLayoutVars>
      </dgm:prSet>
      <dgm:spPr/>
    </dgm:pt>
    <dgm:pt modelId="{203EC67E-8405-4B41-8E5A-C34205C34252}" type="pres">
      <dgm:prSet presAssocID="{DCE02AD6-E784-E043-9935-4D2EB52AA567}" presName="hierChild4" presStyleCnt="0"/>
      <dgm:spPr/>
    </dgm:pt>
    <dgm:pt modelId="{A692CCD6-23AE-AB44-88ED-CCB9E5F1F23B}" type="pres">
      <dgm:prSet presAssocID="{756016AD-9837-594D-9603-1090A97548EF}" presName="Name10" presStyleLbl="parChTrans1D2" presStyleIdx="1" presStyleCnt="2"/>
      <dgm:spPr/>
    </dgm:pt>
    <dgm:pt modelId="{2F6AC361-22EA-0D46-A5F0-E9FF45212605}" type="pres">
      <dgm:prSet presAssocID="{BEF3AAB9-F953-374D-A7EE-062FD8C4A486}" presName="hierRoot2" presStyleCnt="0"/>
      <dgm:spPr/>
    </dgm:pt>
    <dgm:pt modelId="{DC820EA9-8CD1-A04F-B7CF-4DC13D62A937}" type="pres">
      <dgm:prSet presAssocID="{BEF3AAB9-F953-374D-A7EE-062FD8C4A486}" presName="composite2" presStyleCnt="0"/>
      <dgm:spPr/>
    </dgm:pt>
    <dgm:pt modelId="{10334DED-6B2B-C74F-ACA6-16B440EB648B}" type="pres">
      <dgm:prSet presAssocID="{BEF3AAB9-F953-374D-A7EE-062FD8C4A486}" presName="background2" presStyleLbl="node2" presStyleIdx="1" presStyleCnt="2"/>
      <dgm:spPr/>
    </dgm:pt>
    <dgm:pt modelId="{79BA10E3-CC1A-534F-BC00-2A66FF5D1B66}" type="pres">
      <dgm:prSet presAssocID="{BEF3AAB9-F953-374D-A7EE-062FD8C4A486}" presName="text2" presStyleLbl="fgAcc2" presStyleIdx="1" presStyleCnt="2">
        <dgm:presLayoutVars>
          <dgm:chPref val="3"/>
        </dgm:presLayoutVars>
      </dgm:prSet>
      <dgm:spPr/>
    </dgm:pt>
    <dgm:pt modelId="{6499152E-1A60-BF40-AE09-2B6CD2A27E8F}" type="pres">
      <dgm:prSet presAssocID="{BEF3AAB9-F953-374D-A7EE-062FD8C4A486}" presName="hierChild3" presStyleCnt="0"/>
      <dgm:spPr/>
    </dgm:pt>
    <dgm:pt modelId="{DFD1B511-CA34-D443-8496-35A7492683A2}" type="pres">
      <dgm:prSet presAssocID="{A3660B1B-E941-6048-BCAE-EFA11AFCC448}" presName="Name17" presStyleLbl="parChTrans1D3" presStyleIdx="2" presStyleCnt="3"/>
      <dgm:spPr/>
    </dgm:pt>
    <dgm:pt modelId="{18A572E2-7968-F34B-A710-E4900FAFF779}" type="pres">
      <dgm:prSet presAssocID="{756542FC-9753-6F41-AD3D-8650E6E2A08D}" presName="hierRoot3" presStyleCnt="0"/>
      <dgm:spPr/>
    </dgm:pt>
    <dgm:pt modelId="{213F2037-5720-E54E-A103-BC238D839388}" type="pres">
      <dgm:prSet presAssocID="{756542FC-9753-6F41-AD3D-8650E6E2A08D}" presName="composite3" presStyleCnt="0"/>
      <dgm:spPr/>
    </dgm:pt>
    <dgm:pt modelId="{E4B9E52C-3F85-0249-85D4-DE999F01B739}" type="pres">
      <dgm:prSet presAssocID="{756542FC-9753-6F41-AD3D-8650E6E2A08D}" presName="background3" presStyleLbl="node3" presStyleIdx="2" presStyleCnt="3"/>
      <dgm:spPr/>
    </dgm:pt>
    <dgm:pt modelId="{8AE4294A-7D4F-9249-B08A-D47C27F25B0A}" type="pres">
      <dgm:prSet presAssocID="{756542FC-9753-6F41-AD3D-8650E6E2A08D}" presName="text3" presStyleLbl="fgAcc3" presStyleIdx="2" presStyleCnt="3">
        <dgm:presLayoutVars>
          <dgm:chPref val="3"/>
        </dgm:presLayoutVars>
      </dgm:prSet>
      <dgm:spPr/>
    </dgm:pt>
    <dgm:pt modelId="{3BB5CCF1-595B-6040-BA56-EA6B42C8F33C}" type="pres">
      <dgm:prSet presAssocID="{756542FC-9753-6F41-AD3D-8650E6E2A08D}" presName="hierChild4" presStyleCnt="0"/>
      <dgm:spPr/>
    </dgm:pt>
    <dgm:pt modelId="{8C96D037-DFA8-3E4A-AE37-7AE1EC07FAEE}" type="pres">
      <dgm:prSet presAssocID="{4D7B69CF-55FB-C343-BE03-F247677C4C70}" presName="Name23" presStyleLbl="parChTrans1D4" presStyleIdx="0" presStyleCnt="8"/>
      <dgm:spPr/>
    </dgm:pt>
    <dgm:pt modelId="{4759128D-3370-0A43-B74D-F5B9DB3109B2}" type="pres">
      <dgm:prSet presAssocID="{012D3D09-FE6B-0E42-B15A-D17F3DF6FAFF}" presName="hierRoot4" presStyleCnt="0"/>
      <dgm:spPr/>
    </dgm:pt>
    <dgm:pt modelId="{E9EE62A4-4E03-BF4D-83FF-32E54926538C}" type="pres">
      <dgm:prSet presAssocID="{012D3D09-FE6B-0E42-B15A-D17F3DF6FAFF}" presName="composite4" presStyleCnt="0"/>
      <dgm:spPr/>
    </dgm:pt>
    <dgm:pt modelId="{33077BEB-F800-EA40-ADF9-86BF8627E906}" type="pres">
      <dgm:prSet presAssocID="{012D3D09-FE6B-0E42-B15A-D17F3DF6FAFF}" presName="background4" presStyleLbl="node4" presStyleIdx="0" presStyleCnt="8"/>
      <dgm:spPr/>
    </dgm:pt>
    <dgm:pt modelId="{6CE225B9-5104-AA46-9426-70F95778E0A5}" type="pres">
      <dgm:prSet presAssocID="{012D3D09-FE6B-0E42-B15A-D17F3DF6FAFF}" presName="text4" presStyleLbl="fgAcc4" presStyleIdx="0" presStyleCnt="8">
        <dgm:presLayoutVars>
          <dgm:chPref val="3"/>
        </dgm:presLayoutVars>
      </dgm:prSet>
      <dgm:spPr/>
    </dgm:pt>
    <dgm:pt modelId="{5C823B57-7B5A-EB48-A156-BA7278C507D0}" type="pres">
      <dgm:prSet presAssocID="{012D3D09-FE6B-0E42-B15A-D17F3DF6FAFF}" presName="hierChild5" presStyleCnt="0"/>
      <dgm:spPr/>
    </dgm:pt>
    <dgm:pt modelId="{F2759E36-11CE-B24B-98CF-C16ED61E81AE}" type="pres">
      <dgm:prSet presAssocID="{4280CDF7-4F41-3345-8939-5BF8FAC9BE1A}" presName="Name23" presStyleLbl="parChTrans1D4" presStyleIdx="1" presStyleCnt="8"/>
      <dgm:spPr/>
    </dgm:pt>
    <dgm:pt modelId="{C069C267-E448-C649-BA2E-B7424D6C3F66}" type="pres">
      <dgm:prSet presAssocID="{463861D1-C521-5242-AA25-703F2FFAB95B}" presName="hierRoot4" presStyleCnt="0"/>
      <dgm:spPr/>
    </dgm:pt>
    <dgm:pt modelId="{C10623CF-4CFB-6B4A-BDE2-38F6FA54F539}" type="pres">
      <dgm:prSet presAssocID="{463861D1-C521-5242-AA25-703F2FFAB95B}" presName="composite4" presStyleCnt="0"/>
      <dgm:spPr/>
    </dgm:pt>
    <dgm:pt modelId="{1A912856-680E-C04C-95DA-012BBCEFA28C}" type="pres">
      <dgm:prSet presAssocID="{463861D1-C521-5242-AA25-703F2FFAB95B}" presName="background4" presStyleLbl="node4" presStyleIdx="1" presStyleCnt="8"/>
      <dgm:spPr/>
    </dgm:pt>
    <dgm:pt modelId="{14A4CB99-0945-FA43-A567-2B0796CF641B}" type="pres">
      <dgm:prSet presAssocID="{463861D1-C521-5242-AA25-703F2FFAB95B}" presName="text4" presStyleLbl="fgAcc4" presStyleIdx="1" presStyleCnt="8">
        <dgm:presLayoutVars>
          <dgm:chPref val="3"/>
        </dgm:presLayoutVars>
      </dgm:prSet>
      <dgm:spPr/>
    </dgm:pt>
    <dgm:pt modelId="{3C5153E4-D4BF-3C46-9B09-0EC1E7216C40}" type="pres">
      <dgm:prSet presAssocID="{463861D1-C521-5242-AA25-703F2FFAB95B}" presName="hierChild5" presStyleCnt="0"/>
      <dgm:spPr/>
    </dgm:pt>
    <dgm:pt modelId="{FA85536B-0CFC-064E-81E4-02B4675CEB38}" type="pres">
      <dgm:prSet presAssocID="{C15AFDA0-7DF7-9848-8BD3-89FDEF87C32B}" presName="Name23" presStyleLbl="parChTrans1D4" presStyleIdx="2" presStyleCnt="8"/>
      <dgm:spPr/>
    </dgm:pt>
    <dgm:pt modelId="{4AF4358A-31AE-0443-892C-BC5D9445864E}" type="pres">
      <dgm:prSet presAssocID="{AEA42EED-3490-244F-9C03-47D3E7BD4844}" presName="hierRoot4" presStyleCnt="0"/>
      <dgm:spPr/>
    </dgm:pt>
    <dgm:pt modelId="{F95C647B-C49F-C446-8C91-E11F16A20E6E}" type="pres">
      <dgm:prSet presAssocID="{AEA42EED-3490-244F-9C03-47D3E7BD4844}" presName="composite4" presStyleCnt="0"/>
      <dgm:spPr/>
    </dgm:pt>
    <dgm:pt modelId="{1561741F-CCB9-E24F-B3D3-67E5E74765F2}" type="pres">
      <dgm:prSet presAssocID="{AEA42EED-3490-244F-9C03-47D3E7BD4844}" presName="background4" presStyleLbl="node4" presStyleIdx="2" presStyleCnt="8"/>
      <dgm:spPr/>
    </dgm:pt>
    <dgm:pt modelId="{5BFB65ED-9EE4-9A4B-BA7F-663987EEE4EC}" type="pres">
      <dgm:prSet presAssocID="{AEA42EED-3490-244F-9C03-47D3E7BD4844}" presName="text4" presStyleLbl="fgAcc4" presStyleIdx="2" presStyleCnt="8">
        <dgm:presLayoutVars>
          <dgm:chPref val="3"/>
        </dgm:presLayoutVars>
      </dgm:prSet>
      <dgm:spPr/>
    </dgm:pt>
    <dgm:pt modelId="{72970EF5-F834-5740-821B-0DC70C2DD0C4}" type="pres">
      <dgm:prSet presAssocID="{AEA42EED-3490-244F-9C03-47D3E7BD4844}" presName="hierChild5" presStyleCnt="0"/>
      <dgm:spPr/>
    </dgm:pt>
    <dgm:pt modelId="{90DF3A9E-8228-3745-ACE4-8FC7DD2063E1}" type="pres">
      <dgm:prSet presAssocID="{3F68C282-1DCC-D04D-BDB5-6F0E19939A19}" presName="Name23" presStyleLbl="parChTrans1D4" presStyleIdx="3" presStyleCnt="8"/>
      <dgm:spPr/>
    </dgm:pt>
    <dgm:pt modelId="{BB69F985-5267-1E4E-AE69-9A654F4E2817}" type="pres">
      <dgm:prSet presAssocID="{DC5D8F6F-8767-ED47-8642-DCD525693F4E}" presName="hierRoot4" presStyleCnt="0"/>
      <dgm:spPr/>
    </dgm:pt>
    <dgm:pt modelId="{D881BC9B-E26A-F64A-A631-8B2855552D7E}" type="pres">
      <dgm:prSet presAssocID="{DC5D8F6F-8767-ED47-8642-DCD525693F4E}" presName="composite4" presStyleCnt="0"/>
      <dgm:spPr/>
    </dgm:pt>
    <dgm:pt modelId="{F45B7361-EE77-F643-8655-2F89D5534521}" type="pres">
      <dgm:prSet presAssocID="{DC5D8F6F-8767-ED47-8642-DCD525693F4E}" presName="background4" presStyleLbl="node4" presStyleIdx="3" presStyleCnt="8"/>
      <dgm:spPr/>
    </dgm:pt>
    <dgm:pt modelId="{B3CB44FA-3A66-4C43-9C4F-B68EA23E4797}" type="pres">
      <dgm:prSet presAssocID="{DC5D8F6F-8767-ED47-8642-DCD525693F4E}" presName="text4" presStyleLbl="fgAcc4" presStyleIdx="3" presStyleCnt="8">
        <dgm:presLayoutVars>
          <dgm:chPref val="3"/>
        </dgm:presLayoutVars>
      </dgm:prSet>
      <dgm:spPr/>
    </dgm:pt>
    <dgm:pt modelId="{1376B98C-C93E-0B4D-B5FC-283DD7D44713}" type="pres">
      <dgm:prSet presAssocID="{DC5D8F6F-8767-ED47-8642-DCD525693F4E}" presName="hierChild5" presStyleCnt="0"/>
      <dgm:spPr/>
    </dgm:pt>
    <dgm:pt modelId="{F93329A3-31D6-764A-80C7-94F18536DB5C}" type="pres">
      <dgm:prSet presAssocID="{74739B9E-C302-FA49-8765-BE8F0B7EACA3}" presName="Name23" presStyleLbl="parChTrans1D4" presStyleIdx="4" presStyleCnt="8"/>
      <dgm:spPr/>
    </dgm:pt>
    <dgm:pt modelId="{53EAC190-D84E-2C4F-9CA8-B695984CD8D2}" type="pres">
      <dgm:prSet presAssocID="{8141A687-AF00-1F46-B7F9-237AD308E56A}" presName="hierRoot4" presStyleCnt="0"/>
      <dgm:spPr/>
    </dgm:pt>
    <dgm:pt modelId="{64BBDC54-403A-2242-93DA-42D27261F302}" type="pres">
      <dgm:prSet presAssocID="{8141A687-AF00-1F46-B7F9-237AD308E56A}" presName="composite4" presStyleCnt="0"/>
      <dgm:spPr/>
    </dgm:pt>
    <dgm:pt modelId="{ED41B5C4-D2C4-2D49-B518-332ACBF0205D}" type="pres">
      <dgm:prSet presAssocID="{8141A687-AF00-1F46-B7F9-237AD308E56A}" presName="background4" presStyleLbl="node4" presStyleIdx="4" presStyleCnt="8"/>
      <dgm:spPr/>
    </dgm:pt>
    <dgm:pt modelId="{0DD906DD-212F-6942-8557-E72BDC863B65}" type="pres">
      <dgm:prSet presAssocID="{8141A687-AF00-1F46-B7F9-237AD308E56A}" presName="text4" presStyleLbl="fgAcc4" presStyleIdx="4" presStyleCnt="8">
        <dgm:presLayoutVars>
          <dgm:chPref val="3"/>
        </dgm:presLayoutVars>
      </dgm:prSet>
      <dgm:spPr/>
    </dgm:pt>
    <dgm:pt modelId="{EA19C5E6-161B-1D47-AC68-D0A0F064AE41}" type="pres">
      <dgm:prSet presAssocID="{8141A687-AF00-1F46-B7F9-237AD308E56A}" presName="hierChild5" presStyleCnt="0"/>
      <dgm:spPr/>
    </dgm:pt>
    <dgm:pt modelId="{C9CB8D21-5C4E-E845-83D5-1C89C9E428F1}" type="pres">
      <dgm:prSet presAssocID="{3EC7A521-3CA3-8F40-954D-82C9889EBCF6}" presName="Name23" presStyleLbl="parChTrans1D4" presStyleIdx="5" presStyleCnt="8"/>
      <dgm:spPr/>
    </dgm:pt>
    <dgm:pt modelId="{53C4883B-87CF-DA43-BD5F-84AE4EA331A2}" type="pres">
      <dgm:prSet presAssocID="{3B347FC6-3007-1F43-8929-6FEDFE7BBF93}" presName="hierRoot4" presStyleCnt="0"/>
      <dgm:spPr/>
    </dgm:pt>
    <dgm:pt modelId="{37A27C3D-671B-FE43-A2E8-9150CA7E9021}" type="pres">
      <dgm:prSet presAssocID="{3B347FC6-3007-1F43-8929-6FEDFE7BBF93}" presName="composite4" presStyleCnt="0"/>
      <dgm:spPr/>
    </dgm:pt>
    <dgm:pt modelId="{CB0F3837-8628-9F4F-B1B4-6DB5D42C5D1E}" type="pres">
      <dgm:prSet presAssocID="{3B347FC6-3007-1F43-8929-6FEDFE7BBF93}" presName="background4" presStyleLbl="node4" presStyleIdx="5" presStyleCnt="8"/>
      <dgm:spPr/>
    </dgm:pt>
    <dgm:pt modelId="{5FB4CEF9-82ED-644D-A4E2-405D99EF89A1}" type="pres">
      <dgm:prSet presAssocID="{3B347FC6-3007-1F43-8929-6FEDFE7BBF93}" presName="text4" presStyleLbl="fgAcc4" presStyleIdx="5" presStyleCnt="8">
        <dgm:presLayoutVars>
          <dgm:chPref val="3"/>
        </dgm:presLayoutVars>
      </dgm:prSet>
      <dgm:spPr/>
    </dgm:pt>
    <dgm:pt modelId="{AF367870-22E8-034B-AA4B-3F17DFC590AB}" type="pres">
      <dgm:prSet presAssocID="{3B347FC6-3007-1F43-8929-6FEDFE7BBF93}" presName="hierChild5" presStyleCnt="0"/>
      <dgm:spPr/>
    </dgm:pt>
    <dgm:pt modelId="{A6CA068C-38BB-7E40-A464-6A85ECFBF1E0}" type="pres">
      <dgm:prSet presAssocID="{BECB30E0-71B5-3943-8F4A-DF7222534957}" presName="Name23" presStyleLbl="parChTrans1D4" presStyleIdx="6" presStyleCnt="8"/>
      <dgm:spPr/>
    </dgm:pt>
    <dgm:pt modelId="{9FFBEE48-EE97-A445-88F3-9C0113FC19E8}" type="pres">
      <dgm:prSet presAssocID="{6607BBF7-5C1B-8E44-819B-76CD1A538120}" presName="hierRoot4" presStyleCnt="0"/>
      <dgm:spPr/>
    </dgm:pt>
    <dgm:pt modelId="{4DC3B7A8-D835-8E4A-8C2B-ED295A77F048}" type="pres">
      <dgm:prSet presAssocID="{6607BBF7-5C1B-8E44-819B-76CD1A538120}" presName="composite4" presStyleCnt="0"/>
      <dgm:spPr/>
    </dgm:pt>
    <dgm:pt modelId="{A15AC2A8-24EE-E34B-A26D-71C2CBA8CBEF}" type="pres">
      <dgm:prSet presAssocID="{6607BBF7-5C1B-8E44-819B-76CD1A538120}" presName="background4" presStyleLbl="node4" presStyleIdx="6" presStyleCnt="8"/>
      <dgm:spPr/>
    </dgm:pt>
    <dgm:pt modelId="{E93838F3-731C-644F-86C1-B36BA336126D}" type="pres">
      <dgm:prSet presAssocID="{6607BBF7-5C1B-8E44-819B-76CD1A538120}" presName="text4" presStyleLbl="fgAcc4" presStyleIdx="6" presStyleCnt="8">
        <dgm:presLayoutVars>
          <dgm:chPref val="3"/>
        </dgm:presLayoutVars>
      </dgm:prSet>
      <dgm:spPr/>
    </dgm:pt>
    <dgm:pt modelId="{0F928E1B-94BD-3943-BDC4-07C384481E85}" type="pres">
      <dgm:prSet presAssocID="{6607BBF7-5C1B-8E44-819B-76CD1A538120}" presName="hierChild5" presStyleCnt="0"/>
      <dgm:spPr/>
    </dgm:pt>
    <dgm:pt modelId="{F5CB24ED-4C0A-1B47-92D2-86002213A84D}" type="pres">
      <dgm:prSet presAssocID="{D697E228-D4DC-E644-917B-819D54E02391}" presName="Name23" presStyleLbl="parChTrans1D4" presStyleIdx="7" presStyleCnt="8"/>
      <dgm:spPr/>
    </dgm:pt>
    <dgm:pt modelId="{82992A65-AEB2-804B-9DAD-48B4E0D8E870}" type="pres">
      <dgm:prSet presAssocID="{51A349B0-1FA8-F847-9BA1-229C7C7E44EA}" presName="hierRoot4" presStyleCnt="0"/>
      <dgm:spPr/>
    </dgm:pt>
    <dgm:pt modelId="{DD6CE3B0-33D4-784B-934F-35FBDEEF421E}" type="pres">
      <dgm:prSet presAssocID="{51A349B0-1FA8-F847-9BA1-229C7C7E44EA}" presName="composite4" presStyleCnt="0"/>
      <dgm:spPr/>
    </dgm:pt>
    <dgm:pt modelId="{E96C756D-D3B1-6046-B201-B29A44755C7F}" type="pres">
      <dgm:prSet presAssocID="{51A349B0-1FA8-F847-9BA1-229C7C7E44EA}" presName="background4" presStyleLbl="node4" presStyleIdx="7" presStyleCnt="8"/>
      <dgm:spPr/>
    </dgm:pt>
    <dgm:pt modelId="{2039D758-0AA9-1D46-93F5-70CA2AC17D53}" type="pres">
      <dgm:prSet presAssocID="{51A349B0-1FA8-F847-9BA1-229C7C7E44EA}" presName="text4" presStyleLbl="fgAcc4" presStyleIdx="7" presStyleCnt="8">
        <dgm:presLayoutVars>
          <dgm:chPref val="3"/>
        </dgm:presLayoutVars>
      </dgm:prSet>
      <dgm:spPr/>
    </dgm:pt>
    <dgm:pt modelId="{94224B62-F1FA-1D47-8775-A6DD52BE46F4}" type="pres">
      <dgm:prSet presAssocID="{51A349B0-1FA8-F847-9BA1-229C7C7E44EA}" presName="hierChild5" presStyleCnt="0"/>
      <dgm:spPr/>
    </dgm:pt>
  </dgm:ptLst>
  <dgm:cxnLst>
    <dgm:cxn modelId="{0F671B00-2D07-B144-99AF-84720D3178F5}" srcId="{9C866F86-CA10-9443-BCB0-CE7F436BE27A}" destId="{DCE02AD6-E784-E043-9935-4D2EB52AA567}" srcOrd="1" destOrd="0" parTransId="{1C8C4972-E95F-3047-89C7-5DFED4F8EC48}" sibTransId="{61AF9913-E64E-4E4C-836F-0AEC8F71270E}"/>
    <dgm:cxn modelId="{660C7C00-B6F0-4D4A-9CDB-B558572037A4}" srcId="{8665FB8B-2526-2B4C-8FB6-0E7BDBCD99BD}" destId="{BCED7569-2F5B-8142-99FF-9C5C0D4F9A71}" srcOrd="0" destOrd="0" parTransId="{1A4DD448-CCB0-D949-8165-DA57F8C6FDAE}" sibTransId="{3C1DDD8D-A8A1-094F-9096-0A4DEDF66FD0}"/>
    <dgm:cxn modelId="{B3C3ED05-D8AE-0A41-BB9B-84886CFFBC55}" srcId="{BCED7569-2F5B-8142-99FF-9C5C0D4F9A71}" destId="{9C866F86-CA10-9443-BCB0-CE7F436BE27A}" srcOrd="0" destOrd="0" parTransId="{C1849573-EB9E-E545-9606-95480D07E439}" sibTransId="{6E255B18-2428-F94A-97E9-2CF3EC577AF3}"/>
    <dgm:cxn modelId="{2611410B-4160-E443-A8CA-62A3D5F85A31}" type="presOf" srcId="{1C8C4972-E95F-3047-89C7-5DFED4F8EC48}" destId="{253CB5D1-E520-4443-A200-9569A2B3DAA1}" srcOrd="0" destOrd="0" presId="urn:microsoft.com/office/officeart/2005/8/layout/hierarchy1"/>
    <dgm:cxn modelId="{429F7D0C-A081-3049-9A09-434A9BDFC57F}" type="presOf" srcId="{463861D1-C521-5242-AA25-703F2FFAB95B}" destId="{14A4CB99-0945-FA43-A567-2B0796CF641B}" srcOrd="0" destOrd="0" presId="urn:microsoft.com/office/officeart/2005/8/layout/hierarchy1"/>
    <dgm:cxn modelId="{7EA41B28-6360-224A-87C3-ED8EAE2DA685}" srcId="{756542FC-9753-6F41-AD3D-8650E6E2A08D}" destId="{012D3D09-FE6B-0E42-B15A-D17F3DF6FAFF}" srcOrd="0" destOrd="0" parTransId="{4D7B69CF-55FB-C343-BE03-F247677C4C70}" sibTransId="{42CA3AB6-9495-4047-9D58-CBC578B753EE}"/>
    <dgm:cxn modelId="{B12BA128-C44D-3448-B3C2-E7DCB4D4E4CD}" type="presOf" srcId="{3EC7A521-3CA3-8F40-954D-82C9889EBCF6}" destId="{C9CB8D21-5C4E-E845-83D5-1C89C9E428F1}" srcOrd="0" destOrd="0" presId="urn:microsoft.com/office/officeart/2005/8/layout/hierarchy1"/>
    <dgm:cxn modelId="{D7EC1131-59B3-844B-BC13-DCB0D91D2A43}" type="presOf" srcId="{74739B9E-C302-FA49-8765-BE8F0B7EACA3}" destId="{F93329A3-31D6-764A-80C7-94F18536DB5C}" srcOrd="0" destOrd="0" presId="urn:microsoft.com/office/officeart/2005/8/layout/hierarchy1"/>
    <dgm:cxn modelId="{87485632-98E9-7B48-B642-2951336BBDD4}" srcId="{756542FC-9753-6F41-AD3D-8650E6E2A08D}" destId="{AEA42EED-3490-244F-9C03-47D3E7BD4844}" srcOrd="2" destOrd="0" parTransId="{C15AFDA0-7DF7-9848-8BD3-89FDEF87C32B}" sibTransId="{72C94C72-5DC3-9B47-8D57-E9F390351316}"/>
    <dgm:cxn modelId="{6E915034-B761-BB4E-948F-710CD4F78085}" type="presOf" srcId="{9C866F86-CA10-9443-BCB0-CE7F436BE27A}" destId="{0E8B83FD-A9CE-C843-BD3A-737244B0E5C0}" srcOrd="0" destOrd="0" presId="urn:microsoft.com/office/officeart/2005/8/layout/hierarchy1"/>
    <dgm:cxn modelId="{5547F536-6A3E-F849-BA4F-05A83D2C79A1}" type="presOf" srcId="{85E04264-EC53-AC47-B97B-EE0A8F1D7A3E}" destId="{A532764B-3DEB-ED42-913A-AFDCD33448B0}" srcOrd="0" destOrd="0" presId="urn:microsoft.com/office/officeart/2005/8/layout/hierarchy1"/>
    <dgm:cxn modelId="{A3C36839-C086-1A44-9554-412286B45B9A}" type="presOf" srcId="{D697E228-D4DC-E644-917B-819D54E02391}" destId="{F5CB24ED-4C0A-1B47-92D2-86002213A84D}" srcOrd="0" destOrd="0" presId="urn:microsoft.com/office/officeart/2005/8/layout/hierarchy1"/>
    <dgm:cxn modelId="{9FDC5B3F-55A0-454C-B45C-02D361145D3F}" type="presOf" srcId="{4D7B69CF-55FB-C343-BE03-F247677C4C70}" destId="{8C96D037-DFA8-3E4A-AE37-7AE1EC07FAEE}" srcOrd="0" destOrd="0" presId="urn:microsoft.com/office/officeart/2005/8/layout/hierarchy1"/>
    <dgm:cxn modelId="{56BA2C4C-1990-EB43-877F-3965994C25EB}" type="presOf" srcId="{C1849573-EB9E-E545-9606-95480D07E439}" destId="{CC93AB0A-5DDB-204B-B211-35A9DB78A0EB}" srcOrd="0" destOrd="0" presId="urn:microsoft.com/office/officeart/2005/8/layout/hierarchy1"/>
    <dgm:cxn modelId="{DD8B384E-FDED-BD4D-8885-E03645C0DBA8}" srcId="{756542FC-9753-6F41-AD3D-8650E6E2A08D}" destId="{51A349B0-1FA8-F847-9BA1-229C7C7E44EA}" srcOrd="7" destOrd="0" parTransId="{D697E228-D4DC-E644-917B-819D54E02391}" sibTransId="{B76787C6-8AAD-DD43-9EA2-5079E0707B90}"/>
    <dgm:cxn modelId="{DE74F852-BF29-C54A-BA23-B965DD37831F}" type="presOf" srcId="{756016AD-9837-594D-9603-1090A97548EF}" destId="{A692CCD6-23AE-AB44-88ED-CCB9E5F1F23B}" srcOrd="0" destOrd="0" presId="urn:microsoft.com/office/officeart/2005/8/layout/hierarchy1"/>
    <dgm:cxn modelId="{A6A8E357-08F2-CD4A-8D9E-15EAA30C1AC9}" type="presOf" srcId="{3B347FC6-3007-1F43-8929-6FEDFE7BBF93}" destId="{5FB4CEF9-82ED-644D-A4E2-405D99EF89A1}" srcOrd="0" destOrd="0" presId="urn:microsoft.com/office/officeart/2005/8/layout/hierarchy1"/>
    <dgm:cxn modelId="{8A3DC961-5BAA-4242-B67B-C989DA52115A}" type="presOf" srcId="{8665FB8B-2526-2B4C-8FB6-0E7BDBCD99BD}" destId="{9C5714BC-DFC0-DA49-BDE8-5DD45CB56706}" srcOrd="0" destOrd="0" presId="urn:microsoft.com/office/officeart/2005/8/layout/hierarchy1"/>
    <dgm:cxn modelId="{3A629678-1B30-5144-A779-2ADF9172C536}" type="presOf" srcId="{6607BBF7-5C1B-8E44-819B-76CD1A538120}" destId="{E93838F3-731C-644F-86C1-B36BA336126D}" srcOrd="0" destOrd="0" presId="urn:microsoft.com/office/officeart/2005/8/layout/hierarchy1"/>
    <dgm:cxn modelId="{ED09CA7B-EF34-674E-8B7D-EC5A3D2B5699}" type="presOf" srcId="{AEA42EED-3490-244F-9C03-47D3E7BD4844}" destId="{5BFB65ED-9EE4-9A4B-BA7F-663987EEE4EC}" srcOrd="0" destOrd="0" presId="urn:microsoft.com/office/officeart/2005/8/layout/hierarchy1"/>
    <dgm:cxn modelId="{90481E86-CB66-9242-B394-8082D8D25936}" srcId="{BEF3AAB9-F953-374D-A7EE-062FD8C4A486}" destId="{756542FC-9753-6F41-AD3D-8650E6E2A08D}" srcOrd="0" destOrd="0" parTransId="{A3660B1B-E941-6048-BCAE-EFA11AFCC448}" sibTransId="{3268A66A-AEA2-DC45-8549-85FCCBBA3532}"/>
    <dgm:cxn modelId="{D9B0C888-F1DB-2945-AE53-376BB9DE9190}" type="presOf" srcId="{756542FC-9753-6F41-AD3D-8650E6E2A08D}" destId="{8AE4294A-7D4F-9249-B08A-D47C27F25B0A}" srcOrd="0" destOrd="0" presId="urn:microsoft.com/office/officeart/2005/8/layout/hierarchy1"/>
    <dgm:cxn modelId="{1A609F8B-A5F6-F24E-A83A-E4CCCC29D4EC}" type="presOf" srcId="{BEF3AAB9-F953-374D-A7EE-062FD8C4A486}" destId="{79BA10E3-CC1A-534F-BC00-2A66FF5D1B66}" srcOrd="0" destOrd="0" presId="urn:microsoft.com/office/officeart/2005/8/layout/hierarchy1"/>
    <dgm:cxn modelId="{54D7F88D-B5F0-8E40-B865-30A1B1FE47A7}" type="presOf" srcId="{51A349B0-1FA8-F847-9BA1-229C7C7E44EA}" destId="{2039D758-0AA9-1D46-93F5-70CA2AC17D53}" srcOrd="0" destOrd="0" presId="urn:microsoft.com/office/officeart/2005/8/layout/hierarchy1"/>
    <dgm:cxn modelId="{2E84C68E-AAEB-AA4B-9C58-E28ACE8DB5E2}" srcId="{756542FC-9753-6F41-AD3D-8650E6E2A08D}" destId="{3B347FC6-3007-1F43-8929-6FEDFE7BBF93}" srcOrd="5" destOrd="0" parTransId="{3EC7A521-3CA3-8F40-954D-82C9889EBCF6}" sibTransId="{1C2EF480-3D83-514E-BF10-A91276D7F2F2}"/>
    <dgm:cxn modelId="{7A21C894-B78F-1C4F-9356-DBD9788D46DC}" type="presOf" srcId="{8141A687-AF00-1F46-B7F9-237AD308E56A}" destId="{0DD906DD-212F-6942-8557-E72BDC863B65}" srcOrd="0" destOrd="0" presId="urn:microsoft.com/office/officeart/2005/8/layout/hierarchy1"/>
    <dgm:cxn modelId="{211DCE9D-1797-154E-8BEC-A367CC6795B8}" type="presOf" srcId="{C15AFDA0-7DF7-9848-8BD3-89FDEF87C32B}" destId="{FA85536B-0CFC-064E-81E4-02B4675CEB38}" srcOrd="0" destOrd="0" presId="urn:microsoft.com/office/officeart/2005/8/layout/hierarchy1"/>
    <dgm:cxn modelId="{4B39FCAA-A19E-B44D-B8D6-6C67F7AAD53D}" type="presOf" srcId="{A3660B1B-E941-6048-BCAE-EFA11AFCC448}" destId="{DFD1B511-CA34-D443-8496-35A7492683A2}" srcOrd="0" destOrd="0" presId="urn:microsoft.com/office/officeart/2005/8/layout/hierarchy1"/>
    <dgm:cxn modelId="{2F1FC5AC-2E25-3148-A848-CEA06B148AFC}" type="presOf" srcId="{4280CDF7-4F41-3345-8939-5BF8FAC9BE1A}" destId="{F2759E36-11CE-B24B-98CF-C16ED61E81AE}" srcOrd="0" destOrd="0" presId="urn:microsoft.com/office/officeart/2005/8/layout/hierarchy1"/>
    <dgm:cxn modelId="{265D4DB6-3796-5E42-B8C8-170BE68698A7}" srcId="{756542FC-9753-6F41-AD3D-8650E6E2A08D}" destId="{DC5D8F6F-8767-ED47-8642-DCD525693F4E}" srcOrd="3" destOrd="0" parTransId="{3F68C282-1DCC-D04D-BDB5-6F0E19939A19}" sibTransId="{45E40B78-B0B0-D249-8080-F948CA22FF54}"/>
    <dgm:cxn modelId="{778D95BD-7645-B749-A050-AD09748CB7AE}" type="presOf" srcId="{BECB30E0-71B5-3943-8F4A-DF7222534957}" destId="{A6CA068C-38BB-7E40-A464-6A85ECFBF1E0}" srcOrd="0" destOrd="0" presId="urn:microsoft.com/office/officeart/2005/8/layout/hierarchy1"/>
    <dgm:cxn modelId="{CB684BC7-7B16-2543-9B06-948A8C9BEB3A}" srcId="{756542FC-9753-6F41-AD3D-8650E6E2A08D}" destId="{463861D1-C521-5242-AA25-703F2FFAB95B}" srcOrd="1" destOrd="0" parTransId="{4280CDF7-4F41-3345-8939-5BF8FAC9BE1A}" sibTransId="{A65D474B-32B5-614D-B358-56793D3286FB}"/>
    <dgm:cxn modelId="{96497DCD-46AF-474B-A5AF-9BC285BC5A6A}" srcId="{756542FC-9753-6F41-AD3D-8650E6E2A08D}" destId="{8141A687-AF00-1F46-B7F9-237AD308E56A}" srcOrd="4" destOrd="0" parTransId="{74739B9E-C302-FA49-8765-BE8F0B7EACA3}" sibTransId="{D41AA01D-FD4F-354E-B30E-3092ED14126A}"/>
    <dgm:cxn modelId="{2EF13BCF-96DB-C846-9A22-DFF1FF7055B0}" srcId="{9C866F86-CA10-9443-BCB0-CE7F436BE27A}" destId="{E539213E-5CE4-A740-B564-DB132FACE618}" srcOrd="0" destOrd="0" parTransId="{85E04264-EC53-AC47-B97B-EE0A8F1D7A3E}" sibTransId="{5DF73B50-61E6-7042-ABD4-A894FDB99EC6}"/>
    <dgm:cxn modelId="{884F47D2-4EB6-DF4D-BC56-0416444413C8}" type="presOf" srcId="{3F68C282-1DCC-D04D-BDB5-6F0E19939A19}" destId="{90DF3A9E-8228-3745-ACE4-8FC7DD2063E1}" srcOrd="0" destOrd="0" presId="urn:microsoft.com/office/officeart/2005/8/layout/hierarchy1"/>
    <dgm:cxn modelId="{FB68F2DC-AD3F-104D-90D5-87F5FC7566CE}" type="presOf" srcId="{BCED7569-2F5B-8142-99FF-9C5C0D4F9A71}" destId="{A3962CE2-A1A3-9349-A401-88A586FA0FCE}" srcOrd="0" destOrd="0" presId="urn:microsoft.com/office/officeart/2005/8/layout/hierarchy1"/>
    <dgm:cxn modelId="{8B549BE1-5A58-484E-87D0-57C32F789D07}" srcId="{756542FC-9753-6F41-AD3D-8650E6E2A08D}" destId="{6607BBF7-5C1B-8E44-819B-76CD1A538120}" srcOrd="6" destOrd="0" parTransId="{BECB30E0-71B5-3943-8F4A-DF7222534957}" sibTransId="{9661F4A5-B90B-F24B-981A-05DDA926A123}"/>
    <dgm:cxn modelId="{1CE869E2-508C-EB4C-A6B3-494966463C67}" type="presOf" srcId="{DC5D8F6F-8767-ED47-8642-DCD525693F4E}" destId="{B3CB44FA-3A66-4C43-9C4F-B68EA23E4797}" srcOrd="0" destOrd="0" presId="urn:microsoft.com/office/officeart/2005/8/layout/hierarchy1"/>
    <dgm:cxn modelId="{B7B57FE2-82E8-E348-934F-E5CC3A04EDDF}" type="presOf" srcId="{012D3D09-FE6B-0E42-B15A-D17F3DF6FAFF}" destId="{6CE225B9-5104-AA46-9426-70F95778E0A5}" srcOrd="0" destOrd="0" presId="urn:microsoft.com/office/officeart/2005/8/layout/hierarchy1"/>
    <dgm:cxn modelId="{FCE6A5E4-7139-B34A-9ECD-976CD870AAE5}" type="presOf" srcId="{DCE02AD6-E784-E043-9935-4D2EB52AA567}" destId="{CBAC96B8-D912-9345-8AF5-796E1C6EA04F}" srcOrd="0" destOrd="0" presId="urn:microsoft.com/office/officeart/2005/8/layout/hierarchy1"/>
    <dgm:cxn modelId="{0FCA06F6-84CF-9547-B26E-85B34A636067}" srcId="{BCED7569-2F5B-8142-99FF-9C5C0D4F9A71}" destId="{BEF3AAB9-F953-374D-A7EE-062FD8C4A486}" srcOrd="1" destOrd="0" parTransId="{756016AD-9837-594D-9603-1090A97548EF}" sibTransId="{2B137D21-0022-C042-B887-64CBB661D8D3}"/>
    <dgm:cxn modelId="{9120C0F7-526F-BA4A-B559-EC0831A7EB63}" type="presOf" srcId="{E539213E-5CE4-A740-B564-DB132FACE618}" destId="{19DC684B-541A-C74C-867F-993015E38567}" srcOrd="0" destOrd="0" presId="urn:microsoft.com/office/officeart/2005/8/layout/hierarchy1"/>
    <dgm:cxn modelId="{94F0D36D-C80C-BB4A-A6CF-92987C7781C0}" type="presParOf" srcId="{9C5714BC-DFC0-DA49-BDE8-5DD45CB56706}" destId="{21391740-9886-6743-80CD-5EB52B497999}" srcOrd="0" destOrd="0" presId="urn:microsoft.com/office/officeart/2005/8/layout/hierarchy1"/>
    <dgm:cxn modelId="{A7478DEC-D639-AB42-9D5D-306E06F62F7E}" type="presParOf" srcId="{21391740-9886-6743-80CD-5EB52B497999}" destId="{CAC208A1-52F2-9646-B1C4-13A78CFE75FA}" srcOrd="0" destOrd="0" presId="urn:microsoft.com/office/officeart/2005/8/layout/hierarchy1"/>
    <dgm:cxn modelId="{4F12072D-102D-6C47-8C02-6975AB42087C}" type="presParOf" srcId="{CAC208A1-52F2-9646-B1C4-13A78CFE75FA}" destId="{C3E1AD33-45B6-5248-A660-33F2C2FA2901}" srcOrd="0" destOrd="0" presId="urn:microsoft.com/office/officeart/2005/8/layout/hierarchy1"/>
    <dgm:cxn modelId="{6D05A93E-BF65-B547-9113-DEAC7CEC1F1E}" type="presParOf" srcId="{CAC208A1-52F2-9646-B1C4-13A78CFE75FA}" destId="{A3962CE2-A1A3-9349-A401-88A586FA0FCE}" srcOrd="1" destOrd="0" presId="urn:microsoft.com/office/officeart/2005/8/layout/hierarchy1"/>
    <dgm:cxn modelId="{D3D67BE9-E612-AB4A-A661-3808B595E027}" type="presParOf" srcId="{21391740-9886-6743-80CD-5EB52B497999}" destId="{D5E7BC4F-4EAE-4A40-84D3-0840865AD96C}" srcOrd="1" destOrd="0" presId="urn:microsoft.com/office/officeart/2005/8/layout/hierarchy1"/>
    <dgm:cxn modelId="{8D48EA46-C161-6A49-9363-E19D736BED07}" type="presParOf" srcId="{D5E7BC4F-4EAE-4A40-84D3-0840865AD96C}" destId="{CC93AB0A-5DDB-204B-B211-35A9DB78A0EB}" srcOrd="0" destOrd="0" presId="urn:microsoft.com/office/officeart/2005/8/layout/hierarchy1"/>
    <dgm:cxn modelId="{A1B99A0C-8CFB-DC4A-8102-3150E5371B2E}" type="presParOf" srcId="{D5E7BC4F-4EAE-4A40-84D3-0840865AD96C}" destId="{5F4579DB-0FD7-D649-BA6D-93A8CBBD9351}" srcOrd="1" destOrd="0" presId="urn:microsoft.com/office/officeart/2005/8/layout/hierarchy1"/>
    <dgm:cxn modelId="{795A9D7B-1C69-3C48-AB43-EA06BF5BE155}" type="presParOf" srcId="{5F4579DB-0FD7-D649-BA6D-93A8CBBD9351}" destId="{E76905C1-D807-444B-B585-DC094BC8BE07}" srcOrd="0" destOrd="0" presId="urn:microsoft.com/office/officeart/2005/8/layout/hierarchy1"/>
    <dgm:cxn modelId="{8C56A14F-0185-D14D-805E-1FED0F363927}" type="presParOf" srcId="{E76905C1-D807-444B-B585-DC094BC8BE07}" destId="{B39893D0-0C07-D642-A0A4-503355D5FD0B}" srcOrd="0" destOrd="0" presId="urn:microsoft.com/office/officeart/2005/8/layout/hierarchy1"/>
    <dgm:cxn modelId="{21A446FE-B369-814D-AD7A-21A496B29C47}" type="presParOf" srcId="{E76905C1-D807-444B-B585-DC094BC8BE07}" destId="{0E8B83FD-A9CE-C843-BD3A-737244B0E5C0}" srcOrd="1" destOrd="0" presId="urn:microsoft.com/office/officeart/2005/8/layout/hierarchy1"/>
    <dgm:cxn modelId="{B4C0DF4F-476E-9048-9CB1-904639762C70}" type="presParOf" srcId="{5F4579DB-0FD7-D649-BA6D-93A8CBBD9351}" destId="{FB93E192-40D8-2D40-A3AC-E6719F98C8C2}" srcOrd="1" destOrd="0" presId="urn:microsoft.com/office/officeart/2005/8/layout/hierarchy1"/>
    <dgm:cxn modelId="{C007E7FB-7D3D-1248-9AF4-DB779EEFED3A}" type="presParOf" srcId="{FB93E192-40D8-2D40-A3AC-E6719F98C8C2}" destId="{A532764B-3DEB-ED42-913A-AFDCD33448B0}" srcOrd="0" destOrd="0" presId="urn:microsoft.com/office/officeart/2005/8/layout/hierarchy1"/>
    <dgm:cxn modelId="{6B0E3E97-95F8-824F-9FB5-D36C5FEA2B2D}" type="presParOf" srcId="{FB93E192-40D8-2D40-A3AC-E6719F98C8C2}" destId="{F7D6FEF2-BBAB-184C-B7C8-9472F415E29D}" srcOrd="1" destOrd="0" presId="urn:microsoft.com/office/officeart/2005/8/layout/hierarchy1"/>
    <dgm:cxn modelId="{B0E780CA-0EF9-E448-B793-117E40DBB0B2}" type="presParOf" srcId="{F7D6FEF2-BBAB-184C-B7C8-9472F415E29D}" destId="{5F8E0AD5-C212-C34F-B081-F51D565BA1FD}" srcOrd="0" destOrd="0" presId="urn:microsoft.com/office/officeart/2005/8/layout/hierarchy1"/>
    <dgm:cxn modelId="{DF8991B9-6B2A-1D43-9C25-5BDBD08FD9B6}" type="presParOf" srcId="{5F8E0AD5-C212-C34F-B081-F51D565BA1FD}" destId="{FA982C46-266D-204D-BE1A-9297A68BE2A3}" srcOrd="0" destOrd="0" presId="urn:microsoft.com/office/officeart/2005/8/layout/hierarchy1"/>
    <dgm:cxn modelId="{F8CA50E2-6991-3F4A-A8E9-17A035AEF07F}" type="presParOf" srcId="{5F8E0AD5-C212-C34F-B081-F51D565BA1FD}" destId="{19DC684B-541A-C74C-867F-993015E38567}" srcOrd="1" destOrd="0" presId="urn:microsoft.com/office/officeart/2005/8/layout/hierarchy1"/>
    <dgm:cxn modelId="{BB1B632E-8344-DD42-B841-A0634BF28158}" type="presParOf" srcId="{F7D6FEF2-BBAB-184C-B7C8-9472F415E29D}" destId="{EDD49850-142F-204F-BE51-BF2A3BB71EAD}" srcOrd="1" destOrd="0" presId="urn:microsoft.com/office/officeart/2005/8/layout/hierarchy1"/>
    <dgm:cxn modelId="{F43C7E5E-4032-8146-B93C-EE96350D90CA}" type="presParOf" srcId="{FB93E192-40D8-2D40-A3AC-E6719F98C8C2}" destId="{253CB5D1-E520-4443-A200-9569A2B3DAA1}" srcOrd="2" destOrd="0" presId="urn:microsoft.com/office/officeart/2005/8/layout/hierarchy1"/>
    <dgm:cxn modelId="{F800E391-CCCF-5C41-B060-4BE785083D16}" type="presParOf" srcId="{FB93E192-40D8-2D40-A3AC-E6719F98C8C2}" destId="{DA094BBF-9826-9447-8856-FAF3888C633D}" srcOrd="3" destOrd="0" presId="urn:microsoft.com/office/officeart/2005/8/layout/hierarchy1"/>
    <dgm:cxn modelId="{0C750E5C-F078-7C47-A0B0-7C543787F0F7}" type="presParOf" srcId="{DA094BBF-9826-9447-8856-FAF3888C633D}" destId="{19F5B715-34B9-F24A-8D08-CB357C44D857}" srcOrd="0" destOrd="0" presId="urn:microsoft.com/office/officeart/2005/8/layout/hierarchy1"/>
    <dgm:cxn modelId="{E06CBA1A-E2D4-024C-8460-C5AFF42B282B}" type="presParOf" srcId="{19F5B715-34B9-F24A-8D08-CB357C44D857}" destId="{CF183058-A9CF-454E-99A9-865470E8E755}" srcOrd="0" destOrd="0" presId="urn:microsoft.com/office/officeart/2005/8/layout/hierarchy1"/>
    <dgm:cxn modelId="{25374FEA-BF7E-A44B-B164-6C5DCFFD75CA}" type="presParOf" srcId="{19F5B715-34B9-F24A-8D08-CB357C44D857}" destId="{CBAC96B8-D912-9345-8AF5-796E1C6EA04F}" srcOrd="1" destOrd="0" presId="urn:microsoft.com/office/officeart/2005/8/layout/hierarchy1"/>
    <dgm:cxn modelId="{22B96FDF-B707-BD44-B155-89F803D416B1}" type="presParOf" srcId="{DA094BBF-9826-9447-8856-FAF3888C633D}" destId="{203EC67E-8405-4B41-8E5A-C34205C34252}" srcOrd="1" destOrd="0" presId="urn:microsoft.com/office/officeart/2005/8/layout/hierarchy1"/>
    <dgm:cxn modelId="{AD45135C-DC85-CE49-A389-281DDCF47E98}" type="presParOf" srcId="{D5E7BC4F-4EAE-4A40-84D3-0840865AD96C}" destId="{A692CCD6-23AE-AB44-88ED-CCB9E5F1F23B}" srcOrd="2" destOrd="0" presId="urn:microsoft.com/office/officeart/2005/8/layout/hierarchy1"/>
    <dgm:cxn modelId="{2BB0EF14-CB11-3B46-AD1B-F92270728C49}" type="presParOf" srcId="{D5E7BC4F-4EAE-4A40-84D3-0840865AD96C}" destId="{2F6AC361-22EA-0D46-A5F0-E9FF45212605}" srcOrd="3" destOrd="0" presId="urn:microsoft.com/office/officeart/2005/8/layout/hierarchy1"/>
    <dgm:cxn modelId="{2A4CF262-E5C2-1648-A196-D3DA42CE543D}" type="presParOf" srcId="{2F6AC361-22EA-0D46-A5F0-E9FF45212605}" destId="{DC820EA9-8CD1-A04F-B7CF-4DC13D62A937}" srcOrd="0" destOrd="0" presId="urn:microsoft.com/office/officeart/2005/8/layout/hierarchy1"/>
    <dgm:cxn modelId="{80CDC3B3-8D71-FB49-9019-6BBE9986CEB6}" type="presParOf" srcId="{DC820EA9-8CD1-A04F-B7CF-4DC13D62A937}" destId="{10334DED-6B2B-C74F-ACA6-16B440EB648B}" srcOrd="0" destOrd="0" presId="urn:microsoft.com/office/officeart/2005/8/layout/hierarchy1"/>
    <dgm:cxn modelId="{1CC9F4DD-8F62-134F-80A8-79DCED833E22}" type="presParOf" srcId="{DC820EA9-8CD1-A04F-B7CF-4DC13D62A937}" destId="{79BA10E3-CC1A-534F-BC00-2A66FF5D1B66}" srcOrd="1" destOrd="0" presId="urn:microsoft.com/office/officeart/2005/8/layout/hierarchy1"/>
    <dgm:cxn modelId="{EBE12E15-58DE-CE4D-8D8C-F3B62199FDEB}" type="presParOf" srcId="{2F6AC361-22EA-0D46-A5F0-E9FF45212605}" destId="{6499152E-1A60-BF40-AE09-2B6CD2A27E8F}" srcOrd="1" destOrd="0" presId="urn:microsoft.com/office/officeart/2005/8/layout/hierarchy1"/>
    <dgm:cxn modelId="{B795E49E-5216-2F4F-BF17-06BD7A35AA94}" type="presParOf" srcId="{6499152E-1A60-BF40-AE09-2B6CD2A27E8F}" destId="{DFD1B511-CA34-D443-8496-35A7492683A2}" srcOrd="0" destOrd="0" presId="urn:microsoft.com/office/officeart/2005/8/layout/hierarchy1"/>
    <dgm:cxn modelId="{34CF5517-87E7-3749-916F-EF2A78ACDE01}" type="presParOf" srcId="{6499152E-1A60-BF40-AE09-2B6CD2A27E8F}" destId="{18A572E2-7968-F34B-A710-E4900FAFF779}" srcOrd="1" destOrd="0" presId="urn:microsoft.com/office/officeart/2005/8/layout/hierarchy1"/>
    <dgm:cxn modelId="{55BA96B9-DD84-C944-AC99-82BAA728A0FE}" type="presParOf" srcId="{18A572E2-7968-F34B-A710-E4900FAFF779}" destId="{213F2037-5720-E54E-A103-BC238D839388}" srcOrd="0" destOrd="0" presId="urn:microsoft.com/office/officeart/2005/8/layout/hierarchy1"/>
    <dgm:cxn modelId="{677093ED-FE4E-5F4B-9939-81E26770E784}" type="presParOf" srcId="{213F2037-5720-E54E-A103-BC238D839388}" destId="{E4B9E52C-3F85-0249-85D4-DE999F01B739}" srcOrd="0" destOrd="0" presId="urn:microsoft.com/office/officeart/2005/8/layout/hierarchy1"/>
    <dgm:cxn modelId="{65AC4F44-5AB4-C745-9C85-7B56756EF98E}" type="presParOf" srcId="{213F2037-5720-E54E-A103-BC238D839388}" destId="{8AE4294A-7D4F-9249-B08A-D47C27F25B0A}" srcOrd="1" destOrd="0" presId="urn:microsoft.com/office/officeart/2005/8/layout/hierarchy1"/>
    <dgm:cxn modelId="{1FCD6F28-8F59-6C4E-AAD8-820B576CB74A}" type="presParOf" srcId="{18A572E2-7968-F34B-A710-E4900FAFF779}" destId="{3BB5CCF1-595B-6040-BA56-EA6B42C8F33C}" srcOrd="1" destOrd="0" presId="urn:microsoft.com/office/officeart/2005/8/layout/hierarchy1"/>
    <dgm:cxn modelId="{C5E5F1CD-DFDB-CC42-B6AC-522B8ED0DECB}" type="presParOf" srcId="{3BB5CCF1-595B-6040-BA56-EA6B42C8F33C}" destId="{8C96D037-DFA8-3E4A-AE37-7AE1EC07FAEE}" srcOrd="0" destOrd="0" presId="urn:microsoft.com/office/officeart/2005/8/layout/hierarchy1"/>
    <dgm:cxn modelId="{4378B271-A7FA-7A40-883D-A05ED4922985}" type="presParOf" srcId="{3BB5CCF1-595B-6040-BA56-EA6B42C8F33C}" destId="{4759128D-3370-0A43-B74D-F5B9DB3109B2}" srcOrd="1" destOrd="0" presId="urn:microsoft.com/office/officeart/2005/8/layout/hierarchy1"/>
    <dgm:cxn modelId="{1380124D-90FC-DD4D-BA10-C454E874ED20}" type="presParOf" srcId="{4759128D-3370-0A43-B74D-F5B9DB3109B2}" destId="{E9EE62A4-4E03-BF4D-83FF-32E54926538C}" srcOrd="0" destOrd="0" presId="urn:microsoft.com/office/officeart/2005/8/layout/hierarchy1"/>
    <dgm:cxn modelId="{6F358E4D-3401-4943-9877-B9EEC9613CAF}" type="presParOf" srcId="{E9EE62A4-4E03-BF4D-83FF-32E54926538C}" destId="{33077BEB-F800-EA40-ADF9-86BF8627E906}" srcOrd="0" destOrd="0" presId="urn:microsoft.com/office/officeart/2005/8/layout/hierarchy1"/>
    <dgm:cxn modelId="{237CB761-DF71-3445-865D-DEDC1F7880DC}" type="presParOf" srcId="{E9EE62A4-4E03-BF4D-83FF-32E54926538C}" destId="{6CE225B9-5104-AA46-9426-70F95778E0A5}" srcOrd="1" destOrd="0" presId="urn:microsoft.com/office/officeart/2005/8/layout/hierarchy1"/>
    <dgm:cxn modelId="{D95CC9E7-67AB-E84F-BFD8-D800316F2600}" type="presParOf" srcId="{4759128D-3370-0A43-B74D-F5B9DB3109B2}" destId="{5C823B57-7B5A-EB48-A156-BA7278C507D0}" srcOrd="1" destOrd="0" presId="urn:microsoft.com/office/officeart/2005/8/layout/hierarchy1"/>
    <dgm:cxn modelId="{36C2F519-2249-A14F-AD9B-747D73C4B5D9}" type="presParOf" srcId="{3BB5CCF1-595B-6040-BA56-EA6B42C8F33C}" destId="{F2759E36-11CE-B24B-98CF-C16ED61E81AE}" srcOrd="2" destOrd="0" presId="urn:microsoft.com/office/officeart/2005/8/layout/hierarchy1"/>
    <dgm:cxn modelId="{46CC5D90-7B97-2246-9702-C3A103F275BD}" type="presParOf" srcId="{3BB5CCF1-595B-6040-BA56-EA6B42C8F33C}" destId="{C069C267-E448-C649-BA2E-B7424D6C3F66}" srcOrd="3" destOrd="0" presId="urn:microsoft.com/office/officeart/2005/8/layout/hierarchy1"/>
    <dgm:cxn modelId="{7011DBF2-1DFC-C548-A979-6F8B7F14A55E}" type="presParOf" srcId="{C069C267-E448-C649-BA2E-B7424D6C3F66}" destId="{C10623CF-4CFB-6B4A-BDE2-38F6FA54F539}" srcOrd="0" destOrd="0" presId="urn:microsoft.com/office/officeart/2005/8/layout/hierarchy1"/>
    <dgm:cxn modelId="{21A041C3-0379-144B-9B94-3EB2CB3F4841}" type="presParOf" srcId="{C10623CF-4CFB-6B4A-BDE2-38F6FA54F539}" destId="{1A912856-680E-C04C-95DA-012BBCEFA28C}" srcOrd="0" destOrd="0" presId="urn:microsoft.com/office/officeart/2005/8/layout/hierarchy1"/>
    <dgm:cxn modelId="{7321561E-0209-D141-8AF7-FBD2E0F97DE5}" type="presParOf" srcId="{C10623CF-4CFB-6B4A-BDE2-38F6FA54F539}" destId="{14A4CB99-0945-FA43-A567-2B0796CF641B}" srcOrd="1" destOrd="0" presId="urn:microsoft.com/office/officeart/2005/8/layout/hierarchy1"/>
    <dgm:cxn modelId="{E90FDD71-20FD-EC4E-AF55-F897BDC018BC}" type="presParOf" srcId="{C069C267-E448-C649-BA2E-B7424D6C3F66}" destId="{3C5153E4-D4BF-3C46-9B09-0EC1E7216C40}" srcOrd="1" destOrd="0" presId="urn:microsoft.com/office/officeart/2005/8/layout/hierarchy1"/>
    <dgm:cxn modelId="{011798B8-1928-904A-8855-A4D18C691644}" type="presParOf" srcId="{3BB5CCF1-595B-6040-BA56-EA6B42C8F33C}" destId="{FA85536B-0CFC-064E-81E4-02B4675CEB38}" srcOrd="4" destOrd="0" presId="urn:microsoft.com/office/officeart/2005/8/layout/hierarchy1"/>
    <dgm:cxn modelId="{9F1569DA-DBD0-A947-A7BB-FBB73BBE0059}" type="presParOf" srcId="{3BB5CCF1-595B-6040-BA56-EA6B42C8F33C}" destId="{4AF4358A-31AE-0443-892C-BC5D9445864E}" srcOrd="5" destOrd="0" presId="urn:microsoft.com/office/officeart/2005/8/layout/hierarchy1"/>
    <dgm:cxn modelId="{6F9E8A38-768A-8043-B0DB-319741DE12D9}" type="presParOf" srcId="{4AF4358A-31AE-0443-892C-BC5D9445864E}" destId="{F95C647B-C49F-C446-8C91-E11F16A20E6E}" srcOrd="0" destOrd="0" presId="urn:microsoft.com/office/officeart/2005/8/layout/hierarchy1"/>
    <dgm:cxn modelId="{DEB4F269-0D87-C743-853A-B05BA0BA63A8}" type="presParOf" srcId="{F95C647B-C49F-C446-8C91-E11F16A20E6E}" destId="{1561741F-CCB9-E24F-B3D3-67E5E74765F2}" srcOrd="0" destOrd="0" presId="urn:microsoft.com/office/officeart/2005/8/layout/hierarchy1"/>
    <dgm:cxn modelId="{F2DAC0DF-3E33-854E-8F32-315F88FEE0CC}" type="presParOf" srcId="{F95C647B-C49F-C446-8C91-E11F16A20E6E}" destId="{5BFB65ED-9EE4-9A4B-BA7F-663987EEE4EC}" srcOrd="1" destOrd="0" presId="urn:microsoft.com/office/officeart/2005/8/layout/hierarchy1"/>
    <dgm:cxn modelId="{766636D3-45E0-AF43-9D6E-720B6B274FF4}" type="presParOf" srcId="{4AF4358A-31AE-0443-892C-BC5D9445864E}" destId="{72970EF5-F834-5740-821B-0DC70C2DD0C4}" srcOrd="1" destOrd="0" presId="urn:microsoft.com/office/officeart/2005/8/layout/hierarchy1"/>
    <dgm:cxn modelId="{E3114ADE-535B-604F-AFAE-69E2EB4AF35B}" type="presParOf" srcId="{3BB5CCF1-595B-6040-BA56-EA6B42C8F33C}" destId="{90DF3A9E-8228-3745-ACE4-8FC7DD2063E1}" srcOrd="6" destOrd="0" presId="urn:microsoft.com/office/officeart/2005/8/layout/hierarchy1"/>
    <dgm:cxn modelId="{BA262396-1AB4-3942-86DF-FC69BF656AC0}" type="presParOf" srcId="{3BB5CCF1-595B-6040-BA56-EA6B42C8F33C}" destId="{BB69F985-5267-1E4E-AE69-9A654F4E2817}" srcOrd="7" destOrd="0" presId="urn:microsoft.com/office/officeart/2005/8/layout/hierarchy1"/>
    <dgm:cxn modelId="{F0280E43-4B57-4D4A-AB83-F3F3825C3D70}" type="presParOf" srcId="{BB69F985-5267-1E4E-AE69-9A654F4E2817}" destId="{D881BC9B-E26A-F64A-A631-8B2855552D7E}" srcOrd="0" destOrd="0" presId="urn:microsoft.com/office/officeart/2005/8/layout/hierarchy1"/>
    <dgm:cxn modelId="{41AD02D6-5F8D-A140-942B-DBC630E2CCA4}" type="presParOf" srcId="{D881BC9B-E26A-F64A-A631-8B2855552D7E}" destId="{F45B7361-EE77-F643-8655-2F89D5534521}" srcOrd="0" destOrd="0" presId="urn:microsoft.com/office/officeart/2005/8/layout/hierarchy1"/>
    <dgm:cxn modelId="{35C42B58-264D-0349-92D9-01EFEF61AB2B}" type="presParOf" srcId="{D881BC9B-E26A-F64A-A631-8B2855552D7E}" destId="{B3CB44FA-3A66-4C43-9C4F-B68EA23E4797}" srcOrd="1" destOrd="0" presId="urn:microsoft.com/office/officeart/2005/8/layout/hierarchy1"/>
    <dgm:cxn modelId="{AF63A730-397C-404B-8F0B-03728BBB337A}" type="presParOf" srcId="{BB69F985-5267-1E4E-AE69-9A654F4E2817}" destId="{1376B98C-C93E-0B4D-B5FC-283DD7D44713}" srcOrd="1" destOrd="0" presId="urn:microsoft.com/office/officeart/2005/8/layout/hierarchy1"/>
    <dgm:cxn modelId="{4FB6531D-93A3-0F46-BC32-F1A709FC924F}" type="presParOf" srcId="{3BB5CCF1-595B-6040-BA56-EA6B42C8F33C}" destId="{F93329A3-31D6-764A-80C7-94F18536DB5C}" srcOrd="8" destOrd="0" presId="urn:microsoft.com/office/officeart/2005/8/layout/hierarchy1"/>
    <dgm:cxn modelId="{AB9C905F-EB47-D644-8287-C40A9F93DC3C}" type="presParOf" srcId="{3BB5CCF1-595B-6040-BA56-EA6B42C8F33C}" destId="{53EAC190-D84E-2C4F-9CA8-B695984CD8D2}" srcOrd="9" destOrd="0" presId="urn:microsoft.com/office/officeart/2005/8/layout/hierarchy1"/>
    <dgm:cxn modelId="{0B40BF99-1B05-4449-90CA-87EC6DF3E57C}" type="presParOf" srcId="{53EAC190-D84E-2C4F-9CA8-B695984CD8D2}" destId="{64BBDC54-403A-2242-93DA-42D27261F302}" srcOrd="0" destOrd="0" presId="urn:microsoft.com/office/officeart/2005/8/layout/hierarchy1"/>
    <dgm:cxn modelId="{2663D882-8513-6846-91C9-E3813408FE83}" type="presParOf" srcId="{64BBDC54-403A-2242-93DA-42D27261F302}" destId="{ED41B5C4-D2C4-2D49-B518-332ACBF0205D}" srcOrd="0" destOrd="0" presId="urn:microsoft.com/office/officeart/2005/8/layout/hierarchy1"/>
    <dgm:cxn modelId="{7C86A212-078A-7542-B0EF-04466E85F6F7}" type="presParOf" srcId="{64BBDC54-403A-2242-93DA-42D27261F302}" destId="{0DD906DD-212F-6942-8557-E72BDC863B65}" srcOrd="1" destOrd="0" presId="urn:microsoft.com/office/officeart/2005/8/layout/hierarchy1"/>
    <dgm:cxn modelId="{D69F6512-2EC7-C743-92CB-204EBB026E28}" type="presParOf" srcId="{53EAC190-D84E-2C4F-9CA8-B695984CD8D2}" destId="{EA19C5E6-161B-1D47-AC68-D0A0F064AE41}" srcOrd="1" destOrd="0" presId="urn:microsoft.com/office/officeart/2005/8/layout/hierarchy1"/>
    <dgm:cxn modelId="{A0BB30D5-9B54-D441-8B72-083B1FFE1F9F}" type="presParOf" srcId="{3BB5CCF1-595B-6040-BA56-EA6B42C8F33C}" destId="{C9CB8D21-5C4E-E845-83D5-1C89C9E428F1}" srcOrd="10" destOrd="0" presId="urn:microsoft.com/office/officeart/2005/8/layout/hierarchy1"/>
    <dgm:cxn modelId="{86527F91-B6EF-7849-AC07-49BB6328347B}" type="presParOf" srcId="{3BB5CCF1-595B-6040-BA56-EA6B42C8F33C}" destId="{53C4883B-87CF-DA43-BD5F-84AE4EA331A2}" srcOrd="11" destOrd="0" presId="urn:microsoft.com/office/officeart/2005/8/layout/hierarchy1"/>
    <dgm:cxn modelId="{E7278459-6A16-3141-AD37-574F9D0E5521}" type="presParOf" srcId="{53C4883B-87CF-DA43-BD5F-84AE4EA331A2}" destId="{37A27C3D-671B-FE43-A2E8-9150CA7E9021}" srcOrd="0" destOrd="0" presId="urn:microsoft.com/office/officeart/2005/8/layout/hierarchy1"/>
    <dgm:cxn modelId="{47088C23-0ED7-B148-84DE-F7228845CCE5}" type="presParOf" srcId="{37A27C3D-671B-FE43-A2E8-9150CA7E9021}" destId="{CB0F3837-8628-9F4F-B1B4-6DB5D42C5D1E}" srcOrd="0" destOrd="0" presId="urn:microsoft.com/office/officeart/2005/8/layout/hierarchy1"/>
    <dgm:cxn modelId="{D1610E77-334A-A145-9DD5-8A74E9234802}" type="presParOf" srcId="{37A27C3D-671B-FE43-A2E8-9150CA7E9021}" destId="{5FB4CEF9-82ED-644D-A4E2-405D99EF89A1}" srcOrd="1" destOrd="0" presId="urn:microsoft.com/office/officeart/2005/8/layout/hierarchy1"/>
    <dgm:cxn modelId="{B6654058-2F22-314F-9C01-4D32B66596CF}" type="presParOf" srcId="{53C4883B-87CF-DA43-BD5F-84AE4EA331A2}" destId="{AF367870-22E8-034B-AA4B-3F17DFC590AB}" srcOrd="1" destOrd="0" presId="urn:microsoft.com/office/officeart/2005/8/layout/hierarchy1"/>
    <dgm:cxn modelId="{820D24D7-C2A6-7B4E-BEC3-86C89FE3D6AC}" type="presParOf" srcId="{3BB5CCF1-595B-6040-BA56-EA6B42C8F33C}" destId="{A6CA068C-38BB-7E40-A464-6A85ECFBF1E0}" srcOrd="12" destOrd="0" presId="urn:microsoft.com/office/officeart/2005/8/layout/hierarchy1"/>
    <dgm:cxn modelId="{1E8493C9-4712-C644-B4F4-B4B93A83A31E}" type="presParOf" srcId="{3BB5CCF1-595B-6040-BA56-EA6B42C8F33C}" destId="{9FFBEE48-EE97-A445-88F3-9C0113FC19E8}" srcOrd="13" destOrd="0" presId="urn:microsoft.com/office/officeart/2005/8/layout/hierarchy1"/>
    <dgm:cxn modelId="{6C6404D1-9257-284C-906E-F723695D9073}" type="presParOf" srcId="{9FFBEE48-EE97-A445-88F3-9C0113FC19E8}" destId="{4DC3B7A8-D835-8E4A-8C2B-ED295A77F048}" srcOrd="0" destOrd="0" presId="urn:microsoft.com/office/officeart/2005/8/layout/hierarchy1"/>
    <dgm:cxn modelId="{AB5E042C-0768-6F45-996D-4FC6145A243A}" type="presParOf" srcId="{4DC3B7A8-D835-8E4A-8C2B-ED295A77F048}" destId="{A15AC2A8-24EE-E34B-A26D-71C2CBA8CBEF}" srcOrd="0" destOrd="0" presId="urn:microsoft.com/office/officeart/2005/8/layout/hierarchy1"/>
    <dgm:cxn modelId="{23662E8F-FB49-C341-B233-7693157E0B4B}" type="presParOf" srcId="{4DC3B7A8-D835-8E4A-8C2B-ED295A77F048}" destId="{E93838F3-731C-644F-86C1-B36BA336126D}" srcOrd="1" destOrd="0" presId="urn:microsoft.com/office/officeart/2005/8/layout/hierarchy1"/>
    <dgm:cxn modelId="{78386546-728A-F54E-9FAE-482D3EAD4EED}" type="presParOf" srcId="{9FFBEE48-EE97-A445-88F3-9C0113FC19E8}" destId="{0F928E1B-94BD-3943-BDC4-07C384481E85}" srcOrd="1" destOrd="0" presId="urn:microsoft.com/office/officeart/2005/8/layout/hierarchy1"/>
    <dgm:cxn modelId="{4B74088F-5CB2-144E-9703-258D63DD37AA}" type="presParOf" srcId="{3BB5CCF1-595B-6040-BA56-EA6B42C8F33C}" destId="{F5CB24ED-4C0A-1B47-92D2-86002213A84D}" srcOrd="14" destOrd="0" presId="urn:microsoft.com/office/officeart/2005/8/layout/hierarchy1"/>
    <dgm:cxn modelId="{D5432083-5E90-BE44-9B14-7A800C998DD0}" type="presParOf" srcId="{3BB5CCF1-595B-6040-BA56-EA6B42C8F33C}" destId="{82992A65-AEB2-804B-9DAD-48B4E0D8E870}" srcOrd="15" destOrd="0" presId="urn:microsoft.com/office/officeart/2005/8/layout/hierarchy1"/>
    <dgm:cxn modelId="{83CB43C7-A057-0848-9352-73DB7C107F27}" type="presParOf" srcId="{82992A65-AEB2-804B-9DAD-48B4E0D8E870}" destId="{DD6CE3B0-33D4-784B-934F-35FBDEEF421E}" srcOrd="0" destOrd="0" presId="urn:microsoft.com/office/officeart/2005/8/layout/hierarchy1"/>
    <dgm:cxn modelId="{CD24F844-5CF2-8A4A-8EBF-A85F747E280C}" type="presParOf" srcId="{DD6CE3B0-33D4-784B-934F-35FBDEEF421E}" destId="{E96C756D-D3B1-6046-B201-B29A44755C7F}" srcOrd="0" destOrd="0" presId="urn:microsoft.com/office/officeart/2005/8/layout/hierarchy1"/>
    <dgm:cxn modelId="{97D22251-88CB-D240-872E-D9006B34FEC0}" type="presParOf" srcId="{DD6CE3B0-33D4-784B-934F-35FBDEEF421E}" destId="{2039D758-0AA9-1D46-93F5-70CA2AC17D53}" srcOrd="1" destOrd="0" presId="urn:microsoft.com/office/officeart/2005/8/layout/hierarchy1"/>
    <dgm:cxn modelId="{67C24AF9-A03C-284D-8687-8F51D19EBDF7}" type="presParOf" srcId="{82992A65-AEB2-804B-9DAD-48B4E0D8E870}" destId="{94224B62-F1FA-1D47-8775-A6DD52BE46F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665FB8B-2526-2B4C-8FB6-0E7BDBCD99BD}"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de-DE"/>
        </a:p>
      </dgm:t>
    </dgm:pt>
    <dgm:pt modelId="{BCED7569-2F5B-8142-99FF-9C5C0D4F9A71}">
      <dgm:prSet phldrT="[Text]" custT="1"/>
      <dgm:spPr/>
      <dgm:t>
        <a:bodyPr/>
        <a:lstStyle/>
        <a:p>
          <a:r>
            <a:rPr lang="de-DE" sz="700" dirty="0">
              <a:latin typeface="Georgia" panose="02040502050405020303" pitchFamily="18" charset="0"/>
            </a:rPr>
            <a:t>Künstliche Intelligenz (KI)</a:t>
          </a:r>
        </a:p>
      </dgm:t>
    </dgm:pt>
    <dgm:pt modelId="{1A4DD448-CCB0-D949-8165-DA57F8C6FDAE}" type="parTrans" cxnId="{660C7C00-B6F0-4D4A-9CDB-B558572037A4}">
      <dgm:prSet/>
      <dgm:spPr/>
      <dgm:t>
        <a:bodyPr/>
        <a:lstStyle/>
        <a:p>
          <a:endParaRPr lang="de-DE" sz="2400"/>
        </a:p>
      </dgm:t>
    </dgm:pt>
    <dgm:pt modelId="{3C1DDD8D-A8A1-094F-9096-0A4DEDF66FD0}" type="sibTrans" cxnId="{660C7C00-B6F0-4D4A-9CDB-B558572037A4}">
      <dgm:prSet/>
      <dgm:spPr/>
      <dgm:t>
        <a:bodyPr/>
        <a:lstStyle/>
        <a:p>
          <a:endParaRPr lang="de-DE" sz="2400"/>
        </a:p>
      </dgm:t>
    </dgm:pt>
    <dgm:pt modelId="{9C866F86-CA10-9443-BCB0-CE7F436BE27A}">
      <dgm:prSet phldrT="[Text]" custT="1"/>
      <dgm:spPr/>
      <dgm:t>
        <a:bodyPr/>
        <a:lstStyle/>
        <a:p>
          <a:r>
            <a:rPr lang="de-DE" sz="700" dirty="0">
              <a:latin typeface="Georgia" panose="02040502050405020303" pitchFamily="18" charset="0"/>
            </a:rPr>
            <a:t>Starke KI</a:t>
          </a:r>
        </a:p>
      </dgm:t>
    </dgm:pt>
    <dgm:pt modelId="{C1849573-EB9E-E545-9606-95480D07E439}" type="parTrans" cxnId="{B3C3ED05-D8AE-0A41-BB9B-84886CFFBC55}">
      <dgm:prSet/>
      <dgm:spPr/>
      <dgm:t>
        <a:bodyPr/>
        <a:lstStyle/>
        <a:p>
          <a:endParaRPr lang="de-DE" sz="2400"/>
        </a:p>
      </dgm:t>
    </dgm:pt>
    <dgm:pt modelId="{6E255B18-2428-F94A-97E9-2CF3EC577AF3}" type="sibTrans" cxnId="{B3C3ED05-D8AE-0A41-BB9B-84886CFFBC55}">
      <dgm:prSet/>
      <dgm:spPr/>
      <dgm:t>
        <a:bodyPr/>
        <a:lstStyle/>
        <a:p>
          <a:endParaRPr lang="de-DE" sz="2400"/>
        </a:p>
      </dgm:t>
    </dgm:pt>
    <dgm:pt modelId="{E539213E-5CE4-A740-B564-DB132FACE618}">
      <dgm:prSet phldrT="[Text]" custT="1"/>
      <dgm:spPr/>
      <dgm:t>
        <a:bodyPr/>
        <a:lstStyle/>
        <a:p>
          <a:r>
            <a:rPr lang="de-DE" sz="700" dirty="0">
              <a:latin typeface="Georgia" panose="02040502050405020303" pitchFamily="18" charset="0"/>
            </a:rPr>
            <a:t>Künstliche allgemeine Intelligenz</a:t>
          </a:r>
        </a:p>
      </dgm:t>
    </dgm:pt>
    <dgm:pt modelId="{85E04264-EC53-AC47-B97B-EE0A8F1D7A3E}" type="parTrans" cxnId="{2EF13BCF-96DB-C846-9A22-DFF1FF7055B0}">
      <dgm:prSet/>
      <dgm:spPr/>
      <dgm:t>
        <a:bodyPr/>
        <a:lstStyle/>
        <a:p>
          <a:endParaRPr lang="de-DE" sz="2400"/>
        </a:p>
      </dgm:t>
    </dgm:pt>
    <dgm:pt modelId="{5DF73B50-61E6-7042-ABD4-A894FDB99EC6}" type="sibTrans" cxnId="{2EF13BCF-96DB-C846-9A22-DFF1FF7055B0}">
      <dgm:prSet/>
      <dgm:spPr/>
      <dgm:t>
        <a:bodyPr/>
        <a:lstStyle/>
        <a:p>
          <a:endParaRPr lang="de-DE" sz="2400"/>
        </a:p>
      </dgm:t>
    </dgm:pt>
    <dgm:pt modelId="{DCE02AD6-E784-E043-9935-4D2EB52AA567}">
      <dgm:prSet phldrT="[Text]" custT="1"/>
      <dgm:spPr/>
      <dgm:t>
        <a:bodyPr/>
        <a:lstStyle/>
        <a:p>
          <a:r>
            <a:rPr lang="de-DE" sz="700" dirty="0">
              <a:latin typeface="Georgia" panose="02040502050405020303" pitchFamily="18" charset="0"/>
            </a:rPr>
            <a:t>Künstliche Super-intelligenz</a:t>
          </a:r>
        </a:p>
      </dgm:t>
    </dgm:pt>
    <dgm:pt modelId="{1C8C4972-E95F-3047-89C7-5DFED4F8EC48}" type="parTrans" cxnId="{0F671B00-2D07-B144-99AF-84720D3178F5}">
      <dgm:prSet/>
      <dgm:spPr/>
      <dgm:t>
        <a:bodyPr/>
        <a:lstStyle/>
        <a:p>
          <a:endParaRPr lang="de-DE" sz="2400"/>
        </a:p>
      </dgm:t>
    </dgm:pt>
    <dgm:pt modelId="{61AF9913-E64E-4E4C-836F-0AEC8F71270E}" type="sibTrans" cxnId="{0F671B00-2D07-B144-99AF-84720D3178F5}">
      <dgm:prSet/>
      <dgm:spPr/>
      <dgm:t>
        <a:bodyPr/>
        <a:lstStyle/>
        <a:p>
          <a:endParaRPr lang="de-DE" sz="2400"/>
        </a:p>
      </dgm:t>
    </dgm:pt>
    <dgm:pt modelId="{BEF3AAB9-F953-374D-A7EE-062FD8C4A486}">
      <dgm:prSet phldrT="[Text]" custT="1"/>
      <dgm:spPr/>
      <dgm:t>
        <a:bodyPr/>
        <a:lstStyle/>
        <a:p>
          <a:r>
            <a:rPr lang="de-DE" sz="700" dirty="0">
              <a:latin typeface="Georgia" panose="02040502050405020303" pitchFamily="18" charset="0"/>
            </a:rPr>
            <a:t>Schwache KI</a:t>
          </a:r>
        </a:p>
      </dgm:t>
    </dgm:pt>
    <dgm:pt modelId="{756016AD-9837-594D-9603-1090A97548EF}" type="parTrans" cxnId="{0FCA06F6-84CF-9547-B26E-85B34A636067}">
      <dgm:prSet/>
      <dgm:spPr/>
      <dgm:t>
        <a:bodyPr/>
        <a:lstStyle/>
        <a:p>
          <a:endParaRPr lang="de-DE" sz="2400"/>
        </a:p>
      </dgm:t>
    </dgm:pt>
    <dgm:pt modelId="{2B137D21-0022-C042-B887-64CBB661D8D3}" type="sibTrans" cxnId="{0FCA06F6-84CF-9547-B26E-85B34A636067}">
      <dgm:prSet/>
      <dgm:spPr/>
      <dgm:t>
        <a:bodyPr/>
        <a:lstStyle/>
        <a:p>
          <a:endParaRPr lang="de-DE" sz="2400"/>
        </a:p>
      </dgm:t>
    </dgm:pt>
    <dgm:pt modelId="{756542FC-9753-6F41-AD3D-8650E6E2A08D}">
      <dgm:prSet phldrT="[Text]" custT="1"/>
      <dgm:spPr/>
      <dgm:t>
        <a:bodyPr/>
        <a:lstStyle/>
        <a:p>
          <a:r>
            <a:rPr lang="de-DE" sz="700" dirty="0">
              <a:latin typeface="Georgia" panose="02040502050405020303" pitchFamily="18" charset="0"/>
            </a:rPr>
            <a:t>Künstliche enge Intelligenz</a:t>
          </a:r>
        </a:p>
      </dgm:t>
    </dgm:pt>
    <dgm:pt modelId="{A3660B1B-E941-6048-BCAE-EFA11AFCC448}" type="parTrans" cxnId="{90481E86-CB66-9242-B394-8082D8D25936}">
      <dgm:prSet/>
      <dgm:spPr/>
      <dgm:t>
        <a:bodyPr/>
        <a:lstStyle/>
        <a:p>
          <a:endParaRPr lang="de-DE" sz="2400"/>
        </a:p>
      </dgm:t>
    </dgm:pt>
    <dgm:pt modelId="{3268A66A-AEA2-DC45-8549-85FCCBBA3532}" type="sibTrans" cxnId="{90481E86-CB66-9242-B394-8082D8D25936}">
      <dgm:prSet/>
      <dgm:spPr/>
      <dgm:t>
        <a:bodyPr/>
        <a:lstStyle/>
        <a:p>
          <a:endParaRPr lang="de-DE" sz="2400"/>
        </a:p>
      </dgm:t>
    </dgm:pt>
    <dgm:pt modelId="{51A349B0-1FA8-F847-9BA1-229C7C7E44EA}">
      <dgm:prSet phldrT="[Text]" custT="1"/>
      <dgm:spPr/>
      <dgm:t>
        <a:bodyPr/>
        <a:lstStyle/>
        <a:p>
          <a:r>
            <a:rPr lang="de-DE" sz="700" dirty="0">
              <a:latin typeface="Georgia" panose="02040502050405020303" pitchFamily="18" charset="0"/>
            </a:rPr>
            <a:t>Robotik</a:t>
          </a:r>
        </a:p>
      </dgm:t>
    </dgm:pt>
    <dgm:pt modelId="{D697E228-D4DC-E644-917B-819D54E02391}" type="parTrans" cxnId="{DD8B384E-FDED-BD4D-8885-E03645C0DBA8}">
      <dgm:prSet/>
      <dgm:spPr/>
      <dgm:t>
        <a:bodyPr/>
        <a:lstStyle/>
        <a:p>
          <a:endParaRPr lang="de-DE" sz="2400"/>
        </a:p>
      </dgm:t>
    </dgm:pt>
    <dgm:pt modelId="{B76787C6-8AAD-DD43-9EA2-5079E0707B90}" type="sibTrans" cxnId="{DD8B384E-FDED-BD4D-8885-E03645C0DBA8}">
      <dgm:prSet/>
      <dgm:spPr/>
      <dgm:t>
        <a:bodyPr/>
        <a:lstStyle/>
        <a:p>
          <a:endParaRPr lang="de-DE" sz="2400"/>
        </a:p>
      </dgm:t>
    </dgm:pt>
    <dgm:pt modelId="{012D3D09-FE6B-0E42-B15A-D17F3DF6FAFF}">
      <dgm:prSet phldrT="[Text]" custT="1"/>
      <dgm:spPr/>
      <dgm:t>
        <a:bodyPr/>
        <a:lstStyle/>
        <a:p>
          <a:r>
            <a:rPr lang="de-DE" sz="700" dirty="0">
              <a:latin typeface="Georgia" panose="02040502050405020303" pitchFamily="18" charset="0"/>
            </a:rPr>
            <a:t>Regelbasier-te Systeme</a:t>
          </a:r>
        </a:p>
      </dgm:t>
    </dgm:pt>
    <dgm:pt modelId="{4D7B69CF-55FB-C343-BE03-F247677C4C70}" type="parTrans" cxnId="{7EA41B28-6360-224A-87C3-ED8EAE2DA685}">
      <dgm:prSet/>
      <dgm:spPr/>
      <dgm:t>
        <a:bodyPr/>
        <a:lstStyle/>
        <a:p>
          <a:endParaRPr lang="de-DE" sz="2400"/>
        </a:p>
      </dgm:t>
    </dgm:pt>
    <dgm:pt modelId="{42CA3AB6-9495-4047-9D58-CBC578B753EE}" type="sibTrans" cxnId="{7EA41B28-6360-224A-87C3-ED8EAE2DA685}">
      <dgm:prSet/>
      <dgm:spPr/>
      <dgm:t>
        <a:bodyPr/>
        <a:lstStyle/>
        <a:p>
          <a:endParaRPr lang="de-DE" sz="2400"/>
        </a:p>
      </dgm:t>
    </dgm:pt>
    <dgm:pt modelId="{463861D1-C521-5242-AA25-703F2FFAB95B}">
      <dgm:prSet phldrT="[Text]" custT="1"/>
      <dgm:spPr/>
      <dgm:t>
        <a:bodyPr/>
        <a:lstStyle/>
        <a:p>
          <a:r>
            <a:rPr lang="de-DE" sz="700" dirty="0">
              <a:latin typeface="Georgia" panose="02040502050405020303" pitchFamily="18" charset="0"/>
            </a:rPr>
            <a:t>Experten-systeme</a:t>
          </a:r>
        </a:p>
      </dgm:t>
    </dgm:pt>
    <dgm:pt modelId="{4280CDF7-4F41-3345-8939-5BF8FAC9BE1A}" type="parTrans" cxnId="{CB684BC7-7B16-2543-9B06-948A8C9BEB3A}">
      <dgm:prSet/>
      <dgm:spPr/>
      <dgm:t>
        <a:bodyPr/>
        <a:lstStyle/>
        <a:p>
          <a:endParaRPr lang="de-DE" sz="2400"/>
        </a:p>
      </dgm:t>
    </dgm:pt>
    <dgm:pt modelId="{A65D474B-32B5-614D-B358-56793D3286FB}" type="sibTrans" cxnId="{CB684BC7-7B16-2543-9B06-948A8C9BEB3A}">
      <dgm:prSet/>
      <dgm:spPr/>
      <dgm:t>
        <a:bodyPr/>
        <a:lstStyle/>
        <a:p>
          <a:endParaRPr lang="de-DE" sz="2400"/>
        </a:p>
      </dgm:t>
    </dgm:pt>
    <dgm:pt modelId="{AEA42EED-3490-244F-9C03-47D3E7BD4844}">
      <dgm:prSet phldrT="[Text]" custT="1"/>
      <dgm:spPr/>
      <dgm:t>
        <a:bodyPr/>
        <a:lstStyle/>
        <a:p>
          <a:r>
            <a:rPr lang="de-DE" sz="700" dirty="0">
              <a:latin typeface="Georgia" panose="02040502050405020303" pitchFamily="18" charset="0"/>
            </a:rPr>
            <a:t>Fuzzy-Logik-Systeme</a:t>
          </a:r>
        </a:p>
      </dgm:t>
    </dgm:pt>
    <dgm:pt modelId="{C15AFDA0-7DF7-9848-8BD3-89FDEF87C32B}" type="parTrans" cxnId="{87485632-98E9-7B48-B642-2951336BBDD4}">
      <dgm:prSet/>
      <dgm:spPr/>
      <dgm:t>
        <a:bodyPr/>
        <a:lstStyle/>
        <a:p>
          <a:endParaRPr lang="de-DE" sz="2400"/>
        </a:p>
      </dgm:t>
    </dgm:pt>
    <dgm:pt modelId="{72C94C72-5DC3-9B47-8D57-E9F390351316}" type="sibTrans" cxnId="{87485632-98E9-7B48-B642-2951336BBDD4}">
      <dgm:prSet/>
      <dgm:spPr/>
      <dgm:t>
        <a:bodyPr/>
        <a:lstStyle/>
        <a:p>
          <a:endParaRPr lang="de-DE" sz="2400"/>
        </a:p>
      </dgm:t>
    </dgm:pt>
    <dgm:pt modelId="{DC5D8F6F-8767-ED47-8642-DCD525693F4E}">
      <dgm:prSet phldrT="[Text]" custT="1"/>
      <dgm:spPr/>
      <dgm:t>
        <a:bodyPr/>
        <a:lstStyle/>
        <a:p>
          <a:r>
            <a:rPr lang="de-DE" sz="700" dirty="0">
              <a:latin typeface="Georgia" panose="02040502050405020303" pitchFamily="18" charset="0"/>
            </a:rPr>
            <a:t>Maschinell lernende Systeme</a:t>
          </a:r>
        </a:p>
      </dgm:t>
    </dgm:pt>
    <dgm:pt modelId="{3F68C282-1DCC-D04D-BDB5-6F0E19939A19}" type="parTrans" cxnId="{265D4DB6-3796-5E42-B8C8-170BE68698A7}">
      <dgm:prSet/>
      <dgm:spPr/>
      <dgm:t>
        <a:bodyPr/>
        <a:lstStyle/>
        <a:p>
          <a:endParaRPr lang="de-DE" sz="2400"/>
        </a:p>
      </dgm:t>
    </dgm:pt>
    <dgm:pt modelId="{45E40B78-B0B0-D249-8080-F948CA22FF54}" type="sibTrans" cxnId="{265D4DB6-3796-5E42-B8C8-170BE68698A7}">
      <dgm:prSet/>
      <dgm:spPr/>
      <dgm:t>
        <a:bodyPr/>
        <a:lstStyle/>
        <a:p>
          <a:endParaRPr lang="de-DE" sz="2400"/>
        </a:p>
      </dgm:t>
    </dgm:pt>
    <dgm:pt modelId="{8141A687-AF00-1F46-B7F9-237AD308E56A}">
      <dgm:prSet phldrT="[Text]" custT="1"/>
      <dgm:spPr/>
      <dgm:t>
        <a:bodyPr/>
        <a:lstStyle/>
        <a:p>
          <a:r>
            <a:rPr lang="de-DE" sz="700" dirty="0">
              <a:latin typeface="Georgia" panose="02040502050405020303" pitchFamily="18" charset="0"/>
            </a:rPr>
            <a:t>Deep-Learning-Systeme</a:t>
          </a:r>
        </a:p>
      </dgm:t>
    </dgm:pt>
    <dgm:pt modelId="{74739B9E-C302-FA49-8765-BE8F0B7EACA3}" type="parTrans" cxnId="{96497DCD-46AF-474B-A5AF-9BC285BC5A6A}">
      <dgm:prSet/>
      <dgm:spPr/>
      <dgm:t>
        <a:bodyPr/>
        <a:lstStyle/>
        <a:p>
          <a:endParaRPr lang="de-DE" sz="2400"/>
        </a:p>
      </dgm:t>
    </dgm:pt>
    <dgm:pt modelId="{D41AA01D-FD4F-354E-B30E-3092ED14126A}" type="sibTrans" cxnId="{96497DCD-46AF-474B-A5AF-9BC285BC5A6A}">
      <dgm:prSet/>
      <dgm:spPr/>
      <dgm:t>
        <a:bodyPr/>
        <a:lstStyle/>
        <a:p>
          <a:endParaRPr lang="de-DE" sz="2400"/>
        </a:p>
      </dgm:t>
    </dgm:pt>
    <dgm:pt modelId="{3B347FC6-3007-1F43-8929-6FEDFE7BBF93}">
      <dgm:prSet phldrT="[Text]" custT="1"/>
      <dgm:spPr/>
      <dgm:t>
        <a:bodyPr/>
        <a:lstStyle/>
        <a:p>
          <a:r>
            <a:rPr lang="de-DE" sz="700" dirty="0">
              <a:latin typeface="Georgia" panose="02040502050405020303" pitchFamily="18" charset="0"/>
            </a:rPr>
            <a:t>Computer-vision</a:t>
          </a:r>
        </a:p>
      </dgm:t>
    </dgm:pt>
    <dgm:pt modelId="{3EC7A521-3CA3-8F40-954D-82C9889EBCF6}" type="parTrans" cxnId="{2E84C68E-AAEB-AA4B-9C58-E28ACE8DB5E2}">
      <dgm:prSet/>
      <dgm:spPr/>
      <dgm:t>
        <a:bodyPr/>
        <a:lstStyle/>
        <a:p>
          <a:endParaRPr lang="de-DE" sz="2400"/>
        </a:p>
      </dgm:t>
    </dgm:pt>
    <dgm:pt modelId="{1C2EF480-3D83-514E-BF10-A91276D7F2F2}" type="sibTrans" cxnId="{2E84C68E-AAEB-AA4B-9C58-E28ACE8DB5E2}">
      <dgm:prSet/>
      <dgm:spPr/>
      <dgm:t>
        <a:bodyPr/>
        <a:lstStyle/>
        <a:p>
          <a:endParaRPr lang="de-DE" sz="2400"/>
        </a:p>
      </dgm:t>
    </dgm:pt>
    <dgm:pt modelId="{6607BBF7-5C1B-8E44-819B-76CD1A538120}">
      <dgm:prSet phldrT="[Text]" custT="1"/>
      <dgm:spPr/>
      <dgm:t>
        <a:bodyPr/>
        <a:lstStyle/>
        <a:p>
          <a:r>
            <a:rPr lang="de-DE" sz="700" dirty="0">
              <a:latin typeface="Georgia" panose="02040502050405020303" pitchFamily="18" charset="0"/>
            </a:rPr>
            <a:t>Natürliche Sprachver-arbeitung</a:t>
          </a:r>
        </a:p>
      </dgm:t>
    </dgm:pt>
    <dgm:pt modelId="{BECB30E0-71B5-3943-8F4A-DF7222534957}" type="parTrans" cxnId="{8B549BE1-5A58-484E-87D0-57C32F789D07}">
      <dgm:prSet/>
      <dgm:spPr/>
      <dgm:t>
        <a:bodyPr/>
        <a:lstStyle/>
        <a:p>
          <a:endParaRPr lang="de-DE" sz="2400"/>
        </a:p>
      </dgm:t>
    </dgm:pt>
    <dgm:pt modelId="{9661F4A5-B90B-F24B-981A-05DDA926A123}" type="sibTrans" cxnId="{8B549BE1-5A58-484E-87D0-57C32F789D07}">
      <dgm:prSet/>
      <dgm:spPr/>
      <dgm:t>
        <a:bodyPr/>
        <a:lstStyle/>
        <a:p>
          <a:endParaRPr lang="de-DE" sz="2400"/>
        </a:p>
      </dgm:t>
    </dgm:pt>
    <dgm:pt modelId="{9C5714BC-DFC0-DA49-BDE8-5DD45CB56706}" type="pres">
      <dgm:prSet presAssocID="{8665FB8B-2526-2B4C-8FB6-0E7BDBCD99BD}" presName="hierChild1" presStyleCnt="0">
        <dgm:presLayoutVars>
          <dgm:chPref val="1"/>
          <dgm:dir/>
          <dgm:animOne val="branch"/>
          <dgm:animLvl val="lvl"/>
          <dgm:resizeHandles/>
        </dgm:presLayoutVars>
      </dgm:prSet>
      <dgm:spPr/>
    </dgm:pt>
    <dgm:pt modelId="{21391740-9886-6743-80CD-5EB52B497999}" type="pres">
      <dgm:prSet presAssocID="{BCED7569-2F5B-8142-99FF-9C5C0D4F9A71}" presName="hierRoot1" presStyleCnt="0"/>
      <dgm:spPr/>
    </dgm:pt>
    <dgm:pt modelId="{CAC208A1-52F2-9646-B1C4-13A78CFE75FA}" type="pres">
      <dgm:prSet presAssocID="{BCED7569-2F5B-8142-99FF-9C5C0D4F9A71}" presName="composite" presStyleCnt="0"/>
      <dgm:spPr/>
    </dgm:pt>
    <dgm:pt modelId="{C3E1AD33-45B6-5248-A660-33F2C2FA2901}" type="pres">
      <dgm:prSet presAssocID="{BCED7569-2F5B-8142-99FF-9C5C0D4F9A71}" presName="background" presStyleLbl="node0" presStyleIdx="0" presStyleCnt="1"/>
      <dgm:spPr/>
    </dgm:pt>
    <dgm:pt modelId="{A3962CE2-A1A3-9349-A401-88A586FA0FCE}" type="pres">
      <dgm:prSet presAssocID="{BCED7569-2F5B-8142-99FF-9C5C0D4F9A71}" presName="text" presStyleLbl="fgAcc0" presStyleIdx="0" presStyleCnt="1">
        <dgm:presLayoutVars>
          <dgm:chPref val="3"/>
        </dgm:presLayoutVars>
      </dgm:prSet>
      <dgm:spPr/>
    </dgm:pt>
    <dgm:pt modelId="{D5E7BC4F-4EAE-4A40-84D3-0840865AD96C}" type="pres">
      <dgm:prSet presAssocID="{BCED7569-2F5B-8142-99FF-9C5C0D4F9A71}" presName="hierChild2" presStyleCnt="0"/>
      <dgm:spPr/>
    </dgm:pt>
    <dgm:pt modelId="{CC93AB0A-5DDB-204B-B211-35A9DB78A0EB}" type="pres">
      <dgm:prSet presAssocID="{C1849573-EB9E-E545-9606-95480D07E439}" presName="Name10" presStyleLbl="parChTrans1D2" presStyleIdx="0" presStyleCnt="2"/>
      <dgm:spPr/>
    </dgm:pt>
    <dgm:pt modelId="{5F4579DB-0FD7-D649-BA6D-93A8CBBD9351}" type="pres">
      <dgm:prSet presAssocID="{9C866F86-CA10-9443-BCB0-CE7F436BE27A}" presName="hierRoot2" presStyleCnt="0"/>
      <dgm:spPr/>
    </dgm:pt>
    <dgm:pt modelId="{E76905C1-D807-444B-B585-DC094BC8BE07}" type="pres">
      <dgm:prSet presAssocID="{9C866F86-CA10-9443-BCB0-CE7F436BE27A}" presName="composite2" presStyleCnt="0"/>
      <dgm:spPr/>
    </dgm:pt>
    <dgm:pt modelId="{B39893D0-0C07-D642-A0A4-503355D5FD0B}" type="pres">
      <dgm:prSet presAssocID="{9C866F86-CA10-9443-BCB0-CE7F436BE27A}" presName="background2" presStyleLbl="node2" presStyleIdx="0" presStyleCnt="2"/>
      <dgm:spPr/>
    </dgm:pt>
    <dgm:pt modelId="{0E8B83FD-A9CE-C843-BD3A-737244B0E5C0}" type="pres">
      <dgm:prSet presAssocID="{9C866F86-CA10-9443-BCB0-CE7F436BE27A}" presName="text2" presStyleLbl="fgAcc2" presStyleIdx="0" presStyleCnt="2">
        <dgm:presLayoutVars>
          <dgm:chPref val="3"/>
        </dgm:presLayoutVars>
      </dgm:prSet>
      <dgm:spPr/>
    </dgm:pt>
    <dgm:pt modelId="{FB93E192-40D8-2D40-A3AC-E6719F98C8C2}" type="pres">
      <dgm:prSet presAssocID="{9C866F86-CA10-9443-BCB0-CE7F436BE27A}" presName="hierChild3" presStyleCnt="0"/>
      <dgm:spPr/>
    </dgm:pt>
    <dgm:pt modelId="{A532764B-3DEB-ED42-913A-AFDCD33448B0}" type="pres">
      <dgm:prSet presAssocID="{85E04264-EC53-AC47-B97B-EE0A8F1D7A3E}" presName="Name17" presStyleLbl="parChTrans1D3" presStyleIdx="0" presStyleCnt="3"/>
      <dgm:spPr/>
    </dgm:pt>
    <dgm:pt modelId="{F7D6FEF2-BBAB-184C-B7C8-9472F415E29D}" type="pres">
      <dgm:prSet presAssocID="{E539213E-5CE4-A740-B564-DB132FACE618}" presName="hierRoot3" presStyleCnt="0"/>
      <dgm:spPr/>
    </dgm:pt>
    <dgm:pt modelId="{5F8E0AD5-C212-C34F-B081-F51D565BA1FD}" type="pres">
      <dgm:prSet presAssocID="{E539213E-5CE4-A740-B564-DB132FACE618}" presName="composite3" presStyleCnt="0"/>
      <dgm:spPr/>
    </dgm:pt>
    <dgm:pt modelId="{FA982C46-266D-204D-BE1A-9297A68BE2A3}" type="pres">
      <dgm:prSet presAssocID="{E539213E-5CE4-A740-B564-DB132FACE618}" presName="background3" presStyleLbl="node3" presStyleIdx="0" presStyleCnt="3"/>
      <dgm:spPr/>
    </dgm:pt>
    <dgm:pt modelId="{19DC684B-541A-C74C-867F-993015E38567}" type="pres">
      <dgm:prSet presAssocID="{E539213E-5CE4-A740-B564-DB132FACE618}" presName="text3" presStyleLbl="fgAcc3" presStyleIdx="0" presStyleCnt="3">
        <dgm:presLayoutVars>
          <dgm:chPref val="3"/>
        </dgm:presLayoutVars>
      </dgm:prSet>
      <dgm:spPr/>
    </dgm:pt>
    <dgm:pt modelId="{EDD49850-142F-204F-BE51-BF2A3BB71EAD}" type="pres">
      <dgm:prSet presAssocID="{E539213E-5CE4-A740-B564-DB132FACE618}" presName="hierChild4" presStyleCnt="0"/>
      <dgm:spPr/>
    </dgm:pt>
    <dgm:pt modelId="{253CB5D1-E520-4443-A200-9569A2B3DAA1}" type="pres">
      <dgm:prSet presAssocID="{1C8C4972-E95F-3047-89C7-5DFED4F8EC48}" presName="Name17" presStyleLbl="parChTrans1D3" presStyleIdx="1" presStyleCnt="3"/>
      <dgm:spPr/>
    </dgm:pt>
    <dgm:pt modelId="{DA094BBF-9826-9447-8856-FAF3888C633D}" type="pres">
      <dgm:prSet presAssocID="{DCE02AD6-E784-E043-9935-4D2EB52AA567}" presName="hierRoot3" presStyleCnt="0"/>
      <dgm:spPr/>
    </dgm:pt>
    <dgm:pt modelId="{19F5B715-34B9-F24A-8D08-CB357C44D857}" type="pres">
      <dgm:prSet presAssocID="{DCE02AD6-E784-E043-9935-4D2EB52AA567}" presName="composite3" presStyleCnt="0"/>
      <dgm:spPr/>
    </dgm:pt>
    <dgm:pt modelId="{CF183058-A9CF-454E-99A9-865470E8E755}" type="pres">
      <dgm:prSet presAssocID="{DCE02AD6-E784-E043-9935-4D2EB52AA567}" presName="background3" presStyleLbl="node3" presStyleIdx="1" presStyleCnt="3"/>
      <dgm:spPr/>
    </dgm:pt>
    <dgm:pt modelId="{CBAC96B8-D912-9345-8AF5-796E1C6EA04F}" type="pres">
      <dgm:prSet presAssocID="{DCE02AD6-E784-E043-9935-4D2EB52AA567}" presName="text3" presStyleLbl="fgAcc3" presStyleIdx="1" presStyleCnt="3">
        <dgm:presLayoutVars>
          <dgm:chPref val="3"/>
        </dgm:presLayoutVars>
      </dgm:prSet>
      <dgm:spPr/>
    </dgm:pt>
    <dgm:pt modelId="{203EC67E-8405-4B41-8E5A-C34205C34252}" type="pres">
      <dgm:prSet presAssocID="{DCE02AD6-E784-E043-9935-4D2EB52AA567}" presName="hierChild4" presStyleCnt="0"/>
      <dgm:spPr/>
    </dgm:pt>
    <dgm:pt modelId="{A692CCD6-23AE-AB44-88ED-CCB9E5F1F23B}" type="pres">
      <dgm:prSet presAssocID="{756016AD-9837-594D-9603-1090A97548EF}" presName="Name10" presStyleLbl="parChTrans1D2" presStyleIdx="1" presStyleCnt="2"/>
      <dgm:spPr/>
    </dgm:pt>
    <dgm:pt modelId="{2F6AC361-22EA-0D46-A5F0-E9FF45212605}" type="pres">
      <dgm:prSet presAssocID="{BEF3AAB9-F953-374D-A7EE-062FD8C4A486}" presName="hierRoot2" presStyleCnt="0"/>
      <dgm:spPr/>
    </dgm:pt>
    <dgm:pt modelId="{DC820EA9-8CD1-A04F-B7CF-4DC13D62A937}" type="pres">
      <dgm:prSet presAssocID="{BEF3AAB9-F953-374D-A7EE-062FD8C4A486}" presName="composite2" presStyleCnt="0"/>
      <dgm:spPr/>
    </dgm:pt>
    <dgm:pt modelId="{10334DED-6B2B-C74F-ACA6-16B440EB648B}" type="pres">
      <dgm:prSet presAssocID="{BEF3AAB9-F953-374D-A7EE-062FD8C4A486}" presName="background2" presStyleLbl="node2" presStyleIdx="1" presStyleCnt="2"/>
      <dgm:spPr/>
    </dgm:pt>
    <dgm:pt modelId="{79BA10E3-CC1A-534F-BC00-2A66FF5D1B66}" type="pres">
      <dgm:prSet presAssocID="{BEF3AAB9-F953-374D-A7EE-062FD8C4A486}" presName="text2" presStyleLbl="fgAcc2" presStyleIdx="1" presStyleCnt="2">
        <dgm:presLayoutVars>
          <dgm:chPref val="3"/>
        </dgm:presLayoutVars>
      </dgm:prSet>
      <dgm:spPr/>
    </dgm:pt>
    <dgm:pt modelId="{6499152E-1A60-BF40-AE09-2B6CD2A27E8F}" type="pres">
      <dgm:prSet presAssocID="{BEF3AAB9-F953-374D-A7EE-062FD8C4A486}" presName="hierChild3" presStyleCnt="0"/>
      <dgm:spPr/>
    </dgm:pt>
    <dgm:pt modelId="{DFD1B511-CA34-D443-8496-35A7492683A2}" type="pres">
      <dgm:prSet presAssocID="{A3660B1B-E941-6048-BCAE-EFA11AFCC448}" presName="Name17" presStyleLbl="parChTrans1D3" presStyleIdx="2" presStyleCnt="3"/>
      <dgm:spPr/>
    </dgm:pt>
    <dgm:pt modelId="{18A572E2-7968-F34B-A710-E4900FAFF779}" type="pres">
      <dgm:prSet presAssocID="{756542FC-9753-6F41-AD3D-8650E6E2A08D}" presName="hierRoot3" presStyleCnt="0"/>
      <dgm:spPr/>
    </dgm:pt>
    <dgm:pt modelId="{213F2037-5720-E54E-A103-BC238D839388}" type="pres">
      <dgm:prSet presAssocID="{756542FC-9753-6F41-AD3D-8650E6E2A08D}" presName="composite3" presStyleCnt="0"/>
      <dgm:spPr/>
    </dgm:pt>
    <dgm:pt modelId="{E4B9E52C-3F85-0249-85D4-DE999F01B739}" type="pres">
      <dgm:prSet presAssocID="{756542FC-9753-6F41-AD3D-8650E6E2A08D}" presName="background3" presStyleLbl="node3" presStyleIdx="2" presStyleCnt="3"/>
      <dgm:spPr/>
    </dgm:pt>
    <dgm:pt modelId="{8AE4294A-7D4F-9249-B08A-D47C27F25B0A}" type="pres">
      <dgm:prSet presAssocID="{756542FC-9753-6F41-AD3D-8650E6E2A08D}" presName="text3" presStyleLbl="fgAcc3" presStyleIdx="2" presStyleCnt="3">
        <dgm:presLayoutVars>
          <dgm:chPref val="3"/>
        </dgm:presLayoutVars>
      </dgm:prSet>
      <dgm:spPr/>
    </dgm:pt>
    <dgm:pt modelId="{3BB5CCF1-595B-6040-BA56-EA6B42C8F33C}" type="pres">
      <dgm:prSet presAssocID="{756542FC-9753-6F41-AD3D-8650E6E2A08D}" presName="hierChild4" presStyleCnt="0"/>
      <dgm:spPr/>
    </dgm:pt>
    <dgm:pt modelId="{8C96D037-DFA8-3E4A-AE37-7AE1EC07FAEE}" type="pres">
      <dgm:prSet presAssocID="{4D7B69CF-55FB-C343-BE03-F247677C4C70}" presName="Name23" presStyleLbl="parChTrans1D4" presStyleIdx="0" presStyleCnt="8"/>
      <dgm:spPr/>
    </dgm:pt>
    <dgm:pt modelId="{4759128D-3370-0A43-B74D-F5B9DB3109B2}" type="pres">
      <dgm:prSet presAssocID="{012D3D09-FE6B-0E42-B15A-D17F3DF6FAFF}" presName="hierRoot4" presStyleCnt="0"/>
      <dgm:spPr/>
    </dgm:pt>
    <dgm:pt modelId="{E9EE62A4-4E03-BF4D-83FF-32E54926538C}" type="pres">
      <dgm:prSet presAssocID="{012D3D09-FE6B-0E42-B15A-D17F3DF6FAFF}" presName="composite4" presStyleCnt="0"/>
      <dgm:spPr/>
    </dgm:pt>
    <dgm:pt modelId="{33077BEB-F800-EA40-ADF9-86BF8627E906}" type="pres">
      <dgm:prSet presAssocID="{012D3D09-FE6B-0E42-B15A-D17F3DF6FAFF}" presName="background4" presStyleLbl="node4" presStyleIdx="0" presStyleCnt="8"/>
      <dgm:spPr/>
    </dgm:pt>
    <dgm:pt modelId="{6CE225B9-5104-AA46-9426-70F95778E0A5}" type="pres">
      <dgm:prSet presAssocID="{012D3D09-FE6B-0E42-B15A-D17F3DF6FAFF}" presName="text4" presStyleLbl="fgAcc4" presStyleIdx="0" presStyleCnt="8">
        <dgm:presLayoutVars>
          <dgm:chPref val="3"/>
        </dgm:presLayoutVars>
      </dgm:prSet>
      <dgm:spPr/>
    </dgm:pt>
    <dgm:pt modelId="{5C823B57-7B5A-EB48-A156-BA7278C507D0}" type="pres">
      <dgm:prSet presAssocID="{012D3D09-FE6B-0E42-B15A-D17F3DF6FAFF}" presName="hierChild5" presStyleCnt="0"/>
      <dgm:spPr/>
    </dgm:pt>
    <dgm:pt modelId="{F2759E36-11CE-B24B-98CF-C16ED61E81AE}" type="pres">
      <dgm:prSet presAssocID="{4280CDF7-4F41-3345-8939-5BF8FAC9BE1A}" presName="Name23" presStyleLbl="parChTrans1D4" presStyleIdx="1" presStyleCnt="8"/>
      <dgm:spPr/>
    </dgm:pt>
    <dgm:pt modelId="{C069C267-E448-C649-BA2E-B7424D6C3F66}" type="pres">
      <dgm:prSet presAssocID="{463861D1-C521-5242-AA25-703F2FFAB95B}" presName="hierRoot4" presStyleCnt="0"/>
      <dgm:spPr/>
    </dgm:pt>
    <dgm:pt modelId="{C10623CF-4CFB-6B4A-BDE2-38F6FA54F539}" type="pres">
      <dgm:prSet presAssocID="{463861D1-C521-5242-AA25-703F2FFAB95B}" presName="composite4" presStyleCnt="0"/>
      <dgm:spPr/>
    </dgm:pt>
    <dgm:pt modelId="{1A912856-680E-C04C-95DA-012BBCEFA28C}" type="pres">
      <dgm:prSet presAssocID="{463861D1-C521-5242-AA25-703F2FFAB95B}" presName="background4" presStyleLbl="node4" presStyleIdx="1" presStyleCnt="8"/>
      <dgm:spPr/>
    </dgm:pt>
    <dgm:pt modelId="{14A4CB99-0945-FA43-A567-2B0796CF641B}" type="pres">
      <dgm:prSet presAssocID="{463861D1-C521-5242-AA25-703F2FFAB95B}" presName="text4" presStyleLbl="fgAcc4" presStyleIdx="1" presStyleCnt="8">
        <dgm:presLayoutVars>
          <dgm:chPref val="3"/>
        </dgm:presLayoutVars>
      </dgm:prSet>
      <dgm:spPr/>
    </dgm:pt>
    <dgm:pt modelId="{3C5153E4-D4BF-3C46-9B09-0EC1E7216C40}" type="pres">
      <dgm:prSet presAssocID="{463861D1-C521-5242-AA25-703F2FFAB95B}" presName="hierChild5" presStyleCnt="0"/>
      <dgm:spPr/>
    </dgm:pt>
    <dgm:pt modelId="{FA85536B-0CFC-064E-81E4-02B4675CEB38}" type="pres">
      <dgm:prSet presAssocID="{C15AFDA0-7DF7-9848-8BD3-89FDEF87C32B}" presName="Name23" presStyleLbl="parChTrans1D4" presStyleIdx="2" presStyleCnt="8"/>
      <dgm:spPr/>
    </dgm:pt>
    <dgm:pt modelId="{4AF4358A-31AE-0443-892C-BC5D9445864E}" type="pres">
      <dgm:prSet presAssocID="{AEA42EED-3490-244F-9C03-47D3E7BD4844}" presName="hierRoot4" presStyleCnt="0"/>
      <dgm:spPr/>
    </dgm:pt>
    <dgm:pt modelId="{F95C647B-C49F-C446-8C91-E11F16A20E6E}" type="pres">
      <dgm:prSet presAssocID="{AEA42EED-3490-244F-9C03-47D3E7BD4844}" presName="composite4" presStyleCnt="0"/>
      <dgm:spPr/>
    </dgm:pt>
    <dgm:pt modelId="{1561741F-CCB9-E24F-B3D3-67E5E74765F2}" type="pres">
      <dgm:prSet presAssocID="{AEA42EED-3490-244F-9C03-47D3E7BD4844}" presName="background4" presStyleLbl="node4" presStyleIdx="2" presStyleCnt="8"/>
      <dgm:spPr/>
    </dgm:pt>
    <dgm:pt modelId="{5BFB65ED-9EE4-9A4B-BA7F-663987EEE4EC}" type="pres">
      <dgm:prSet presAssocID="{AEA42EED-3490-244F-9C03-47D3E7BD4844}" presName="text4" presStyleLbl="fgAcc4" presStyleIdx="2" presStyleCnt="8">
        <dgm:presLayoutVars>
          <dgm:chPref val="3"/>
        </dgm:presLayoutVars>
      </dgm:prSet>
      <dgm:spPr/>
    </dgm:pt>
    <dgm:pt modelId="{72970EF5-F834-5740-821B-0DC70C2DD0C4}" type="pres">
      <dgm:prSet presAssocID="{AEA42EED-3490-244F-9C03-47D3E7BD4844}" presName="hierChild5" presStyleCnt="0"/>
      <dgm:spPr/>
    </dgm:pt>
    <dgm:pt modelId="{90DF3A9E-8228-3745-ACE4-8FC7DD2063E1}" type="pres">
      <dgm:prSet presAssocID="{3F68C282-1DCC-D04D-BDB5-6F0E19939A19}" presName="Name23" presStyleLbl="parChTrans1D4" presStyleIdx="3" presStyleCnt="8"/>
      <dgm:spPr/>
    </dgm:pt>
    <dgm:pt modelId="{BB69F985-5267-1E4E-AE69-9A654F4E2817}" type="pres">
      <dgm:prSet presAssocID="{DC5D8F6F-8767-ED47-8642-DCD525693F4E}" presName="hierRoot4" presStyleCnt="0"/>
      <dgm:spPr/>
    </dgm:pt>
    <dgm:pt modelId="{D881BC9B-E26A-F64A-A631-8B2855552D7E}" type="pres">
      <dgm:prSet presAssocID="{DC5D8F6F-8767-ED47-8642-DCD525693F4E}" presName="composite4" presStyleCnt="0"/>
      <dgm:spPr/>
    </dgm:pt>
    <dgm:pt modelId="{F45B7361-EE77-F643-8655-2F89D5534521}" type="pres">
      <dgm:prSet presAssocID="{DC5D8F6F-8767-ED47-8642-DCD525693F4E}" presName="background4" presStyleLbl="node4" presStyleIdx="3" presStyleCnt="8"/>
      <dgm:spPr/>
    </dgm:pt>
    <dgm:pt modelId="{B3CB44FA-3A66-4C43-9C4F-B68EA23E4797}" type="pres">
      <dgm:prSet presAssocID="{DC5D8F6F-8767-ED47-8642-DCD525693F4E}" presName="text4" presStyleLbl="fgAcc4" presStyleIdx="3" presStyleCnt="8">
        <dgm:presLayoutVars>
          <dgm:chPref val="3"/>
        </dgm:presLayoutVars>
      </dgm:prSet>
      <dgm:spPr/>
    </dgm:pt>
    <dgm:pt modelId="{1376B98C-C93E-0B4D-B5FC-283DD7D44713}" type="pres">
      <dgm:prSet presAssocID="{DC5D8F6F-8767-ED47-8642-DCD525693F4E}" presName="hierChild5" presStyleCnt="0"/>
      <dgm:spPr/>
    </dgm:pt>
    <dgm:pt modelId="{F93329A3-31D6-764A-80C7-94F18536DB5C}" type="pres">
      <dgm:prSet presAssocID="{74739B9E-C302-FA49-8765-BE8F0B7EACA3}" presName="Name23" presStyleLbl="parChTrans1D4" presStyleIdx="4" presStyleCnt="8"/>
      <dgm:spPr/>
    </dgm:pt>
    <dgm:pt modelId="{53EAC190-D84E-2C4F-9CA8-B695984CD8D2}" type="pres">
      <dgm:prSet presAssocID="{8141A687-AF00-1F46-B7F9-237AD308E56A}" presName="hierRoot4" presStyleCnt="0"/>
      <dgm:spPr/>
    </dgm:pt>
    <dgm:pt modelId="{64BBDC54-403A-2242-93DA-42D27261F302}" type="pres">
      <dgm:prSet presAssocID="{8141A687-AF00-1F46-B7F9-237AD308E56A}" presName="composite4" presStyleCnt="0"/>
      <dgm:spPr/>
    </dgm:pt>
    <dgm:pt modelId="{ED41B5C4-D2C4-2D49-B518-332ACBF0205D}" type="pres">
      <dgm:prSet presAssocID="{8141A687-AF00-1F46-B7F9-237AD308E56A}" presName="background4" presStyleLbl="node4" presStyleIdx="4" presStyleCnt="8"/>
      <dgm:spPr/>
    </dgm:pt>
    <dgm:pt modelId="{0DD906DD-212F-6942-8557-E72BDC863B65}" type="pres">
      <dgm:prSet presAssocID="{8141A687-AF00-1F46-B7F9-237AD308E56A}" presName="text4" presStyleLbl="fgAcc4" presStyleIdx="4" presStyleCnt="8">
        <dgm:presLayoutVars>
          <dgm:chPref val="3"/>
        </dgm:presLayoutVars>
      </dgm:prSet>
      <dgm:spPr/>
    </dgm:pt>
    <dgm:pt modelId="{EA19C5E6-161B-1D47-AC68-D0A0F064AE41}" type="pres">
      <dgm:prSet presAssocID="{8141A687-AF00-1F46-B7F9-237AD308E56A}" presName="hierChild5" presStyleCnt="0"/>
      <dgm:spPr/>
    </dgm:pt>
    <dgm:pt modelId="{C9CB8D21-5C4E-E845-83D5-1C89C9E428F1}" type="pres">
      <dgm:prSet presAssocID="{3EC7A521-3CA3-8F40-954D-82C9889EBCF6}" presName="Name23" presStyleLbl="parChTrans1D4" presStyleIdx="5" presStyleCnt="8"/>
      <dgm:spPr/>
    </dgm:pt>
    <dgm:pt modelId="{53C4883B-87CF-DA43-BD5F-84AE4EA331A2}" type="pres">
      <dgm:prSet presAssocID="{3B347FC6-3007-1F43-8929-6FEDFE7BBF93}" presName="hierRoot4" presStyleCnt="0"/>
      <dgm:spPr/>
    </dgm:pt>
    <dgm:pt modelId="{37A27C3D-671B-FE43-A2E8-9150CA7E9021}" type="pres">
      <dgm:prSet presAssocID="{3B347FC6-3007-1F43-8929-6FEDFE7BBF93}" presName="composite4" presStyleCnt="0"/>
      <dgm:spPr/>
    </dgm:pt>
    <dgm:pt modelId="{CB0F3837-8628-9F4F-B1B4-6DB5D42C5D1E}" type="pres">
      <dgm:prSet presAssocID="{3B347FC6-3007-1F43-8929-6FEDFE7BBF93}" presName="background4" presStyleLbl="node4" presStyleIdx="5" presStyleCnt="8"/>
      <dgm:spPr/>
    </dgm:pt>
    <dgm:pt modelId="{5FB4CEF9-82ED-644D-A4E2-405D99EF89A1}" type="pres">
      <dgm:prSet presAssocID="{3B347FC6-3007-1F43-8929-6FEDFE7BBF93}" presName="text4" presStyleLbl="fgAcc4" presStyleIdx="5" presStyleCnt="8">
        <dgm:presLayoutVars>
          <dgm:chPref val="3"/>
        </dgm:presLayoutVars>
      </dgm:prSet>
      <dgm:spPr/>
    </dgm:pt>
    <dgm:pt modelId="{AF367870-22E8-034B-AA4B-3F17DFC590AB}" type="pres">
      <dgm:prSet presAssocID="{3B347FC6-3007-1F43-8929-6FEDFE7BBF93}" presName="hierChild5" presStyleCnt="0"/>
      <dgm:spPr/>
    </dgm:pt>
    <dgm:pt modelId="{A6CA068C-38BB-7E40-A464-6A85ECFBF1E0}" type="pres">
      <dgm:prSet presAssocID="{BECB30E0-71B5-3943-8F4A-DF7222534957}" presName="Name23" presStyleLbl="parChTrans1D4" presStyleIdx="6" presStyleCnt="8"/>
      <dgm:spPr/>
    </dgm:pt>
    <dgm:pt modelId="{9FFBEE48-EE97-A445-88F3-9C0113FC19E8}" type="pres">
      <dgm:prSet presAssocID="{6607BBF7-5C1B-8E44-819B-76CD1A538120}" presName="hierRoot4" presStyleCnt="0"/>
      <dgm:spPr/>
    </dgm:pt>
    <dgm:pt modelId="{4DC3B7A8-D835-8E4A-8C2B-ED295A77F048}" type="pres">
      <dgm:prSet presAssocID="{6607BBF7-5C1B-8E44-819B-76CD1A538120}" presName="composite4" presStyleCnt="0"/>
      <dgm:spPr/>
    </dgm:pt>
    <dgm:pt modelId="{A15AC2A8-24EE-E34B-A26D-71C2CBA8CBEF}" type="pres">
      <dgm:prSet presAssocID="{6607BBF7-5C1B-8E44-819B-76CD1A538120}" presName="background4" presStyleLbl="node4" presStyleIdx="6" presStyleCnt="8"/>
      <dgm:spPr/>
    </dgm:pt>
    <dgm:pt modelId="{E93838F3-731C-644F-86C1-B36BA336126D}" type="pres">
      <dgm:prSet presAssocID="{6607BBF7-5C1B-8E44-819B-76CD1A538120}" presName="text4" presStyleLbl="fgAcc4" presStyleIdx="6" presStyleCnt="8">
        <dgm:presLayoutVars>
          <dgm:chPref val="3"/>
        </dgm:presLayoutVars>
      </dgm:prSet>
      <dgm:spPr/>
    </dgm:pt>
    <dgm:pt modelId="{0F928E1B-94BD-3943-BDC4-07C384481E85}" type="pres">
      <dgm:prSet presAssocID="{6607BBF7-5C1B-8E44-819B-76CD1A538120}" presName="hierChild5" presStyleCnt="0"/>
      <dgm:spPr/>
    </dgm:pt>
    <dgm:pt modelId="{F5CB24ED-4C0A-1B47-92D2-86002213A84D}" type="pres">
      <dgm:prSet presAssocID="{D697E228-D4DC-E644-917B-819D54E02391}" presName="Name23" presStyleLbl="parChTrans1D4" presStyleIdx="7" presStyleCnt="8"/>
      <dgm:spPr/>
    </dgm:pt>
    <dgm:pt modelId="{82992A65-AEB2-804B-9DAD-48B4E0D8E870}" type="pres">
      <dgm:prSet presAssocID="{51A349B0-1FA8-F847-9BA1-229C7C7E44EA}" presName="hierRoot4" presStyleCnt="0"/>
      <dgm:spPr/>
    </dgm:pt>
    <dgm:pt modelId="{DD6CE3B0-33D4-784B-934F-35FBDEEF421E}" type="pres">
      <dgm:prSet presAssocID="{51A349B0-1FA8-F847-9BA1-229C7C7E44EA}" presName="composite4" presStyleCnt="0"/>
      <dgm:spPr/>
    </dgm:pt>
    <dgm:pt modelId="{E96C756D-D3B1-6046-B201-B29A44755C7F}" type="pres">
      <dgm:prSet presAssocID="{51A349B0-1FA8-F847-9BA1-229C7C7E44EA}" presName="background4" presStyleLbl="node4" presStyleIdx="7" presStyleCnt="8"/>
      <dgm:spPr/>
    </dgm:pt>
    <dgm:pt modelId="{2039D758-0AA9-1D46-93F5-70CA2AC17D53}" type="pres">
      <dgm:prSet presAssocID="{51A349B0-1FA8-F847-9BA1-229C7C7E44EA}" presName="text4" presStyleLbl="fgAcc4" presStyleIdx="7" presStyleCnt="8">
        <dgm:presLayoutVars>
          <dgm:chPref val="3"/>
        </dgm:presLayoutVars>
      </dgm:prSet>
      <dgm:spPr/>
    </dgm:pt>
    <dgm:pt modelId="{94224B62-F1FA-1D47-8775-A6DD52BE46F4}" type="pres">
      <dgm:prSet presAssocID="{51A349B0-1FA8-F847-9BA1-229C7C7E44EA}" presName="hierChild5" presStyleCnt="0"/>
      <dgm:spPr/>
    </dgm:pt>
  </dgm:ptLst>
  <dgm:cxnLst>
    <dgm:cxn modelId="{0F671B00-2D07-B144-99AF-84720D3178F5}" srcId="{9C866F86-CA10-9443-BCB0-CE7F436BE27A}" destId="{DCE02AD6-E784-E043-9935-4D2EB52AA567}" srcOrd="1" destOrd="0" parTransId="{1C8C4972-E95F-3047-89C7-5DFED4F8EC48}" sibTransId="{61AF9913-E64E-4E4C-836F-0AEC8F71270E}"/>
    <dgm:cxn modelId="{660C7C00-B6F0-4D4A-9CDB-B558572037A4}" srcId="{8665FB8B-2526-2B4C-8FB6-0E7BDBCD99BD}" destId="{BCED7569-2F5B-8142-99FF-9C5C0D4F9A71}" srcOrd="0" destOrd="0" parTransId="{1A4DD448-CCB0-D949-8165-DA57F8C6FDAE}" sibTransId="{3C1DDD8D-A8A1-094F-9096-0A4DEDF66FD0}"/>
    <dgm:cxn modelId="{B3C3ED05-D8AE-0A41-BB9B-84886CFFBC55}" srcId="{BCED7569-2F5B-8142-99FF-9C5C0D4F9A71}" destId="{9C866F86-CA10-9443-BCB0-CE7F436BE27A}" srcOrd="0" destOrd="0" parTransId="{C1849573-EB9E-E545-9606-95480D07E439}" sibTransId="{6E255B18-2428-F94A-97E9-2CF3EC577AF3}"/>
    <dgm:cxn modelId="{2611410B-4160-E443-A8CA-62A3D5F85A31}" type="presOf" srcId="{1C8C4972-E95F-3047-89C7-5DFED4F8EC48}" destId="{253CB5D1-E520-4443-A200-9569A2B3DAA1}" srcOrd="0" destOrd="0" presId="urn:microsoft.com/office/officeart/2005/8/layout/hierarchy1"/>
    <dgm:cxn modelId="{429F7D0C-A081-3049-9A09-434A9BDFC57F}" type="presOf" srcId="{463861D1-C521-5242-AA25-703F2FFAB95B}" destId="{14A4CB99-0945-FA43-A567-2B0796CF641B}" srcOrd="0" destOrd="0" presId="urn:microsoft.com/office/officeart/2005/8/layout/hierarchy1"/>
    <dgm:cxn modelId="{7EA41B28-6360-224A-87C3-ED8EAE2DA685}" srcId="{756542FC-9753-6F41-AD3D-8650E6E2A08D}" destId="{012D3D09-FE6B-0E42-B15A-D17F3DF6FAFF}" srcOrd="0" destOrd="0" parTransId="{4D7B69CF-55FB-C343-BE03-F247677C4C70}" sibTransId="{42CA3AB6-9495-4047-9D58-CBC578B753EE}"/>
    <dgm:cxn modelId="{B12BA128-C44D-3448-B3C2-E7DCB4D4E4CD}" type="presOf" srcId="{3EC7A521-3CA3-8F40-954D-82C9889EBCF6}" destId="{C9CB8D21-5C4E-E845-83D5-1C89C9E428F1}" srcOrd="0" destOrd="0" presId="urn:microsoft.com/office/officeart/2005/8/layout/hierarchy1"/>
    <dgm:cxn modelId="{D7EC1131-59B3-844B-BC13-DCB0D91D2A43}" type="presOf" srcId="{74739B9E-C302-FA49-8765-BE8F0B7EACA3}" destId="{F93329A3-31D6-764A-80C7-94F18536DB5C}" srcOrd="0" destOrd="0" presId="urn:microsoft.com/office/officeart/2005/8/layout/hierarchy1"/>
    <dgm:cxn modelId="{87485632-98E9-7B48-B642-2951336BBDD4}" srcId="{756542FC-9753-6F41-AD3D-8650E6E2A08D}" destId="{AEA42EED-3490-244F-9C03-47D3E7BD4844}" srcOrd="2" destOrd="0" parTransId="{C15AFDA0-7DF7-9848-8BD3-89FDEF87C32B}" sibTransId="{72C94C72-5DC3-9B47-8D57-E9F390351316}"/>
    <dgm:cxn modelId="{6E915034-B761-BB4E-948F-710CD4F78085}" type="presOf" srcId="{9C866F86-CA10-9443-BCB0-CE7F436BE27A}" destId="{0E8B83FD-A9CE-C843-BD3A-737244B0E5C0}" srcOrd="0" destOrd="0" presId="urn:microsoft.com/office/officeart/2005/8/layout/hierarchy1"/>
    <dgm:cxn modelId="{5547F536-6A3E-F849-BA4F-05A83D2C79A1}" type="presOf" srcId="{85E04264-EC53-AC47-B97B-EE0A8F1D7A3E}" destId="{A532764B-3DEB-ED42-913A-AFDCD33448B0}" srcOrd="0" destOrd="0" presId="urn:microsoft.com/office/officeart/2005/8/layout/hierarchy1"/>
    <dgm:cxn modelId="{A3C36839-C086-1A44-9554-412286B45B9A}" type="presOf" srcId="{D697E228-D4DC-E644-917B-819D54E02391}" destId="{F5CB24ED-4C0A-1B47-92D2-86002213A84D}" srcOrd="0" destOrd="0" presId="urn:microsoft.com/office/officeart/2005/8/layout/hierarchy1"/>
    <dgm:cxn modelId="{9FDC5B3F-55A0-454C-B45C-02D361145D3F}" type="presOf" srcId="{4D7B69CF-55FB-C343-BE03-F247677C4C70}" destId="{8C96D037-DFA8-3E4A-AE37-7AE1EC07FAEE}" srcOrd="0" destOrd="0" presId="urn:microsoft.com/office/officeart/2005/8/layout/hierarchy1"/>
    <dgm:cxn modelId="{56BA2C4C-1990-EB43-877F-3965994C25EB}" type="presOf" srcId="{C1849573-EB9E-E545-9606-95480D07E439}" destId="{CC93AB0A-5DDB-204B-B211-35A9DB78A0EB}" srcOrd="0" destOrd="0" presId="urn:microsoft.com/office/officeart/2005/8/layout/hierarchy1"/>
    <dgm:cxn modelId="{DD8B384E-FDED-BD4D-8885-E03645C0DBA8}" srcId="{756542FC-9753-6F41-AD3D-8650E6E2A08D}" destId="{51A349B0-1FA8-F847-9BA1-229C7C7E44EA}" srcOrd="7" destOrd="0" parTransId="{D697E228-D4DC-E644-917B-819D54E02391}" sibTransId="{B76787C6-8AAD-DD43-9EA2-5079E0707B90}"/>
    <dgm:cxn modelId="{DE74F852-BF29-C54A-BA23-B965DD37831F}" type="presOf" srcId="{756016AD-9837-594D-9603-1090A97548EF}" destId="{A692CCD6-23AE-AB44-88ED-CCB9E5F1F23B}" srcOrd="0" destOrd="0" presId="urn:microsoft.com/office/officeart/2005/8/layout/hierarchy1"/>
    <dgm:cxn modelId="{A6A8E357-08F2-CD4A-8D9E-15EAA30C1AC9}" type="presOf" srcId="{3B347FC6-3007-1F43-8929-6FEDFE7BBF93}" destId="{5FB4CEF9-82ED-644D-A4E2-405D99EF89A1}" srcOrd="0" destOrd="0" presId="urn:microsoft.com/office/officeart/2005/8/layout/hierarchy1"/>
    <dgm:cxn modelId="{8A3DC961-5BAA-4242-B67B-C989DA52115A}" type="presOf" srcId="{8665FB8B-2526-2B4C-8FB6-0E7BDBCD99BD}" destId="{9C5714BC-DFC0-DA49-BDE8-5DD45CB56706}" srcOrd="0" destOrd="0" presId="urn:microsoft.com/office/officeart/2005/8/layout/hierarchy1"/>
    <dgm:cxn modelId="{3A629678-1B30-5144-A779-2ADF9172C536}" type="presOf" srcId="{6607BBF7-5C1B-8E44-819B-76CD1A538120}" destId="{E93838F3-731C-644F-86C1-B36BA336126D}" srcOrd="0" destOrd="0" presId="urn:microsoft.com/office/officeart/2005/8/layout/hierarchy1"/>
    <dgm:cxn modelId="{ED09CA7B-EF34-674E-8B7D-EC5A3D2B5699}" type="presOf" srcId="{AEA42EED-3490-244F-9C03-47D3E7BD4844}" destId="{5BFB65ED-9EE4-9A4B-BA7F-663987EEE4EC}" srcOrd="0" destOrd="0" presId="urn:microsoft.com/office/officeart/2005/8/layout/hierarchy1"/>
    <dgm:cxn modelId="{90481E86-CB66-9242-B394-8082D8D25936}" srcId="{BEF3AAB9-F953-374D-A7EE-062FD8C4A486}" destId="{756542FC-9753-6F41-AD3D-8650E6E2A08D}" srcOrd="0" destOrd="0" parTransId="{A3660B1B-E941-6048-BCAE-EFA11AFCC448}" sibTransId="{3268A66A-AEA2-DC45-8549-85FCCBBA3532}"/>
    <dgm:cxn modelId="{D9B0C888-F1DB-2945-AE53-376BB9DE9190}" type="presOf" srcId="{756542FC-9753-6F41-AD3D-8650E6E2A08D}" destId="{8AE4294A-7D4F-9249-B08A-D47C27F25B0A}" srcOrd="0" destOrd="0" presId="urn:microsoft.com/office/officeart/2005/8/layout/hierarchy1"/>
    <dgm:cxn modelId="{1A609F8B-A5F6-F24E-A83A-E4CCCC29D4EC}" type="presOf" srcId="{BEF3AAB9-F953-374D-A7EE-062FD8C4A486}" destId="{79BA10E3-CC1A-534F-BC00-2A66FF5D1B66}" srcOrd="0" destOrd="0" presId="urn:microsoft.com/office/officeart/2005/8/layout/hierarchy1"/>
    <dgm:cxn modelId="{54D7F88D-B5F0-8E40-B865-30A1B1FE47A7}" type="presOf" srcId="{51A349B0-1FA8-F847-9BA1-229C7C7E44EA}" destId="{2039D758-0AA9-1D46-93F5-70CA2AC17D53}" srcOrd="0" destOrd="0" presId="urn:microsoft.com/office/officeart/2005/8/layout/hierarchy1"/>
    <dgm:cxn modelId="{2E84C68E-AAEB-AA4B-9C58-E28ACE8DB5E2}" srcId="{756542FC-9753-6F41-AD3D-8650E6E2A08D}" destId="{3B347FC6-3007-1F43-8929-6FEDFE7BBF93}" srcOrd="5" destOrd="0" parTransId="{3EC7A521-3CA3-8F40-954D-82C9889EBCF6}" sibTransId="{1C2EF480-3D83-514E-BF10-A91276D7F2F2}"/>
    <dgm:cxn modelId="{7A21C894-B78F-1C4F-9356-DBD9788D46DC}" type="presOf" srcId="{8141A687-AF00-1F46-B7F9-237AD308E56A}" destId="{0DD906DD-212F-6942-8557-E72BDC863B65}" srcOrd="0" destOrd="0" presId="urn:microsoft.com/office/officeart/2005/8/layout/hierarchy1"/>
    <dgm:cxn modelId="{211DCE9D-1797-154E-8BEC-A367CC6795B8}" type="presOf" srcId="{C15AFDA0-7DF7-9848-8BD3-89FDEF87C32B}" destId="{FA85536B-0CFC-064E-81E4-02B4675CEB38}" srcOrd="0" destOrd="0" presId="urn:microsoft.com/office/officeart/2005/8/layout/hierarchy1"/>
    <dgm:cxn modelId="{4B39FCAA-A19E-B44D-B8D6-6C67F7AAD53D}" type="presOf" srcId="{A3660B1B-E941-6048-BCAE-EFA11AFCC448}" destId="{DFD1B511-CA34-D443-8496-35A7492683A2}" srcOrd="0" destOrd="0" presId="urn:microsoft.com/office/officeart/2005/8/layout/hierarchy1"/>
    <dgm:cxn modelId="{2F1FC5AC-2E25-3148-A848-CEA06B148AFC}" type="presOf" srcId="{4280CDF7-4F41-3345-8939-5BF8FAC9BE1A}" destId="{F2759E36-11CE-B24B-98CF-C16ED61E81AE}" srcOrd="0" destOrd="0" presId="urn:microsoft.com/office/officeart/2005/8/layout/hierarchy1"/>
    <dgm:cxn modelId="{265D4DB6-3796-5E42-B8C8-170BE68698A7}" srcId="{756542FC-9753-6F41-AD3D-8650E6E2A08D}" destId="{DC5D8F6F-8767-ED47-8642-DCD525693F4E}" srcOrd="3" destOrd="0" parTransId="{3F68C282-1DCC-D04D-BDB5-6F0E19939A19}" sibTransId="{45E40B78-B0B0-D249-8080-F948CA22FF54}"/>
    <dgm:cxn modelId="{778D95BD-7645-B749-A050-AD09748CB7AE}" type="presOf" srcId="{BECB30E0-71B5-3943-8F4A-DF7222534957}" destId="{A6CA068C-38BB-7E40-A464-6A85ECFBF1E0}" srcOrd="0" destOrd="0" presId="urn:microsoft.com/office/officeart/2005/8/layout/hierarchy1"/>
    <dgm:cxn modelId="{CB684BC7-7B16-2543-9B06-948A8C9BEB3A}" srcId="{756542FC-9753-6F41-AD3D-8650E6E2A08D}" destId="{463861D1-C521-5242-AA25-703F2FFAB95B}" srcOrd="1" destOrd="0" parTransId="{4280CDF7-4F41-3345-8939-5BF8FAC9BE1A}" sibTransId="{A65D474B-32B5-614D-B358-56793D3286FB}"/>
    <dgm:cxn modelId="{96497DCD-46AF-474B-A5AF-9BC285BC5A6A}" srcId="{756542FC-9753-6F41-AD3D-8650E6E2A08D}" destId="{8141A687-AF00-1F46-B7F9-237AD308E56A}" srcOrd="4" destOrd="0" parTransId="{74739B9E-C302-FA49-8765-BE8F0B7EACA3}" sibTransId="{D41AA01D-FD4F-354E-B30E-3092ED14126A}"/>
    <dgm:cxn modelId="{2EF13BCF-96DB-C846-9A22-DFF1FF7055B0}" srcId="{9C866F86-CA10-9443-BCB0-CE7F436BE27A}" destId="{E539213E-5CE4-A740-B564-DB132FACE618}" srcOrd="0" destOrd="0" parTransId="{85E04264-EC53-AC47-B97B-EE0A8F1D7A3E}" sibTransId="{5DF73B50-61E6-7042-ABD4-A894FDB99EC6}"/>
    <dgm:cxn modelId="{884F47D2-4EB6-DF4D-BC56-0416444413C8}" type="presOf" srcId="{3F68C282-1DCC-D04D-BDB5-6F0E19939A19}" destId="{90DF3A9E-8228-3745-ACE4-8FC7DD2063E1}" srcOrd="0" destOrd="0" presId="urn:microsoft.com/office/officeart/2005/8/layout/hierarchy1"/>
    <dgm:cxn modelId="{FB68F2DC-AD3F-104D-90D5-87F5FC7566CE}" type="presOf" srcId="{BCED7569-2F5B-8142-99FF-9C5C0D4F9A71}" destId="{A3962CE2-A1A3-9349-A401-88A586FA0FCE}" srcOrd="0" destOrd="0" presId="urn:microsoft.com/office/officeart/2005/8/layout/hierarchy1"/>
    <dgm:cxn modelId="{8B549BE1-5A58-484E-87D0-57C32F789D07}" srcId="{756542FC-9753-6F41-AD3D-8650E6E2A08D}" destId="{6607BBF7-5C1B-8E44-819B-76CD1A538120}" srcOrd="6" destOrd="0" parTransId="{BECB30E0-71B5-3943-8F4A-DF7222534957}" sibTransId="{9661F4A5-B90B-F24B-981A-05DDA926A123}"/>
    <dgm:cxn modelId="{1CE869E2-508C-EB4C-A6B3-494966463C67}" type="presOf" srcId="{DC5D8F6F-8767-ED47-8642-DCD525693F4E}" destId="{B3CB44FA-3A66-4C43-9C4F-B68EA23E4797}" srcOrd="0" destOrd="0" presId="urn:microsoft.com/office/officeart/2005/8/layout/hierarchy1"/>
    <dgm:cxn modelId="{B7B57FE2-82E8-E348-934F-E5CC3A04EDDF}" type="presOf" srcId="{012D3D09-FE6B-0E42-B15A-D17F3DF6FAFF}" destId="{6CE225B9-5104-AA46-9426-70F95778E0A5}" srcOrd="0" destOrd="0" presId="urn:microsoft.com/office/officeart/2005/8/layout/hierarchy1"/>
    <dgm:cxn modelId="{FCE6A5E4-7139-B34A-9ECD-976CD870AAE5}" type="presOf" srcId="{DCE02AD6-E784-E043-9935-4D2EB52AA567}" destId="{CBAC96B8-D912-9345-8AF5-796E1C6EA04F}" srcOrd="0" destOrd="0" presId="urn:microsoft.com/office/officeart/2005/8/layout/hierarchy1"/>
    <dgm:cxn modelId="{0FCA06F6-84CF-9547-B26E-85B34A636067}" srcId="{BCED7569-2F5B-8142-99FF-9C5C0D4F9A71}" destId="{BEF3AAB9-F953-374D-A7EE-062FD8C4A486}" srcOrd="1" destOrd="0" parTransId="{756016AD-9837-594D-9603-1090A97548EF}" sibTransId="{2B137D21-0022-C042-B887-64CBB661D8D3}"/>
    <dgm:cxn modelId="{9120C0F7-526F-BA4A-B559-EC0831A7EB63}" type="presOf" srcId="{E539213E-5CE4-A740-B564-DB132FACE618}" destId="{19DC684B-541A-C74C-867F-993015E38567}" srcOrd="0" destOrd="0" presId="urn:microsoft.com/office/officeart/2005/8/layout/hierarchy1"/>
    <dgm:cxn modelId="{94F0D36D-C80C-BB4A-A6CF-92987C7781C0}" type="presParOf" srcId="{9C5714BC-DFC0-DA49-BDE8-5DD45CB56706}" destId="{21391740-9886-6743-80CD-5EB52B497999}" srcOrd="0" destOrd="0" presId="urn:microsoft.com/office/officeart/2005/8/layout/hierarchy1"/>
    <dgm:cxn modelId="{A7478DEC-D639-AB42-9D5D-306E06F62F7E}" type="presParOf" srcId="{21391740-9886-6743-80CD-5EB52B497999}" destId="{CAC208A1-52F2-9646-B1C4-13A78CFE75FA}" srcOrd="0" destOrd="0" presId="urn:microsoft.com/office/officeart/2005/8/layout/hierarchy1"/>
    <dgm:cxn modelId="{4F12072D-102D-6C47-8C02-6975AB42087C}" type="presParOf" srcId="{CAC208A1-52F2-9646-B1C4-13A78CFE75FA}" destId="{C3E1AD33-45B6-5248-A660-33F2C2FA2901}" srcOrd="0" destOrd="0" presId="urn:microsoft.com/office/officeart/2005/8/layout/hierarchy1"/>
    <dgm:cxn modelId="{6D05A93E-BF65-B547-9113-DEAC7CEC1F1E}" type="presParOf" srcId="{CAC208A1-52F2-9646-B1C4-13A78CFE75FA}" destId="{A3962CE2-A1A3-9349-A401-88A586FA0FCE}" srcOrd="1" destOrd="0" presId="urn:microsoft.com/office/officeart/2005/8/layout/hierarchy1"/>
    <dgm:cxn modelId="{D3D67BE9-E612-AB4A-A661-3808B595E027}" type="presParOf" srcId="{21391740-9886-6743-80CD-5EB52B497999}" destId="{D5E7BC4F-4EAE-4A40-84D3-0840865AD96C}" srcOrd="1" destOrd="0" presId="urn:microsoft.com/office/officeart/2005/8/layout/hierarchy1"/>
    <dgm:cxn modelId="{8D48EA46-C161-6A49-9363-E19D736BED07}" type="presParOf" srcId="{D5E7BC4F-4EAE-4A40-84D3-0840865AD96C}" destId="{CC93AB0A-5DDB-204B-B211-35A9DB78A0EB}" srcOrd="0" destOrd="0" presId="urn:microsoft.com/office/officeart/2005/8/layout/hierarchy1"/>
    <dgm:cxn modelId="{A1B99A0C-8CFB-DC4A-8102-3150E5371B2E}" type="presParOf" srcId="{D5E7BC4F-4EAE-4A40-84D3-0840865AD96C}" destId="{5F4579DB-0FD7-D649-BA6D-93A8CBBD9351}" srcOrd="1" destOrd="0" presId="urn:microsoft.com/office/officeart/2005/8/layout/hierarchy1"/>
    <dgm:cxn modelId="{795A9D7B-1C69-3C48-AB43-EA06BF5BE155}" type="presParOf" srcId="{5F4579DB-0FD7-D649-BA6D-93A8CBBD9351}" destId="{E76905C1-D807-444B-B585-DC094BC8BE07}" srcOrd="0" destOrd="0" presId="urn:microsoft.com/office/officeart/2005/8/layout/hierarchy1"/>
    <dgm:cxn modelId="{8C56A14F-0185-D14D-805E-1FED0F363927}" type="presParOf" srcId="{E76905C1-D807-444B-B585-DC094BC8BE07}" destId="{B39893D0-0C07-D642-A0A4-503355D5FD0B}" srcOrd="0" destOrd="0" presId="urn:microsoft.com/office/officeart/2005/8/layout/hierarchy1"/>
    <dgm:cxn modelId="{21A446FE-B369-814D-AD7A-21A496B29C47}" type="presParOf" srcId="{E76905C1-D807-444B-B585-DC094BC8BE07}" destId="{0E8B83FD-A9CE-C843-BD3A-737244B0E5C0}" srcOrd="1" destOrd="0" presId="urn:microsoft.com/office/officeart/2005/8/layout/hierarchy1"/>
    <dgm:cxn modelId="{B4C0DF4F-476E-9048-9CB1-904639762C70}" type="presParOf" srcId="{5F4579DB-0FD7-D649-BA6D-93A8CBBD9351}" destId="{FB93E192-40D8-2D40-A3AC-E6719F98C8C2}" srcOrd="1" destOrd="0" presId="urn:microsoft.com/office/officeart/2005/8/layout/hierarchy1"/>
    <dgm:cxn modelId="{C007E7FB-7D3D-1248-9AF4-DB779EEFED3A}" type="presParOf" srcId="{FB93E192-40D8-2D40-A3AC-E6719F98C8C2}" destId="{A532764B-3DEB-ED42-913A-AFDCD33448B0}" srcOrd="0" destOrd="0" presId="urn:microsoft.com/office/officeart/2005/8/layout/hierarchy1"/>
    <dgm:cxn modelId="{6B0E3E97-95F8-824F-9FB5-D36C5FEA2B2D}" type="presParOf" srcId="{FB93E192-40D8-2D40-A3AC-E6719F98C8C2}" destId="{F7D6FEF2-BBAB-184C-B7C8-9472F415E29D}" srcOrd="1" destOrd="0" presId="urn:microsoft.com/office/officeart/2005/8/layout/hierarchy1"/>
    <dgm:cxn modelId="{B0E780CA-0EF9-E448-B793-117E40DBB0B2}" type="presParOf" srcId="{F7D6FEF2-BBAB-184C-B7C8-9472F415E29D}" destId="{5F8E0AD5-C212-C34F-B081-F51D565BA1FD}" srcOrd="0" destOrd="0" presId="urn:microsoft.com/office/officeart/2005/8/layout/hierarchy1"/>
    <dgm:cxn modelId="{DF8991B9-6B2A-1D43-9C25-5BDBD08FD9B6}" type="presParOf" srcId="{5F8E0AD5-C212-C34F-B081-F51D565BA1FD}" destId="{FA982C46-266D-204D-BE1A-9297A68BE2A3}" srcOrd="0" destOrd="0" presId="urn:microsoft.com/office/officeart/2005/8/layout/hierarchy1"/>
    <dgm:cxn modelId="{F8CA50E2-6991-3F4A-A8E9-17A035AEF07F}" type="presParOf" srcId="{5F8E0AD5-C212-C34F-B081-F51D565BA1FD}" destId="{19DC684B-541A-C74C-867F-993015E38567}" srcOrd="1" destOrd="0" presId="urn:microsoft.com/office/officeart/2005/8/layout/hierarchy1"/>
    <dgm:cxn modelId="{BB1B632E-8344-DD42-B841-A0634BF28158}" type="presParOf" srcId="{F7D6FEF2-BBAB-184C-B7C8-9472F415E29D}" destId="{EDD49850-142F-204F-BE51-BF2A3BB71EAD}" srcOrd="1" destOrd="0" presId="urn:microsoft.com/office/officeart/2005/8/layout/hierarchy1"/>
    <dgm:cxn modelId="{F43C7E5E-4032-8146-B93C-EE96350D90CA}" type="presParOf" srcId="{FB93E192-40D8-2D40-A3AC-E6719F98C8C2}" destId="{253CB5D1-E520-4443-A200-9569A2B3DAA1}" srcOrd="2" destOrd="0" presId="urn:microsoft.com/office/officeart/2005/8/layout/hierarchy1"/>
    <dgm:cxn modelId="{F800E391-CCCF-5C41-B060-4BE785083D16}" type="presParOf" srcId="{FB93E192-40D8-2D40-A3AC-E6719F98C8C2}" destId="{DA094BBF-9826-9447-8856-FAF3888C633D}" srcOrd="3" destOrd="0" presId="urn:microsoft.com/office/officeart/2005/8/layout/hierarchy1"/>
    <dgm:cxn modelId="{0C750E5C-F078-7C47-A0B0-7C543787F0F7}" type="presParOf" srcId="{DA094BBF-9826-9447-8856-FAF3888C633D}" destId="{19F5B715-34B9-F24A-8D08-CB357C44D857}" srcOrd="0" destOrd="0" presId="urn:microsoft.com/office/officeart/2005/8/layout/hierarchy1"/>
    <dgm:cxn modelId="{E06CBA1A-E2D4-024C-8460-C5AFF42B282B}" type="presParOf" srcId="{19F5B715-34B9-F24A-8D08-CB357C44D857}" destId="{CF183058-A9CF-454E-99A9-865470E8E755}" srcOrd="0" destOrd="0" presId="urn:microsoft.com/office/officeart/2005/8/layout/hierarchy1"/>
    <dgm:cxn modelId="{25374FEA-BF7E-A44B-B164-6C5DCFFD75CA}" type="presParOf" srcId="{19F5B715-34B9-F24A-8D08-CB357C44D857}" destId="{CBAC96B8-D912-9345-8AF5-796E1C6EA04F}" srcOrd="1" destOrd="0" presId="urn:microsoft.com/office/officeart/2005/8/layout/hierarchy1"/>
    <dgm:cxn modelId="{22B96FDF-B707-BD44-B155-89F803D416B1}" type="presParOf" srcId="{DA094BBF-9826-9447-8856-FAF3888C633D}" destId="{203EC67E-8405-4B41-8E5A-C34205C34252}" srcOrd="1" destOrd="0" presId="urn:microsoft.com/office/officeart/2005/8/layout/hierarchy1"/>
    <dgm:cxn modelId="{AD45135C-DC85-CE49-A389-281DDCF47E98}" type="presParOf" srcId="{D5E7BC4F-4EAE-4A40-84D3-0840865AD96C}" destId="{A692CCD6-23AE-AB44-88ED-CCB9E5F1F23B}" srcOrd="2" destOrd="0" presId="urn:microsoft.com/office/officeart/2005/8/layout/hierarchy1"/>
    <dgm:cxn modelId="{2BB0EF14-CB11-3B46-AD1B-F92270728C49}" type="presParOf" srcId="{D5E7BC4F-4EAE-4A40-84D3-0840865AD96C}" destId="{2F6AC361-22EA-0D46-A5F0-E9FF45212605}" srcOrd="3" destOrd="0" presId="urn:microsoft.com/office/officeart/2005/8/layout/hierarchy1"/>
    <dgm:cxn modelId="{2A4CF262-E5C2-1648-A196-D3DA42CE543D}" type="presParOf" srcId="{2F6AC361-22EA-0D46-A5F0-E9FF45212605}" destId="{DC820EA9-8CD1-A04F-B7CF-4DC13D62A937}" srcOrd="0" destOrd="0" presId="urn:microsoft.com/office/officeart/2005/8/layout/hierarchy1"/>
    <dgm:cxn modelId="{80CDC3B3-8D71-FB49-9019-6BBE9986CEB6}" type="presParOf" srcId="{DC820EA9-8CD1-A04F-B7CF-4DC13D62A937}" destId="{10334DED-6B2B-C74F-ACA6-16B440EB648B}" srcOrd="0" destOrd="0" presId="urn:microsoft.com/office/officeart/2005/8/layout/hierarchy1"/>
    <dgm:cxn modelId="{1CC9F4DD-8F62-134F-80A8-79DCED833E22}" type="presParOf" srcId="{DC820EA9-8CD1-A04F-B7CF-4DC13D62A937}" destId="{79BA10E3-CC1A-534F-BC00-2A66FF5D1B66}" srcOrd="1" destOrd="0" presId="urn:microsoft.com/office/officeart/2005/8/layout/hierarchy1"/>
    <dgm:cxn modelId="{EBE12E15-58DE-CE4D-8D8C-F3B62199FDEB}" type="presParOf" srcId="{2F6AC361-22EA-0D46-A5F0-E9FF45212605}" destId="{6499152E-1A60-BF40-AE09-2B6CD2A27E8F}" srcOrd="1" destOrd="0" presId="urn:microsoft.com/office/officeart/2005/8/layout/hierarchy1"/>
    <dgm:cxn modelId="{B795E49E-5216-2F4F-BF17-06BD7A35AA94}" type="presParOf" srcId="{6499152E-1A60-BF40-AE09-2B6CD2A27E8F}" destId="{DFD1B511-CA34-D443-8496-35A7492683A2}" srcOrd="0" destOrd="0" presId="urn:microsoft.com/office/officeart/2005/8/layout/hierarchy1"/>
    <dgm:cxn modelId="{34CF5517-87E7-3749-916F-EF2A78ACDE01}" type="presParOf" srcId="{6499152E-1A60-BF40-AE09-2B6CD2A27E8F}" destId="{18A572E2-7968-F34B-A710-E4900FAFF779}" srcOrd="1" destOrd="0" presId="urn:microsoft.com/office/officeart/2005/8/layout/hierarchy1"/>
    <dgm:cxn modelId="{55BA96B9-DD84-C944-AC99-82BAA728A0FE}" type="presParOf" srcId="{18A572E2-7968-F34B-A710-E4900FAFF779}" destId="{213F2037-5720-E54E-A103-BC238D839388}" srcOrd="0" destOrd="0" presId="urn:microsoft.com/office/officeart/2005/8/layout/hierarchy1"/>
    <dgm:cxn modelId="{677093ED-FE4E-5F4B-9939-81E26770E784}" type="presParOf" srcId="{213F2037-5720-E54E-A103-BC238D839388}" destId="{E4B9E52C-3F85-0249-85D4-DE999F01B739}" srcOrd="0" destOrd="0" presId="urn:microsoft.com/office/officeart/2005/8/layout/hierarchy1"/>
    <dgm:cxn modelId="{65AC4F44-5AB4-C745-9C85-7B56756EF98E}" type="presParOf" srcId="{213F2037-5720-E54E-A103-BC238D839388}" destId="{8AE4294A-7D4F-9249-B08A-D47C27F25B0A}" srcOrd="1" destOrd="0" presId="urn:microsoft.com/office/officeart/2005/8/layout/hierarchy1"/>
    <dgm:cxn modelId="{1FCD6F28-8F59-6C4E-AAD8-820B576CB74A}" type="presParOf" srcId="{18A572E2-7968-F34B-A710-E4900FAFF779}" destId="{3BB5CCF1-595B-6040-BA56-EA6B42C8F33C}" srcOrd="1" destOrd="0" presId="urn:microsoft.com/office/officeart/2005/8/layout/hierarchy1"/>
    <dgm:cxn modelId="{C5E5F1CD-DFDB-CC42-B6AC-522B8ED0DECB}" type="presParOf" srcId="{3BB5CCF1-595B-6040-BA56-EA6B42C8F33C}" destId="{8C96D037-DFA8-3E4A-AE37-7AE1EC07FAEE}" srcOrd="0" destOrd="0" presId="urn:microsoft.com/office/officeart/2005/8/layout/hierarchy1"/>
    <dgm:cxn modelId="{4378B271-A7FA-7A40-883D-A05ED4922985}" type="presParOf" srcId="{3BB5CCF1-595B-6040-BA56-EA6B42C8F33C}" destId="{4759128D-3370-0A43-B74D-F5B9DB3109B2}" srcOrd="1" destOrd="0" presId="urn:microsoft.com/office/officeart/2005/8/layout/hierarchy1"/>
    <dgm:cxn modelId="{1380124D-90FC-DD4D-BA10-C454E874ED20}" type="presParOf" srcId="{4759128D-3370-0A43-B74D-F5B9DB3109B2}" destId="{E9EE62A4-4E03-BF4D-83FF-32E54926538C}" srcOrd="0" destOrd="0" presId="urn:microsoft.com/office/officeart/2005/8/layout/hierarchy1"/>
    <dgm:cxn modelId="{6F358E4D-3401-4943-9877-B9EEC9613CAF}" type="presParOf" srcId="{E9EE62A4-4E03-BF4D-83FF-32E54926538C}" destId="{33077BEB-F800-EA40-ADF9-86BF8627E906}" srcOrd="0" destOrd="0" presId="urn:microsoft.com/office/officeart/2005/8/layout/hierarchy1"/>
    <dgm:cxn modelId="{237CB761-DF71-3445-865D-DEDC1F7880DC}" type="presParOf" srcId="{E9EE62A4-4E03-BF4D-83FF-32E54926538C}" destId="{6CE225B9-5104-AA46-9426-70F95778E0A5}" srcOrd="1" destOrd="0" presId="urn:microsoft.com/office/officeart/2005/8/layout/hierarchy1"/>
    <dgm:cxn modelId="{D95CC9E7-67AB-E84F-BFD8-D800316F2600}" type="presParOf" srcId="{4759128D-3370-0A43-B74D-F5B9DB3109B2}" destId="{5C823B57-7B5A-EB48-A156-BA7278C507D0}" srcOrd="1" destOrd="0" presId="urn:microsoft.com/office/officeart/2005/8/layout/hierarchy1"/>
    <dgm:cxn modelId="{36C2F519-2249-A14F-AD9B-747D73C4B5D9}" type="presParOf" srcId="{3BB5CCF1-595B-6040-BA56-EA6B42C8F33C}" destId="{F2759E36-11CE-B24B-98CF-C16ED61E81AE}" srcOrd="2" destOrd="0" presId="urn:microsoft.com/office/officeart/2005/8/layout/hierarchy1"/>
    <dgm:cxn modelId="{46CC5D90-7B97-2246-9702-C3A103F275BD}" type="presParOf" srcId="{3BB5CCF1-595B-6040-BA56-EA6B42C8F33C}" destId="{C069C267-E448-C649-BA2E-B7424D6C3F66}" srcOrd="3" destOrd="0" presId="urn:microsoft.com/office/officeart/2005/8/layout/hierarchy1"/>
    <dgm:cxn modelId="{7011DBF2-1DFC-C548-A979-6F8B7F14A55E}" type="presParOf" srcId="{C069C267-E448-C649-BA2E-B7424D6C3F66}" destId="{C10623CF-4CFB-6B4A-BDE2-38F6FA54F539}" srcOrd="0" destOrd="0" presId="urn:microsoft.com/office/officeart/2005/8/layout/hierarchy1"/>
    <dgm:cxn modelId="{21A041C3-0379-144B-9B94-3EB2CB3F4841}" type="presParOf" srcId="{C10623CF-4CFB-6B4A-BDE2-38F6FA54F539}" destId="{1A912856-680E-C04C-95DA-012BBCEFA28C}" srcOrd="0" destOrd="0" presId="urn:microsoft.com/office/officeart/2005/8/layout/hierarchy1"/>
    <dgm:cxn modelId="{7321561E-0209-D141-8AF7-FBD2E0F97DE5}" type="presParOf" srcId="{C10623CF-4CFB-6B4A-BDE2-38F6FA54F539}" destId="{14A4CB99-0945-FA43-A567-2B0796CF641B}" srcOrd="1" destOrd="0" presId="urn:microsoft.com/office/officeart/2005/8/layout/hierarchy1"/>
    <dgm:cxn modelId="{E90FDD71-20FD-EC4E-AF55-F897BDC018BC}" type="presParOf" srcId="{C069C267-E448-C649-BA2E-B7424D6C3F66}" destId="{3C5153E4-D4BF-3C46-9B09-0EC1E7216C40}" srcOrd="1" destOrd="0" presId="urn:microsoft.com/office/officeart/2005/8/layout/hierarchy1"/>
    <dgm:cxn modelId="{011798B8-1928-904A-8855-A4D18C691644}" type="presParOf" srcId="{3BB5CCF1-595B-6040-BA56-EA6B42C8F33C}" destId="{FA85536B-0CFC-064E-81E4-02B4675CEB38}" srcOrd="4" destOrd="0" presId="urn:microsoft.com/office/officeart/2005/8/layout/hierarchy1"/>
    <dgm:cxn modelId="{9F1569DA-DBD0-A947-A7BB-FBB73BBE0059}" type="presParOf" srcId="{3BB5CCF1-595B-6040-BA56-EA6B42C8F33C}" destId="{4AF4358A-31AE-0443-892C-BC5D9445864E}" srcOrd="5" destOrd="0" presId="urn:microsoft.com/office/officeart/2005/8/layout/hierarchy1"/>
    <dgm:cxn modelId="{6F9E8A38-768A-8043-B0DB-319741DE12D9}" type="presParOf" srcId="{4AF4358A-31AE-0443-892C-BC5D9445864E}" destId="{F95C647B-C49F-C446-8C91-E11F16A20E6E}" srcOrd="0" destOrd="0" presId="urn:microsoft.com/office/officeart/2005/8/layout/hierarchy1"/>
    <dgm:cxn modelId="{DEB4F269-0D87-C743-853A-B05BA0BA63A8}" type="presParOf" srcId="{F95C647B-C49F-C446-8C91-E11F16A20E6E}" destId="{1561741F-CCB9-E24F-B3D3-67E5E74765F2}" srcOrd="0" destOrd="0" presId="urn:microsoft.com/office/officeart/2005/8/layout/hierarchy1"/>
    <dgm:cxn modelId="{F2DAC0DF-3E33-854E-8F32-315F88FEE0CC}" type="presParOf" srcId="{F95C647B-C49F-C446-8C91-E11F16A20E6E}" destId="{5BFB65ED-9EE4-9A4B-BA7F-663987EEE4EC}" srcOrd="1" destOrd="0" presId="urn:microsoft.com/office/officeart/2005/8/layout/hierarchy1"/>
    <dgm:cxn modelId="{766636D3-45E0-AF43-9D6E-720B6B274FF4}" type="presParOf" srcId="{4AF4358A-31AE-0443-892C-BC5D9445864E}" destId="{72970EF5-F834-5740-821B-0DC70C2DD0C4}" srcOrd="1" destOrd="0" presId="urn:microsoft.com/office/officeart/2005/8/layout/hierarchy1"/>
    <dgm:cxn modelId="{E3114ADE-535B-604F-AFAE-69E2EB4AF35B}" type="presParOf" srcId="{3BB5CCF1-595B-6040-BA56-EA6B42C8F33C}" destId="{90DF3A9E-8228-3745-ACE4-8FC7DD2063E1}" srcOrd="6" destOrd="0" presId="urn:microsoft.com/office/officeart/2005/8/layout/hierarchy1"/>
    <dgm:cxn modelId="{BA262396-1AB4-3942-86DF-FC69BF656AC0}" type="presParOf" srcId="{3BB5CCF1-595B-6040-BA56-EA6B42C8F33C}" destId="{BB69F985-5267-1E4E-AE69-9A654F4E2817}" srcOrd="7" destOrd="0" presId="urn:microsoft.com/office/officeart/2005/8/layout/hierarchy1"/>
    <dgm:cxn modelId="{F0280E43-4B57-4D4A-AB83-F3F3825C3D70}" type="presParOf" srcId="{BB69F985-5267-1E4E-AE69-9A654F4E2817}" destId="{D881BC9B-E26A-F64A-A631-8B2855552D7E}" srcOrd="0" destOrd="0" presId="urn:microsoft.com/office/officeart/2005/8/layout/hierarchy1"/>
    <dgm:cxn modelId="{41AD02D6-5F8D-A140-942B-DBC630E2CCA4}" type="presParOf" srcId="{D881BC9B-E26A-F64A-A631-8B2855552D7E}" destId="{F45B7361-EE77-F643-8655-2F89D5534521}" srcOrd="0" destOrd="0" presId="urn:microsoft.com/office/officeart/2005/8/layout/hierarchy1"/>
    <dgm:cxn modelId="{35C42B58-264D-0349-92D9-01EFEF61AB2B}" type="presParOf" srcId="{D881BC9B-E26A-F64A-A631-8B2855552D7E}" destId="{B3CB44FA-3A66-4C43-9C4F-B68EA23E4797}" srcOrd="1" destOrd="0" presId="urn:microsoft.com/office/officeart/2005/8/layout/hierarchy1"/>
    <dgm:cxn modelId="{AF63A730-397C-404B-8F0B-03728BBB337A}" type="presParOf" srcId="{BB69F985-5267-1E4E-AE69-9A654F4E2817}" destId="{1376B98C-C93E-0B4D-B5FC-283DD7D44713}" srcOrd="1" destOrd="0" presId="urn:microsoft.com/office/officeart/2005/8/layout/hierarchy1"/>
    <dgm:cxn modelId="{4FB6531D-93A3-0F46-BC32-F1A709FC924F}" type="presParOf" srcId="{3BB5CCF1-595B-6040-BA56-EA6B42C8F33C}" destId="{F93329A3-31D6-764A-80C7-94F18536DB5C}" srcOrd="8" destOrd="0" presId="urn:microsoft.com/office/officeart/2005/8/layout/hierarchy1"/>
    <dgm:cxn modelId="{AB9C905F-EB47-D644-8287-C40A9F93DC3C}" type="presParOf" srcId="{3BB5CCF1-595B-6040-BA56-EA6B42C8F33C}" destId="{53EAC190-D84E-2C4F-9CA8-B695984CD8D2}" srcOrd="9" destOrd="0" presId="urn:microsoft.com/office/officeart/2005/8/layout/hierarchy1"/>
    <dgm:cxn modelId="{0B40BF99-1B05-4449-90CA-87EC6DF3E57C}" type="presParOf" srcId="{53EAC190-D84E-2C4F-9CA8-B695984CD8D2}" destId="{64BBDC54-403A-2242-93DA-42D27261F302}" srcOrd="0" destOrd="0" presId="urn:microsoft.com/office/officeart/2005/8/layout/hierarchy1"/>
    <dgm:cxn modelId="{2663D882-8513-6846-91C9-E3813408FE83}" type="presParOf" srcId="{64BBDC54-403A-2242-93DA-42D27261F302}" destId="{ED41B5C4-D2C4-2D49-B518-332ACBF0205D}" srcOrd="0" destOrd="0" presId="urn:microsoft.com/office/officeart/2005/8/layout/hierarchy1"/>
    <dgm:cxn modelId="{7C86A212-078A-7542-B0EF-04466E85F6F7}" type="presParOf" srcId="{64BBDC54-403A-2242-93DA-42D27261F302}" destId="{0DD906DD-212F-6942-8557-E72BDC863B65}" srcOrd="1" destOrd="0" presId="urn:microsoft.com/office/officeart/2005/8/layout/hierarchy1"/>
    <dgm:cxn modelId="{D69F6512-2EC7-C743-92CB-204EBB026E28}" type="presParOf" srcId="{53EAC190-D84E-2C4F-9CA8-B695984CD8D2}" destId="{EA19C5E6-161B-1D47-AC68-D0A0F064AE41}" srcOrd="1" destOrd="0" presId="urn:microsoft.com/office/officeart/2005/8/layout/hierarchy1"/>
    <dgm:cxn modelId="{A0BB30D5-9B54-D441-8B72-083B1FFE1F9F}" type="presParOf" srcId="{3BB5CCF1-595B-6040-BA56-EA6B42C8F33C}" destId="{C9CB8D21-5C4E-E845-83D5-1C89C9E428F1}" srcOrd="10" destOrd="0" presId="urn:microsoft.com/office/officeart/2005/8/layout/hierarchy1"/>
    <dgm:cxn modelId="{86527F91-B6EF-7849-AC07-49BB6328347B}" type="presParOf" srcId="{3BB5CCF1-595B-6040-BA56-EA6B42C8F33C}" destId="{53C4883B-87CF-DA43-BD5F-84AE4EA331A2}" srcOrd="11" destOrd="0" presId="urn:microsoft.com/office/officeart/2005/8/layout/hierarchy1"/>
    <dgm:cxn modelId="{E7278459-6A16-3141-AD37-574F9D0E5521}" type="presParOf" srcId="{53C4883B-87CF-DA43-BD5F-84AE4EA331A2}" destId="{37A27C3D-671B-FE43-A2E8-9150CA7E9021}" srcOrd="0" destOrd="0" presId="urn:microsoft.com/office/officeart/2005/8/layout/hierarchy1"/>
    <dgm:cxn modelId="{47088C23-0ED7-B148-84DE-F7228845CCE5}" type="presParOf" srcId="{37A27C3D-671B-FE43-A2E8-9150CA7E9021}" destId="{CB0F3837-8628-9F4F-B1B4-6DB5D42C5D1E}" srcOrd="0" destOrd="0" presId="urn:microsoft.com/office/officeart/2005/8/layout/hierarchy1"/>
    <dgm:cxn modelId="{D1610E77-334A-A145-9DD5-8A74E9234802}" type="presParOf" srcId="{37A27C3D-671B-FE43-A2E8-9150CA7E9021}" destId="{5FB4CEF9-82ED-644D-A4E2-405D99EF89A1}" srcOrd="1" destOrd="0" presId="urn:microsoft.com/office/officeart/2005/8/layout/hierarchy1"/>
    <dgm:cxn modelId="{B6654058-2F22-314F-9C01-4D32B66596CF}" type="presParOf" srcId="{53C4883B-87CF-DA43-BD5F-84AE4EA331A2}" destId="{AF367870-22E8-034B-AA4B-3F17DFC590AB}" srcOrd="1" destOrd="0" presId="urn:microsoft.com/office/officeart/2005/8/layout/hierarchy1"/>
    <dgm:cxn modelId="{820D24D7-C2A6-7B4E-BEC3-86C89FE3D6AC}" type="presParOf" srcId="{3BB5CCF1-595B-6040-BA56-EA6B42C8F33C}" destId="{A6CA068C-38BB-7E40-A464-6A85ECFBF1E0}" srcOrd="12" destOrd="0" presId="urn:microsoft.com/office/officeart/2005/8/layout/hierarchy1"/>
    <dgm:cxn modelId="{1E8493C9-4712-C644-B4F4-B4B93A83A31E}" type="presParOf" srcId="{3BB5CCF1-595B-6040-BA56-EA6B42C8F33C}" destId="{9FFBEE48-EE97-A445-88F3-9C0113FC19E8}" srcOrd="13" destOrd="0" presId="urn:microsoft.com/office/officeart/2005/8/layout/hierarchy1"/>
    <dgm:cxn modelId="{6C6404D1-9257-284C-906E-F723695D9073}" type="presParOf" srcId="{9FFBEE48-EE97-A445-88F3-9C0113FC19E8}" destId="{4DC3B7A8-D835-8E4A-8C2B-ED295A77F048}" srcOrd="0" destOrd="0" presId="urn:microsoft.com/office/officeart/2005/8/layout/hierarchy1"/>
    <dgm:cxn modelId="{AB5E042C-0768-6F45-996D-4FC6145A243A}" type="presParOf" srcId="{4DC3B7A8-D835-8E4A-8C2B-ED295A77F048}" destId="{A15AC2A8-24EE-E34B-A26D-71C2CBA8CBEF}" srcOrd="0" destOrd="0" presId="urn:microsoft.com/office/officeart/2005/8/layout/hierarchy1"/>
    <dgm:cxn modelId="{23662E8F-FB49-C341-B233-7693157E0B4B}" type="presParOf" srcId="{4DC3B7A8-D835-8E4A-8C2B-ED295A77F048}" destId="{E93838F3-731C-644F-86C1-B36BA336126D}" srcOrd="1" destOrd="0" presId="urn:microsoft.com/office/officeart/2005/8/layout/hierarchy1"/>
    <dgm:cxn modelId="{78386546-728A-F54E-9FAE-482D3EAD4EED}" type="presParOf" srcId="{9FFBEE48-EE97-A445-88F3-9C0113FC19E8}" destId="{0F928E1B-94BD-3943-BDC4-07C384481E85}" srcOrd="1" destOrd="0" presId="urn:microsoft.com/office/officeart/2005/8/layout/hierarchy1"/>
    <dgm:cxn modelId="{4B74088F-5CB2-144E-9703-258D63DD37AA}" type="presParOf" srcId="{3BB5CCF1-595B-6040-BA56-EA6B42C8F33C}" destId="{F5CB24ED-4C0A-1B47-92D2-86002213A84D}" srcOrd="14" destOrd="0" presId="urn:microsoft.com/office/officeart/2005/8/layout/hierarchy1"/>
    <dgm:cxn modelId="{D5432083-5E90-BE44-9B14-7A800C998DD0}" type="presParOf" srcId="{3BB5CCF1-595B-6040-BA56-EA6B42C8F33C}" destId="{82992A65-AEB2-804B-9DAD-48B4E0D8E870}" srcOrd="15" destOrd="0" presId="urn:microsoft.com/office/officeart/2005/8/layout/hierarchy1"/>
    <dgm:cxn modelId="{83CB43C7-A057-0848-9352-73DB7C107F27}" type="presParOf" srcId="{82992A65-AEB2-804B-9DAD-48B4E0D8E870}" destId="{DD6CE3B0-33D4-784B-934F-35FBDEEF421E}" srcOrd="0" destOrd="0" presId="urn:microsoft.com/office/officeart/2005/8/layout/hierarchy1"/>
    <dgm:cxn modelId="{CD24F844-5CF2-8A4A-8EBF-A85F747E280C}" type="presParOf" srcId="{DD6CE3B0-33D4-784B-934F-35FBDEEF421E}" destId="{E96C756D-D3B1-6046-B201-B29A44755C7F}" srcOrd="0" destOrd="0" presId="urn:microsoft.com/office/officeart/2005/8/layout/hierarchy1"/>
    <dgm:cxn modelId="{97D22251-88CB-D240-872E-D9006B34FEC0}" type="presParOf" srcId="{DD6CE3B0-33D4-784B-934F-35FBDEEF421E}" destId="{2039D758-0AA9-1D46-93F5-70CA2AC17D53}" srcOrd="1" destOrd="0" presId="urn:microsoft.com/office/officeart/2005/8/layout/hierarchy1"/>
    <dgm:cxn modelId="{67C24AF9-A03C-284D-8687-8F51D19EBDF7}" type="presParOf" srcId="{82992A65-AEB2-804B-9DAD-48B4E0D8E870}" destId="{94224B62-F1FA-1D47-8775-A6DD52BE46F4}"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71BF57-4D2F-A34C-9A80-C4863353ACE0}" type="doc">
      <dgm:prSet loTypeId="urn:microsoft.com/office/officeart/2005/8/layout/venn2" loCatId="" qsTypeId="urn:microsoft.com/office/officeart/2005/8/quickstyle/simple1" qsCatId="simple" csTypeId="urn:microsoft.com/office/officeart/2005/8/colors/accent1_2" csCatId="accent1" phldr="1"/>
      <dgm:spPr/>
      <dgm:t>
        <a:bodyPr/>
        <a:lstStyle/>
        <a:p>
          <a:endParaRPr lang="de-DE"/>
        </a:p>
      </dgm:t>
    </dgm:pt>
    <dgm:pt modelId="{652B2248-0561-494B-B8D7-F33915C4EA0B}">
      <dgm:prSet phldrT="[Text]"/>
      <dgm:spPr/>
      <dgm:t>
        <a:bodyPr/>
        <a:lstStyle/>
        <a:p>
          <a:r>
            <a:rPr lang="de-DE" dirty="0">
              <a:latin typeface="Georgia" panose="02040502050405020303" pitchFamily="18" charset="0"/>
            </a:rPr>
            <a:t>Bereich des Expertensystems</a:t>
          </a:r>
        </a:p>
      </dgm:t>
    </dgm:pt>
    <dgm:pt modelId="{8E6FF9C6-1245-974A-9A7A-B02D86F53AB6}" type="parTrans" cxnId="{5935A516-D395-D741-956A-5B575C967941}">
      <dgm:prSet/>
      <dgm:spPr/>
      <dgm:t>
        <a:bodyPr/>
        <a:lstStyle/>
        <a:p>
          <a:endParaRPr lang="de-DE">
            <a:latin typeface="Georgia" panose="02040502050405020303" pitchFamily="18" charset="0"/>
          </a:endParaRPr>
        </a:p>
      </dgm:t>
    </dgm:pt>
    <dgm:pt modelId="{52FDE4DE-101E-F84C-97FF-8FF646DCF868}" type="sibTrans" cxnId="{5935A516-D395-D741-956A-5B575C967941}">
      <dgm:prSet/>
      <dgm:spPr/>
      <dgm:t>
        <a:bodyPr/>
        <a:lstStyle/>
        <a:p>
          <a:endParaRPr lang="de-DE">
            <a:latin typeface="Georgia" panose="02040502050405020303" pitchFamily="18" charset="0"/>
          </a:endParaRPr>
        </a:p>
      </dgm:t>
    </dgm:pt>
    <dgm:pt modelId="{6DFAF0EC-4EE3-AD42-B73C-CA2ED9A5A7A4}">
      <dgm:prSet phldrT="[Text]"/>
      <dgm:spPr>
        <a:solidFill>
          <a:srgbClr val="D0D95C"/>
        </a:solidFill>
      </dgm:spPr>
      <dgm:t>
        <a:bodyPr/>
        <a:lstStyle/>
        <a:p>
          <a:r>
            <a:rPr lang="de-DE" dirty="0">
              <a:latin typeface="Georgia" panose="02040502050405020303" pitchFamily="18" charset="0"/>
            </a:rPr>
            <a:t>Wissensbasis</a:t>
          </a:r>
        </a:p>
      </dgm:t>
    </dgm:pt>
    <dgm:pt modelId="{926A67E0-43B7-DB44-85BA-091CC94DCF40}" type="parTrans" cxnId="{0EB89B66-A733-DE49-BD3C-EF47856AB6E4}">
      <dgm:prSet/>
      <dgm:spPr/>
      <dgm:t>
        <a:bodyPr/>
        <a:lstStyle/>
        <a:p>
          <a:endParaRPr lang="de-DE">
            <a:latin typeface="Georgia" panose="02040502050405020303" pitchFamily="18" charset="0"/>
          </a:endParaRPr>
        </a:p>
      </dgm:t>
    </dgm:pt>
    <dgm:pt modelId="{7E8119E5-669E-D04E-8856-1C3AA7A47275}" type="sibTrans" cxnId="{0EB89B66-A733-DE49-BD3C-EF47856AB6E4}">
      <dgm:prSet/>
      <dgm:spPr/>
      <dgm:t>
        <a:bodyPr/>
        <a:lstStyle/>
        <a:p>
          <a:endParaRPr lang="de-DE">
            <a:latin typeface="Georgia" panose="02040502050405020303" pitchFamily="18" charset="0"/>
          </a:endParaRPr>
        </a:p>
      </dgm:t>
    </dgm:pt>
    <dgm:pt modelId="{91471A6C-BD50-AB4C-96D0-F01F34EAFFAA}">
      <dgm:prSet phldrT="[Text]"/>
      <dgm:spPr>
        <a:solidFill>
          <a:srgbClr val="8EBAE5"/>
        </a:solidFill>
      </dgm:spPr>
      <dgm:t>
        <a:bodyPr/>
        <a:lstStyle/>
        <a:p>
          <a:r>
            <a:rPr lang="de-DE" dirty="0">
              <a:latin typeface="Georgia" panose="02040502050405020303" pitchFamily="18" charset="0"/>
            </a:rPr>
            <a:t>Fakten zum Bereich</a:t>
          </a:r>
        </a:p>
        <a:p>
          <a:r>
            <a:rPr lang="de-DE" dirty="0">
              <a:latin typeface="Georgia" panose="02040502050405020303" pitchFamily="18" charset="0"/>
            </a:rPr>
            <a:t>&amp;</a:t>
          </a:r>
        </a:p>
        <a:p>
          <a:r>
            <a:rPr lang="de-DE" dirty="0">
              <a:latin typeface="Georgia" panose="02040502050405020303" pitchFamily="18" charset="0"/>
            </a:rPr>
            <a:t>Heuristiken für den Bereich</a:t>
          </a:r>
        </a:p>
      </dgm:t>
    </dgm:pt>
    <dgm:pt modelId="{C9061B29-C4BE-E140-A42A-1C2CC7981DA0}" type="parTrans" cxnId="{73F5C5F5-5761-9F4F-9922-EB503E588180}">
      <dgm:prSet/>
      <dgm:spPr/>
      <dgm:t>
        <a:bodyPr/>
        <a:lstStyle/>
        <a:p>
          <a:endParaRPr lang="de-DE">
            <a:latin typeface="Georgia" panose="02040502050405020303" pitchFamily="18" charset="0"/>
          </a:endParaRPr>
        </a:p>
      </dgm:t>
    </dgm:pt>
    <dgm:pt modelId="{6CFD8A59-5321-F840-A5A5-5F6BFCD145D5}" type="sibTrans" cxnId="{73F5C5F5-5761-9F4F-9922-EB503E588180}">
      <dgm:prSet/>
      <dgm:spPr/>
      <dgm:t>
        <a:bodyPr/>
        <a:lstStyle/>
        <a:p>
          <a:endParaRPr lang="de-DE">
            <a:latin typeface="Georgia" panose="02040502050405020303" pitchFamily="18" charset="0"/>
          </a:endParaRPr>
        </a:p>
      </dgm:t>
    </dgm:pt>
    <dgm:pt modelId="{9F194F68-4DA5-2549-A903-1BB6259AA0F5}" type="pres">
      <dgm:prSet presAssocID="{CF71BF57-4D2F-A34C-9A80-C4863353ACE0}" presName="Name0" presStyleCnt="0">
        <dgm:presLayoutVars>
          <dgm:chMax val="7"/>
          <dgm:resizeHandles val="exact"/>
        </dgm:presLayoutVars>
      </dgm:prSet>
      <dgm:spPr/>
    </dgm:pt>
    <dgm:pt modelId="{70E79EA7-3756-6A4B-A6C7-5E31A0A0A3E3}" type="pres">
      <dgm:prSet presAssocID="{CF71BF57-4D2F-A34C-9A80-C4863353ACE0}" presName="comp1" presStyleCnt="0"/>
      <dgm:spPr/>
    </dgm:pt>
    <dgm:pt modelId="{1B3E14EE-F6B3-E34F-82E5-B286F8D3D73C}" type="pres">
      <dgm:prSet presAssocID="{CF71BF57-4D2F-A34C-9A80-C4863353ACE0}" presName="circle1" presStyleLbl="node1" presStyleIdx="0" presStyleCnt="3" custScaleX="106299"/>
      <dgm:spPr/>
    </dgm:pt>
    <dgm:pt modelId="{EDC50032-DE57-7046-93C3-3174D96B3E99}" type="pres">
      <dgm:prSet presAssocID="{CF71BF57-4D2F-A34C-9A80-C4863353ACE0}" presName="c1text" presStyleLbl="node1" presStyleIdx="0" presStyleCnt="3">
        <dgm:presLayoutVars>
          <dgm:bulletEnabled val="1"/>
        </dgm:presLayoutVars>
      </dgm:prSet>
      <dgm:spPr/>
    </dgm:pt>
    <dgm:pt modelId="{192A571A-4415-6E43-89FE-4F2397A90976}" type="pres">
      <dgm:prSet presAssocID="{CF71BF57-4D2F-A34C-9A80-C4863353ACE0}" presName="comp2" presStyleCnt="0"/>
      <dgm:spPr/>
    </dgm:pt>
    <dgm:pt modelId="{DD8D9741-F79C-B74F-9CF3-2301862C20D2}" type="pres">
      <dgm:prSet presAssocID="{CF71BF57-4D2F-A34C-9A80-C4863353ACE0}" presName="circle2" presStyleLbl="node1" presStyleIdx="1" presStyleCnt="3"/>
      <dgm:spPr/>
    </dgm:pt>
    <dgm:pt modelId="{9F30361D-1774-014B-A5F8-9E790237B6E0}" type="pres">
      <dgm:prSet presAssocID="{CF71BF57-4D2F-A34C-9A80-C4863353ACE0}" presName="c2text" presStyleLbl="node1" presStyleIdx="1" presStyleCnt="3">
        <dgm:presLayoutVars>
          <dgm:bulletEnabled val="1"/>
        </dgm:presLayoutVars>
      </dgm:prSet>
      <dgm:spPr/>
    </dgm:pt>
    <dgm:pt modelId="{CEEE7143-F3CA-0345-9612-722FB642867C}" type="pres">
      <dgm:prSet presAssocID="{CF71BF57-4D2F-A34C-9A80-C4863353ACE0}" presName="comp3" presStyleCnt="0"/>
      <dgm:spPr/>
    </dgm:pt>
    <dgm:pt modelId="{D4D5D3CB-A859-9F46-A2D8-DBD08754A165}" type="pres">
      <dgm:prSet presAssocID="{CF71BF57-4D2F-A34C-9A80-C4863353ACE0}" presName="circle3" presStyleLbl="node1" presStyleIdx="2" presStyleCnt="3"/>
      <dgm:spPr/>
    </dgm:pt>
    <dgm:pt modelId="{2727612E-8969-534B-B47B-E9F45B31044E}" type="pres">
      <dgm:prSet presAssocID="{CF71BF57-4D2F-A34C-9A80-C4863353ACE0}" presName="c3text" presStyleLbl="node1" presStyleIdx="2" presStyleCnt="3">
        <dgm:presLayoutVars>
          <dgm:bulletEnabled val="1"/>
        </dgm:presLayoutVars>
      </dgm:prSet>
      <dgm:spPr/>
    </dgm:pt>
  </dgm:ptLst>
  <dgm:cxnLst>
    <dgm:cxn modelId="{5935A516-D395-D741-956A-5B575C967941}" srcId="{CF71BF57-4D2F-A34C-9A80-C4863353ACE0}" destId="{652B2248-0561-494B-B8D7-F33915C4EA0B}" srcOrd="0" destOrd="0" parTransId="{8E6FF9C6-1245-974A-9A7A-B02D86F53AB6}" sibTransId="{52FDE4DE-101E-F84C-97FF-8FF646DCF868}"/>
    <dgm:cxn modelId="{A4578242-9B68-B040-9BCC-D977951E6F9D}" type="presOf" srcId="{91471A6C-BD50-AB4C-96D0-F01F34EAFFAA}" destId="{2727612E-8969-534B-B47B-E9F45B31044E}" srcOrd="1" destOrd="0" presId="urn:microsoft.com/office/officeart/2005/8/layout/venn2"/>
    <dgm:cxn modelId="{0EB89B66-A733-DE49-BD3C-EF47856AB6E4}" srcId="{CF71BF57-4D2F-A34C-9A80-C4863353ACE0}" destId="{6DFAF0EC-4EE3-AD42-B73C-CA2ED9A5A7A4}" srcOrd="1" destOrd="0" parTransId="{926A67E0-43B7-DB44-85BA-091CC94DCF40}" sibTransId="{7E8119E5-669E-D04E-8856-1C3AA7A47275}"/>
    <dgm:cxn modelId="{842D8380-C0AB-7543-8E4E-51CEA592F594}" type="presOf" srcId="{CF71BF57-4D2F-A34C-9A80-C4863353ACE0}" destId="{9F194F68-4DA5-2549-A903-1BB6259AA0F5}" srcOrd="0" destOrd="0" presId="urn:microsoft.com/office/officeart/2005/8/layout/venn2"/>
    <dgm:cxn modelId="{53899485-C728-EC4D-B989-447848748823}" type="presOf" srcId="{91471A6C-BD50-AB4C-96D0-F01F34EAFFAA}" destId="{D4D5D3CB-A859-9F46-A2D8-DBD08754A165}" srcOrd="0" destOrd="0" presId="urn:microsoft.com/office/officeart/2005/8/layout/venn2"/>
    <dgm:cxn modelId="{00C1C58C-9A71-7544-87B9-25D8095EFC04}" type="presOf" srcId="{6DFAF0EC-4EE3-AD42-B73C-CA2ED9A5A7A4}" destId="{DD8D9741-F79C-B74F-9CF3-2301862C20D2}" srcOrd="0" destOrd="0" presId="urn:microsoft.com/office/officeart/2005/8/layout/venn2"/>
    <dgm:cxn modelId="{0C24C68F-0188-BB4C-81D0-7308C60EAB06}" type="presOf" srcId="{652B2248-0561-494B-B8D7-F33915C4EA0B}" destId="{1B3E14EE-F6B3-E34F-82E5-B286F8D3D73C}" srcOrd="0" destOrd="0" presId="urn:microsoft.com/office/officeart/2005/8/layout/venn2"/>
    <dgm:cxn modelId="{B1DDAEAD-054D-8A41-8EFB-3904A8926B1B}" type="presOf" srcId="{652B2248-0561-494B-B8D7-F33915C4EA0B}" destId="{EDC50032-DE57-7046-93C3-3174D96B3E99}" srcOrd="1" destOrd="0" presId="urn:microsoft.com/office/officeart/2005/8/layout/venn2"/>
    <dgm:cxn modelId="{3C98A0AE-A83B-8440-BF6F-26F632D670AB}" type="presOf" srcId="{6DFAF0EC-4EE3-AD42-B73C-CA2ED9A5A7A4}" destId="{9F30361D-1774-014B-A5F8-9E790237B6E0}" srcOrd="1" destOrd="0" presId="urn:microsoft.com/office/officeart/2005/8/layout/venn2"/>
    <dgm:cxn modelId="{73F5C5F5-5761-9F4F-9922-EB503E588180}" srcId="{CF71BF57-4D2F-A34C-9A80-C4863353ACE0}" destId="{91471A6C-BD50-AB4C-96D0-F01F34EAFFAA}" srcOrd="2" destOrd="0" parTransId="{C9061B29-C4BE-E140-A42A-1C2CC7981DA0}" sibTransId="{6CFD8A59-5321-F840-A5A5-5F6BFCD145D5}"/>
    <dgm:cxn modelId="{62D72CA9-2EF1-6F45-B975-96ED27093BAF}" type="presParOf" srcId="{9F194F68-4DA5-2549-A903-1BB6259AA0F5}" destId="{70E79EA7-3756-6A4B-A6C7-5E31A0A0A3E3}" srcOrd="0" destOrd="0" presId="urn:microsoft.com/office/officeart/2005/8/layout/venn2"/>
    <dgm:cxn modelId="{2B9B89B3-4784-2547-9F12-CFC2C376C8C7}" type="presParOf" srcId="{70E79EA7-3756-6A4B-A6C7-5E31A0A0A3E3}" destId="{1B3E14EE-F6B3-E34F-82E5-B286F8D3D73C}" srcOrd="0" destOrd="0" presId="urn:microsoft.com/office/officeart/2005/8/layout/venn2"/>
    <dgm:cxn modelId="{6AE2BCFD-B2EA-824B-82CB-3CB838F3BAEB}" type="presParOf" srcId="{70E79EA7-3756-6A4B-A6C7-5E31A0A0A3E3}" destId="{EDC50032-DE57-7046-93C3-3174D96B3E99}" srcOrd="1" destOrd="0" presId="urn:microsoft.com/office/officeart/2005/8/layout/venn2"/>
    <dgm:cxn modelId="{20F103DA-392A-0244-A558-912B5620C720}" type="presParOf" srcId="{9F194F68-4DA5-2549-A903-1BB6259AA0F5}" destId="{192A571A-4415-6E43-89FE-4F2397A90976}" srcOrd="1" destOrd="0" presId="urn:microsoft.com/office/officeart/2005/8/layout/venn2"/>
    <dgm:cxn modelId="{73F8E3C7-FB81-B548-82FF-785B684C3A16}" type="presParOf" srcId="{192A571A-4415-6E43-89FE-4F2397A90976}" destId="{DD8D9741-F79C-B74F-9CF3-2301862C20D2}" srcOrd="0" destOrd="0" presId="urn:microsoft.com/office/officeart/2005/8/layout/venn2"/>
    <dgm:cxn modelId="{B95B99FD-CF08-F84A-931E-A7126AE44A04}" type="presParOf" srcId="{192A571A-4415-6E43-89FE-4F2397A90976}" destId="{9F30361D-1774-014B-A5F8-9E790237B6E0}" srcOrd="1" destOrd="0" presId="urn:microsoft.com/office/officeart/2005/8/layout/venn2"/>
    <dgm:cxn modelId="{EC55D305-09F9-A04D-AA9B-9139756737D5}" type="presParOf" srcId="{9F194F68-4DA5-2549-A903-1BB6259AA0F5}" destId="{CEEE7143-F3CA-0345-9612-722FB642867C}" srcOrd="2" destOrd="0" presId="urn:microsoft.com/office/officeart/2005/8/layout/venn2"/>
    <dgm:cxn modelId="{684884E6-F686-694D-99E5-F8DA2AC34125}" type="presParOf" srcId="{CEEE7143-F3CA-0345-9612-722FB642867C}" destId="{D4D5D3CB-A859-9F46-A2D8-DBD08754A165}" srcOrd="0" destOrd="0" presId="urn:microsoft.com/office/officeart/2005/8/layout/venn2"/>
    <dgm:cxn modelId="{2772F648-AD35-0442-9E79-55CA5DF0176B}" type="presParOf" srcId="{CEEE7143-F3CA-0345-9612-722FB642867C}" destId="{2727612E-8969-534B-B47B-E9F45B31044E}"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0A7AE7-0B2E-7246-A8AE-01473A9AB708}" type="doc">
      <dgm:prSet loTypeId="urn:microsoft.com/office/officeart/2005/8/layout/venn1" loCatId="" qsTypeId="urn:microsoft.com/office/officeart/2005/8/quickstyle/simple1" qsCatId="simple" csTypeId="urn:microsoft.com/office/officeart/2005/8/colors/accent1_2" csCatId="accent1" phldr="1"/>
      <dgm:spPr/>
    </dgm:pt>
    <dgm:pt modelId="{E437E83D-5E16-A041-8625-82015BBBB079}">
      <dgm:prSet phldrT="[Text]"/>
      <dgm:spPr/>
      <dgm:t>
        <a:bodyPr/>
        <a:lstStyle/>
        <a:p>
          <a:r>
            <a:rPr lang="de-DE" dirty="0"/>
            <a:t>Datenerhebung und -standardisierung</a:t>
          </a:r>
        </a:p>
      </dgm:t>
    </dgm:pt>
    <dgm:pt modelId="{3386755C-2C1C-154D-B22C-84CD777E353A}" type="parTrans" cxnId="{557B4701-7059-F240-9CFF-08BD6EB2E25F}">
      <dgm:prSet/>
      <dgm:spPr/>
      <dgm:t>
        <a:bodyPr/>
        <a:lstStyle/>
        <a:p>
          <a:endParaRPr lang="de-DE"/>
        </a:p>
      </dgm:t>
    </dgm:pt>
    <dgm:pt modelId="{9C07F4EE-4AC3-9442-B1A5-CF0125EB0809}" type="sibTrans" cxnId="{557B4701-7059-F240-9CFF-08BD6EB2E25F}">
      <dgm:prSet/>
      <dgm:spPr/>
      <dgm:t>
        <a:bodyPr/>
        <a:lstStyle/>
        <a:p>
          <a:endParaRPr lang="de-DE"/>
        </a:p>
      </dgm:t>
    </dgm:pt>
    <dgm:pt modelId="{C4B7FA53-AECD-6C4A-8E7B-8DC49A1E831F}">
      <dgm:prSet/>
      <dgm:spPr/>
      <dgm:t>
        <a:bodyPr/>
        <a:lstStyle/>
        <a:p>
          <a:endParaRPr lang="de-DE" dirty="0"/>
        </a:p>
      </dgm:t>
    </dgm:pt>
    <dgm:pt modelId="{53D73ED1-5407-7E44-A1B5-AE50EB549AED}" type="parTrans" cxnId="{4965C7F4-502D-5A4F-BA78-9B44803976C8}">
      <dgm:prSet/>
      <dgm:spPr/>
      <dgm:t>
        <a:bodyPr/>
        <a:lstStyle/>
        <a:p>
          <a:endParaRPr lang="de-DE"/>
        </a:p>
      </dgm:t>
    </dgm:pt>
    <dgm:pt modelId="{3C959EFC-3AC9-0F43-95E2-EFADBBC779A2}" type="sibTrans" cxnId="{4965C7F4-502D-5A4F-BA78-9B44803976C8}">
      <dgm:prSet/>
      <dgm:spPr/>
      <dgm:t>
        <a:bodyPr/>
        <a:lstStyle/>
        <a:p>
          <a:endParaRPr lang="de-DE"/>
        </a:p>
      </dgm:t>
    </dgm:pt>
    <dgm:pt modelId="{5C72D11F-BC78-5D44-B3F5-7A3458EBFAC4}">
      <dgm:prSet/>
      <dgm:spPr/>
      <dgm:t>
        <a:bodyPr/>
        <a:lstStyle/>
        <a:p>
          <a:r>
            <a:rPr lang="de-DE" dirty="0"/>
            <a:t>Datensicherheit und Datenschutz</a:t>
          </a:r>
        </a:p>
      </dgm:t>
    </dgm:pt>
    <dgm:pt modelId="{9AF8F898-EC78-3545-B1A7-D13991EEA1C6}" type="parTrans" cxnId="{5E11500C-E057-684B-B69C-518454602749}">
      <dgm:prSet/>
      <dgm:spPr/>
      <dgm:t>
        <a:bodyPr/>
        <a:lstStyle/>
        <a:p>
          <a:endParaRPr lang="de-DE"/>
        </a:p>
      </dgm:t>
    </dgm:pt>
    <dgm:pt modelId="{9FC47DAB-8749-F84D-8BC9-56074F582413}" type="sibTrans" cxnId="{5E11500C-E057-684B-B69C-518454602749}">
      <dgm:prSet/>
      <dgm:spPr/>
      <dgm:t>
        <a:bodyPr/>
        <a:lstStyle/>
        <a:p>
          <a:endParaRPr lang="de-DE"/>
        </a:p>
      </dgm:t>
    </dgm:pt>
    <dgm:pt modelId="{19BE12C7-577D-8340-9287-EA36CC15FCD7}" type="pres">
      <dgm:prSet presAssocID="{250A7AE7-0B2E-7246-A8AE-01473A9AB708}" presName="compositeShape" presStyleCnt="0">
        <dgm:presLayoutVars>
          <dgm:chMax val="7"/>
          <dgm:dir/>
          <dgm:resizeHandles val="exact"/>
        </dgm:presLayoutVars>
      </dgm:prSet>
      <dgm:spPr/>
    </dgm:pt>
    <dgm:pt modelId="{E450E601-EB0C-8342-814F-FE18E13B635C}" type="pres">
      <dgm:prSet presAssocID="{E437E83D-5E16-A041-8625-82015BBBB079}" presName="circ1" presStyleLbl="vennNode1" presStyleIdx="0" presStyleCnt="3"/>
      <dgm:spPr/>
    </dgm:pt>
    <dgm:pt modelId="{780DBBC6-27B0-A249-A2C2-B2782BD3E7E3}" type="pres">
      <dgm:prSet presAssocID="{E437E83D-5E16-A041-8625-82015BBBB079}" presName="circ1Tx" presStyleLbl="revTx" presStyleIdx="0" presStyleCnt="0">
        <dgm:presLayoutVars>
          <dgm:chMax val="0"/>
          <dgm:chPref val="0"/>
          <dgm:bulletEnabled val="1"/>
        </dgm:presLayoutVars>
      </dgm:prSet>
      <dgm:spPr/>
    </dgm:pt>
    <dgm:pt modelId="{B4CD1DA4-0DD5-1748-9983-DFED34001AAF}" type="pres">
      <dgm:prSet presAssocID="{C4B7FA53-AECD-6C4A-8E7B-8DC49A1E831F}" presName="circ2" presStyleLbl="vennNode1" presStyleIdx="1" presStyleCnt="3"/>
      <dgm:spPr/>
    </dgm:pt>
    <dgm:pt modelId="{18715F0C-1ACA-0245-8E5F-4523A1964978}" type="pres">
      <dgm:prSet presAssocID="{C4B7FA53-AECD-6C4A-8E7B-8DC49A1E831F}" presName="circ2Tx" presStyleLbl="revTx" presStyleIdx="0" presStyleCnt="0">
        <dgm:presLayoutVars>
          <dgm:chMax val="0"/>
          <dgm:chPref val="0"/>
          <dgm:bulletEnabled val="1"/>
        </dgm:presLayoutVars>
      </dgm:prSet>
      <dgm:spPr/>
    </dgm:pt>
    <dgm:pt modelId="{F1B3A569-9814-8145-861F-A57560215540}" type="pres">
      <dgm:prSet presAssocID="{5C72D11F-BC78-5D44-B3F5-7A3458EBFAC4}" presName="circ3" presStyleLbl="vennNode1" presStyleIdx="2" presStyleCnt="3"/>
      <dgm:spPr/>
    </dgm:pt>
    <dgm:pt modelId="{0F2E1191-8709-9B4C-BE22-5D3FE93C7D93}" type="pres">
      <dgm:prSet presAssocID="{5C72D11F-BC78-5D44-B3F5-7A3458EBFAC4}" presName="circ3Tx" presStyleLbl="revTx" presStyleIdx="0" presStyleCnt="0">
        <dgm:presLayoutVars>
          <dgm:chMax val="0"/>
          <dgm:chPref val="0"/>
          <dgm:bulletEnabled val="1"/>
        </dgm:presLayoutVars>
      </dgm:prSet>
      <dgm:spPr/>
    </dgm:pt>
  </dgm:ptLst>
  <dgm:cxnLst>
    <dgm:cxn modelId="{557B4701-7059-F240-9CFF-08BD6EB2E25F}" srcId="{250A7AE7-0B2E-7246-A8AE-01473A9AB708}" destId="{E437E83D-5E16-A041-8625-82015BBBB079}" srcOrd="0" destOrd="0" parTransId="{3386755C-2C1C-154D-B22C-84CD777E353A}" sibTransId="{9C07F4EE-4AC3-9442-B1A5-CF0125EB0809}"/>
    <dgm:cxn modelId="{5E11500C-E057-684B-B69C-518454602749}" srcId="{250A7AE7-0B2E-7246-A8AE-01473A9AB708}" destId="{5C72D11F-BC78-5D44-B3F5-7A3458EBFAC4}" srcOrd="2" destOrd="0" parTransId="{9AF8F898-EC78-3545-B1A7-D13991EEA1C6}" sibTransId="{9FC47DAB-8749-F84D-8BC9-56074F582413}"/>
    <dgm:cxn modelId="{57EC9131-C643-574F-90AA-EB499434E2C6}" type="presOf" srcId="{E437E83D-5E16-A041-8625-82015BBBB079}" destId="{E450E601-EB0C-8342-814F-FE18E13B635C}" srcOrd="1" destOrd="0" presId="urn:microsoft.com/office/officeart/2005/8/layout/venn1"/>
    <dgm:cxn modelId="{DCA22235-E5F2-CC42-A050-F6C7D6BDF1D3}" type="presOf" srcId="{5C72D11F-BC78-5D44-B3F5-7A3458EBFAC4}" destId="{0F2E1191-8709-9B4C-BE22-5D3FE93C7D93}" srcOrd="1" destOrd="0" presId="urn:microsoft.com/office/officeart/2005/8/layout/venn1"/>
    <dgm:cxn modelId="{0DB9CF4C-669A-1C49-B91B-91650FF16665}" type="presOf" srcId="{C4B7FA53-AECD-6C4A-8E7B-8DC49A1E831F}" destId="{18715F0C-1ACA-0245-8E5F-4523A1964978}" srcOrd="0" destOrd="0" presId="urn:microsoft.com/office/officeart/2005/8/layout/venn1"/>
    <dgm:cxn modelId="{AD15506E-C685-9E43-A20D-8EEC8F12933D}" type="presOf" srcId="{250A7AE7-0B2E-7246-A8AE-01473A9AB708}" destId="{19BE12C7-577D-8340-9287-EA36CC15FCD7}" srcOrd="0" destOrd="0" presId="urn:microsoft.com/office/officeart/2005/8/layout/venn1"/>
    <dgm:cxn modelId="{DA73A196-9A99-EF4C-A26A-30BEF46A6862}" type="presOf" srcId="{E437E83D-5E16-A041-8625-82015BBBB079}" destId="{780DBBC6-27B0-A249-A2C2-B2782BD3E7E3}" srcOrd="0" destOrd="0" presId="urn:microsoft.com/office/officeart/2005/8/layout/venn1"/>
    <dgm:cxn modelId="{6955EA9B-3C69-8040-811B-A3D9BF0D16CD}" type="presOf" srcId="{5C72D11F-BC78-5D44-B3F5-7A3458EBFAC4}" destId="{F1B3A569-9814-8145-861F-A57560215540}" srcOrd="0" destOrd="0" presId="urn:microsoft.com/office/officeart/2005/8/layout/venn1"/>
    <dgm:cxn modelId="{937543CF-C2D7-7847-A588-5FE21CEB9D4E}" type="presOf" srcId="{C4B7FA53-AECD-6C4A-8E7B-8DC49A1E831F}" destId="{B4CD1DA4-0DD5-1748-9983-DFED34001AAF}" srcOrd="1" destOrd="0" presId="urn:microsoft.com/office/officeart/2005/8/layout/venn1"/>
    <dgm:cxn modelId="{4965C7F4-502D-5A4F-BA78-9B44803976C8}" srcId="{250A7AE7-0B2E-7246-A8AE-01473A9AB708}" destId="{C4B7FA53-AECD-6C4A-8E7B-8DC49A1E831F}" srcOrd="1" destOrd="0" parTransId="{53D73ED1-5407-7E44-A1B5-AE50EB549AED}" sibTransId="{3C959EFC-3AC9-0F43-95E2-EFADBBC779A2}"/>
    <dgm:cxn modelId="{42129250-5308-C548-8305-D27F79B048C7}" type="presParOf" srcId="{19BE12C7-577D-8340-9287-EA36CC15FCD7}" destId="{E450E601-EB0C-8342-814F-FE18E13B635C}" srcOrd="0" destOrd="0" presId="urn:microsoft.com/office/officeart/2005/8/layout/venn1"/>
    <dgm:cxn modelId="{E1FBB465-97C9-9A41-80B4-56B3C337E3F6}" type="presParOf" srcId="{19BE12C7-577D-8340-9287-EA36CC15FCD7}" destId="{780DBBC6-27B0-A249-A2C2-B2782BD3E7E3}" srcOrd="1" destOrd="0" presId="urn:microsoft.com/office/officeart/2005/8/layout/venn1"/>
    <dgm:cxn modelId="{07719E98-2C8F-B04A-B1E3-EE9A421B602A}" type="presParOf" srcId="{19BE12C7-577D-8340-9287-EA36CC15FCD7}" destId="{B4CD1DA4-0DD5-1748-9983-DFED34001AAF}" srcOrd="2" destOrd="0" presId="urn:microsoft.com/office/officeart/2005/8/layout/venn1"/>
    <dgm:cxn modelId="{65025168-265F-4646-83E1-DECA91A09D52}" type="presParOf" srcId="{19BE12C7-577D-8340-9287-EA36CC15FCD7}" destId="{18715F0C-1ACA-0245-8E5F-4523A1964978}" srcOrd="3" destOrd="0" presId="urn:microsoft.com/office/officeart/2005/8/layout/venn1"/>
    <dgm:cxn modelId="{2A7E545A-B5BB-5449-BE8F-645090DDC4C9}" type="presParOf" srcId="{19BE12C7-577D-8340-9287-EA36CC15FCD7}" destId="{F1B3A569-9814-8145-861F-A57560215540}" srcOrd="4" destOrd="0" presId="urn:microsoft.com/office/officeart/2005/8/layout/venn1"/>
    <dgm:cxn modelId="{2E4FC425-34CF-F94D-899E-83D8E1EC908A}" type="presParOf" srcId="{19BE12C7-577D-8340-9287-EA36CC15FCD7}" destId="{0F2E1191-8709-9B4C-BE22-5D3FE93C7D93}"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665FB8B-2526-2B4C-8FB6-0E7BDBCD99BD}"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de-DE"/>
        </a:p>
      </dgm:t>
    </dgm:pt>
    <dgm:pt modelId="{BCED7569-2F5B-8142-99FF-9C5C0D4F9A71}">
      <dgm:prSet phldrT="[Text]" custT="1"/>
      <dgm:spPr/>
      <dgm:t>
        <a:bodyPr/>
        <a:lstStyle/>
        <a:p>
          <a:r>
            <a:rPr lang="de-DE" sz="700" dirty="0"/>
            <a:t>Künstliche Intelligenz (KI)</a:t>
          </a:r>
        </a:p>
      </dgm:t>
    </dgm:pt>
    <dgm:pt modelId="{1A4DD448-CCB0-D949-8165-DA57F8C6FDAE}" type="parTrans" cxnId="{660C7C00-B6F0-4D4A-9CDB-B558572037A4}">
      <dgm:prSet/>
      <dgm:spPr/>
      <dgm:t>
        <a:bodyPr/>
        <a:lstStyle/>
        <a:p>
          <a:endParaRPr lang="de-DE" sz="2400"/>
        </a:p>
      </dgm:t>
    </dgm:pt>
    <dgm:pt modelId="{3C1DDD8D-A8A1-094F-9096-0A4DEDF66FD0}" type="sibTrans" cxnId="{660C7C00-B6F0-4D4A-9CDB-B558572037A4}">
      <dgm:prSet/>
      <dgm:spPr/>
      <dgm:t>
        <a:bodyPr/>
        <a:lstStyle/>
        <a:p>
          <a:endParaRPr lang="de-DE" sz="2400"/>
        </a:p>
      </dgm:t>
    </dgm:pt>
    <dgm:pt modelId="{9C866F86-CA10-9443-BCB0-CE7F436BE27A}">
      <dgm:prSet phldrT="[Text]" custT="1"/>
      <dgm:spPr/>
      <dgm:t>
        <a:bodyPr/>
        <a:lstStyle/>
        <a:p>
          <a:r>
            <a:rPr lang="de-DE" sz="700" dirty="0"/>
            <a:t>Starke KI</a:t>
          </a:r>
        </a:p>
      </dgm:t>
    </dgm:pt>
    <dgm:pt modelId="{C1849573-EB9E-E545-9606-95480D07E439}" type="parTrans" cxnId="{B3C3ED05-D8AE-0A41-BB9B-84886CFFBC55}">
      <dgm:prSet/>
      <dgm:spPr/>
      <dgm:t>
        <a:bodyPr/>
        <a:lstStyle/>
        <a:p>
          <a:endParaRPr lang="de-DE" sz="2400"/>
        </a:p>
      </dgm:t>
    </dgm:pt>
    <dgm:pt modelId="{6E255B18-2428-F94A-97E9-2CF3EC577AF3}" type="sibTrans" cxnId="{B3C3ED05-D8AE-0A41-BB9B-84886CFFBC55}">
      <dgm:prSet/>
      <dgm:spPr/>
      <dgm:t>
        <a:bodyPr/>
        <a:lstStyle/>
        <a:p>
          <a:endParaRPr lang="de-DE" sz="2400"/>
        </a:p>
      </dgm:t>
    </dgm:pt>
    <dgm:pt modelId="{E539213E-5CE4-A740-B564-DB132FACE618}">
      <dgm:prSet phldrT="[Text]" custT="1"/>
      <dgm:spPr/>
      <dgm:t>
        <a:bodyPr/>
        <a:lstStyle/>
        <a:p>
          <a:r>
            <a:rPr lang="de-DE" sz="700" dirty="0"/>
            <a:t>Künstliche allgemeine Intelligenz</a:t>
          </a:r>
        </a:p>
      </dgm:t>
    </dgm:pt>
    <dgm:pt modelId="{85E04264-EC53-AC47-B97B-EE0A8F1D7A3E}" type="parTrans" cxnId="{2EF13BCF-96DB-C846-9A22-DFF1FF7055B0}">
      <dgm:prSet/>
      <dgm:spPr/>
      <dgm:t>
        <a:bodyPr/>
        <a:lstStyle/>
        <a:p>
          <a:endParaRPr lang="de-DE" sz="2400"/>
        </a:p>
      </dgm:t>
    </dgm:pt>
    <dgm:pt modelId="{5DF73B50-61E6-7042-ABD4-A894FDB99EC6}" type="sibTrans" cxnId="{2EF13BCF-96DB-C846-9A22-DFF1FF7055B0}">
      <dgm:prSet/>
      <dgm:spPr/>
      <dgm:t>
        <a:bodyPr/>
        <a:lstStyle/>
        <a:p>
          <a:endParaRPr lang="de-DE" sz="2400"/>
        </a:p>
      </dgm:t>
    </dgm:pt>
    <dgm:pt modelId="{DCE02AD6-E784-E043-9935-4D2EB52AA567}">
      <dgm:prSet phldrT="[Text]" custT="1"/>
      <dgm:spPr/>
      <dgm:t>
        <a:bodyPr/>
        <a:lstStyle/>
        <a:p>
          <a:r>
            <a:rPr lang="de-DE" sz="700" dirty="0"/>
            <a:t>Künstliche Superintelligenz</a:t>
          </a:r>
        </a:p>
      </dgm:t>
    </dgm:pt>
    <dgm:pt modelId="{1C8C4972-E95F-3047-89C7-5DFED4F8EC48}" type="parTrans" cxnId="{0F671B00-2D07-B144-99AF-84720D3178F5}">
      <dgm:prSet/>
      <dgm:spPr/>
      <dgm:t>
        <a:bodyPr/>
        <a:lstStyle/>
        <a:p>
          <a:endParaRPr lang="de-DE" sz="2400"/>
        </a:p>
      </dgm:t>
    </dgm:pt>
    <dgm:pt modelId="{61AF9913-E64E-4E4C-836F-0AEC8F71270E}" type="sibTrans" cxnId="{0F671B00-2D07-B144-99AF-84720D3178F5}">
      <dgm:prSet/>
      <dgm:spPr/>
      <dgm:t>
        <a:bodyPr/>
        <a:lstStyle/>
        <a:p>
          <a:endParaRPr lang="de-DE" sz="2400"/>
        </a:p>
      </dgm:t>
    </dgm:pt>
    <dgm:pt modelId="{BEF3AAB9-F953-374D-A7EE-062FD8C4A486}">
      <dgm:prSet phldrT="[Text]" custT="1"/>
      <dgm:spPr/>
      <dgm:t>
        <a:bodyPr/>
        <a:lstStyle/>
        <a:p>
          <a:r>
            <a:rPr lang="de-DE" sz="700" dirty="0"/>
            <a:t>Schwache KI</a:t>
          </a:r>
        </a:p>
      </dgm:t>
    </dgm:pt>
    <dgm:pt modelId="{756016AD-9837-594D-9603-1090A97548EF}" type="parTrans" cxnId="{0FCA06F6-84CF-9547-B26E-85B34A636067}">
      <dgm:prSet/>
      <dgm:spPr/>
      <dgm:t>
        <a:bodyPr/>
        <a:lstStyle/>
        <a:p>
          <a:endParaRPr lang="de-DE" sz="2400"/>
        </a:p>
      </dgm:t>
    </dgm:pt>
    <dgm:pt modelId="{2B137D21-0022-C042-B887-64CBB661D8D3}" type="sibTrans" cxnId="{0FCA06F6-84CF-9547-B26E-85B34A636067}">
      <dgm:prSet/>
      <dgm:spPr/>
      <dgm:t>
        <a:bodyPr/>
        <a:lstStyle/>
        <a:p>
          <a:endParaRPr lang="de-DE" sz="2400"/>
        </a:p>
      </dgm:t>
    </dgm:pt>
    <dgm:pt modelId="{756542FC-9753-6F41-AD3D-8650E6E2A08D}">
      <dgm:prSet phldrT="[Text]" custT="1"/>
      <dgm:spPr/>
      <dgm:t>
        <a:bodyPr/>
        <a:lstStyle/>
        <a:p>
          <a:r>
            <a:rPr lang="de-DE" sz="700" dirty="0"/>
            <a:t>Künstliche enge Intelligenz</a:t>
          </a:r>
        </a:p>
      </dgm:t>
    </dgm:pt>
    <dgm:pt modelId="{A3660B1B-E941-6048-BCAE-EFA11AFCC448}" type="parTrans" cxnId="{90481E86-CB66-9242-B394-8082D8D25936}">
      <dgm:prSet/>
      <dgm:spPr/>
      <dgm:t>
        <a:bodyPr/>
        <a:lstStyle/>
        <a:p>
          <a:endParaRPr lang="de-DE" sz="2400"/>
        </a:p>
      </dgm:t>
    </dgm:pt>
    <dgm:pt modelId="{3268A66A-AEA2-DC45-8549-85FCCBBA3532}" type="sibTrans" cxnId="{90481E86-CB66-9242-B394-8082D8D25936}">
      <dgm:prSet/>
      <dgm:spPr/>
      <dgm:t>
        <a:bodyPr/>
        <a:lstStyle/>
        <a:p>
          <a:endParaRPr lang="de-DE" sz="2400"/>
        </a:p>
      </dgm:t>
    </dgm:pt>
    <dgm:pt modelId="{51A349B0-1FA8-F847-9BA1-229C7C7E44EA}">
      <dgm:prSet phldrT="[Text]" custT="1"/>
      <dgm:spPr/>
      <dgm:t>
        <a:bodyPr/>
        <a:lstStyle/>
        <a:p>
          <a:r>
            <a:rPr lang="de-DE" sz="700" dirty="0"/>
            <a:t>Robotik</a:t>
          </a:r>
        </a:p>
      </dgm:t>
    </dgm:pt>
    <dgm:pt modelId="{D697E228-D4DC-E644-917B-819D54E02391}" type="parTrans" cxnId="{DD8B384E-FDED-BD4D-8885-E03645C0DBA8}">
      <dgm:prSet/>
      <dgm:spPr/>
      <dgm:t>
        <a:bodyPr/>
        <a:lstStyle/>
        <a:p>
          <a:endParaRPr lang="de-DE" sz="2400"/>
        </a:p>
      </dgm:t>
    </dgm:pt>
    <dgm:pt modelId="{B76787C6-8AAD-DD43-9EA2-5079E0707B90}" type="sibTrans" cxnId="{DD8B384E-FDED-BD4D-8885-E03645C0DBA8}">
      <dgm:prSet/>
      <dgm:spPr/>
      <dgm:t>
        <a:bodyPr/>
        <a:lstStyle/>
        <a:p>
          <a:endParaRPr lang="de-DE" sz="2400"/>
        </a:p>
      </dgm:t>
    </dgm:pt>
    <dgm:pt modelId="{012D3D09-FE6B-0E42-B15A-D17F3DF6FAFF}">
      <dgm:prSet phldrT="[Text]" custT="1"/>
      <dgm:spPr/>
      <dgm:t>
        <a:bodyPr/>
        <a:lstStyle/>
        <a:p>
          <a:r>
            <a:rPr lang="de-DE" sz="700" dirty="0"/>
            <a:t>Regelbasierte Systeme</a:t>
          </a:r>
        </a:p>
      </dgm:t>
    </dgm:pt>
    <dgm:pt modelId="{4D7B69CF-55FB-C343-BE03-F247677C4C70}" type="parTrans" cxnId="{7EA41B28-6360-224A-87C3-ED8EAE2DA685}">
      <dgm:prSet/>
      <dgm:spPr/>
      <dgm:t>
        <a:bodyPr/>
        <a:lstStyle/>
        <a:p>
          <a:endParaRPr lang="de-DE" sz="2400"/>
        </a:p>
      </dgm:t>
    </dgm:pt>
    <dgm:pt modelId="{42CA3AB6-9495-4047-9D58-CBC578B753EE}" type="sibTrans" cxnId="{7EA41B28-6360-224A-87C3-ED8EAE2DA685}">
      <dgm:prSet/>
      <dgm:spPr/>
      <dgm:t>
        <a:bodyPr/>
        <a:lstStyle/>
        <a:p>
          <a:endParaRPr lang="de-DE" sz="2400"/>
        </a:p>
      </dgm:t>
    </dgm:pt>
    <dgm:pt modelId="{463861D1-C521-5242-AA25-703F2FFAB95B}">
      <dgm:prSet phldrT="[Text]" custT="1"/>
      <dgm:spPr/>
      <dgm:t>
        <a:bodyPr/>
        <a:lstStyle/>
        <a:p>
          <a:r>
            <a:rPr lang="de-DE" sz="700" dirty="0"/>
            <a:t>Expertensysteme</a:t>
          </a:r>
        </a:p>
      </dgm:t>
    </dgm:pt>
    <dgm:pt modelId="{4280CDF7-4F41-3345-8939-5BF8FAC9BE1A}" type="parTrans" cxnId="{CB684BC7-7B16-2543-9B06-948A8C9BEB3A}">
      <dgm:prSet/>
      <dgm:spPr/>
      <dgm:t>
        <a:bodyPr/>
        <a:lstStyle/>
        <a:p>
          <a:endParaRPr lang="de-DE" sz="2400"/>
        </a:p>
      </dgm:t>
    </dgm:pt>
    <dgm:pt modelId="{A65D474B-32B5-614D-B358-56793D3286FB}" type="sibTrans" cxnId="{CB684BC7-7B16-2543-9B06-948A8C9BEB3A}">
      <dgm:prSet/>
      <dgm:spPr/>
      <dgm:t>
        <a:bodyPr/>
        <a:lstStyle/>
        <a:p>
          <a:endParaRPr lang="de-DE" sz="2400"/>
        </a:p>
      </dgm:t>
    </dgm:pt>
    <dgm:pt modelId="{AEA42EED-3490-244F-9C03-47D3E7BD4844}">
      <dgm:prSet phldrT="[Text]" custT="1"/>
      <dgm:spPr/>
      <dgm:t>
        <a:bodyPr/>
        <a:lstStyle/>
        <a:p>
          <a:r>
            <a:rPr lang="de-DE" sz="700" dirty="0"/>
            <a:t>Fuzzy-Logik-Systeme</a:t>
          </a:r>
        </a:p>
      </dgm:t>
    </dgm:pt>
    <dgm:pt modelId="{C15AFDA0-7DF7-9848-8BD3-89FDEF87C32B}" type="parTrans" cxnId="{87485632-98E9-7B48-B642-2951336BBDD4}">
      <dgm:prSet/>
      <dgm:spPr/>
      <dgm:t>
        <a:bodyPr/>
        <a:lstStyle/>
        <a:p>
          <a:endParaRPr lang="de-DE" sz="2400"/>
        </a:p>
      </dgm:t>
    </dgm:pt>
    <dgm:pt modelId="{72C94C72-5DC3-9B47-8D57-E9F390351316}" type="sibTrans" cxnId="{87485632-98E9-7B48-B642-2951336BBDD4}">
      <dgm:prSet/>
      <dgm:spPr/>
      <dgm:t>
        <a:bodyPr/>
        <a:lstStyle/>
        <a:p>
          <a:endParaRPr lang="de-DE" sz="2400"/>
        </a:p>
      </dgm:t>
    </dgm:pt>
    <dgm:pt modelId="{DC5D8F6F-8767-ED47-8642-DCD525693F4E}">
      <dgm:prSet phldrT="[Text]" custT="1"/>
      <dgm:spPr/>
      <dgm:t>
        <a:bodyPr/>
        <a:lstStyle/>
        <a:p>
          <a:r>
            <a:rPr lang="de-DE" sz="700" dirty="0"/>
            <a:t>Maschinell lernende Systeme</a:t>
          </a:r>
        </a:p>
      </dgm:t>
    </dgm:pt>
    <dgm:pt modelId="{3F68C282-1DCC-D04D-BDB5-6F0E19939A19}" type="parTrans" cxnId="{265D4DB6-3796-5E42-B8C8-170BE68698A7}">
      <dgm:prSet/>
      <dgm:spPr/>
      <dgm:t>
        <a:bodyPr/>
        <a:lstStyle/>
        <a:p>
          <a:endParaRPr lang="de-DE" sz="2400"/>
        </a:p>
      </dgm:t>
    </dgm:pt>
    <dgm:pt modelId="{45E40B78-B0B0-D249-8080-F948CA22FF54}" type="sibTrans" cxnId="{265D4DB6-3796-5E42-B8C8-170BE68698A7}">
      <dgm:prSet/>
      <dgm:spPr/>
      <dgm:t>
        <a:bodyPr/>
        <a:lstStyle/>
        <a:p>
          <a:endParaRPr lang="de-DE" sz="2400"/>
        </a:p>
      </dgm:t>
    </dgm:pt>
    <dgm:pt modelId="{8141A687-AF00-1F46-B7F9-237AD308E56A}">
      <dgm:prSet phldrT="[Text]" custT="1"/>
      <dgm:spPr/>
      <dgm:t>
        <a:bodyPr/>
        <a:lstStyle/>
        <a:p>
          <a:r>
            <a:rPr lang="de-DE" sz="700" dirty="0"/>
            <a:t>Deep-Learning-Systeme</a:t>
          </a:r>
        </a:p>
      </dgm:t>
    </dgm:pt>
    <dgm:pt modelId="{74739B9E-C302-FA49-8765-BE8F0B7EACA3}" type="parTrans" cxnId="{96497DCD-46AF-474B-A5AF-9BC285BC5A6A}">
      <dgm:prSet/>
      <dgm:spPr/>
      <dgm:t>
        <a:bodyPr/>
        <a:lstStyle/>
        <a:p>
          <a:endParaRPr lang="de-DE" sz="2400"/>
        </a:p>
      </dgm:t>
    </dgm:pt>
    <dgm:pt modelId="{D41AA01D-FD4F-354E-B30E-3092ED14126A}" type="sibTrans" cxnId="{96497DCD-46AF-474B-A5AF-9BC285BC5A6A}">
      <dgm:prSet/>
      <dgm:spPr/>
      <dgm:t>
        <a:bodyPr/>
        <a:lstStyle/>
        <a:p>
          <a:endParaRPr lang="de-DE" sz="2400"/>
        </a:p>
      </dgm:t>
    </dgm:pt>
    <dgm:pt modelId="{3B347FC6-3007-1F43-8929-6FEDFE7BBF93}">
      <dgm:prSet phldrT="[Text]" custT="1"/>
      <dgm:spPr/>
      <dgm:t>
        <a:bodyPr/>
        <a:lstStyle/>
        <a:p>
          <a:r>
            <a:rPr lang="de-DE" sz="700" dirty="0"/>
            <a:t>Computervision</a:t>
          </a:r>
        </a:p>
      </dgm:t>
    </dgm:pt>
    <dgm:pt modelId="{3EC7A521-3CA3-8F40-954D-82C9889EBCF6}" type="parTrans" cxnId="{2E84C68E-AAEB-AA4B-9C58-E28ACE8DB5E2}">
      <dgm:prSet/>
      <dgm:spPr/>
      <dgm:t>
        <a:bodyPr/>
        <a:lstStyle/>
        <a:p>
          <a:endParaRPr lang="de-DE" sz="2400"/>
        </a:p>
      </dgm:t>
    </dgm:pt>
    <dgm:pt modelId="{1C2EF480-3D83-514E-BF10-A91276D7F2F2}" type="sibTrans" cxnId="{2E84C68E-AAEB-AA4B-9C58-E28ACE8DB5E2}">
      <dgm:prSet/>
      <dgm:spPr/>
      <dgm:t>
        <a:bodyPr/>
        <a:lstStyle/>
        <a:p>
          <a:endParaRPr lang="de-DE" sz="2400"/>
        </a:p>
      </dgm:t>
    </dgm:pt>
    <dgm:pt modelId="{6607BBF7-5C1B-8E44-819B-76CD1A538120}">
      <dgm:prSet phldrT="[Text]" custT="1"/>
      <dgm:spPr/>
      <dgm:t>
        <a:bodyPr/>
        <a:lstStyle/>
        <a:p>
          <a:r>
            <a:rPr lang="de-DE" sz="700" dirty="0"/>
            <a:t>Natürliche Sprachverarbeitung</a:t>
          </a:r>
        </a:p>
      </dgm:t>
    </dgm:pt>
    <dgm:pt modelId="{BECB30E0-71B5-3943-8F4A-DF7222534957}" type="parTrans" cxnId="{8B549BE1-5A58-484E-87D0-57C32F789D07}">
      <dgm:prSet/>
      <dgm:spPr/>
      <dgm:t>
        <a:bodyPr/>
        <a:lstStyle/>
        <a:p>
          <a:endParaRPr lang="de-DE" sz="2400"/>
        </a:p>
      </dgm:t>
    </dgm:pt>
    <dgm:pt modelId="{9661F4A5-B90B-F24B-981A-05DDA926A123}" type="sibTrans" cxnId="{8B549BE1-5A58-484E-87D0-57C32F789D07}">
      <dgm:prSet/>
      <dgm:spPr/>
      <dgm:t>
        <a:bodyPr/>
        <a:lstStyle/>
        <a:p>
          <a:endParaRPr lang="de-DE" sz="2400"/>
        </a:p>
      </dgm:t>
    </dgm:pt>
    <dgm:pt modelId="{9C5714BC-DFC0-DA49-BDE8-5DD45CB56706}" type="pres">
      <dgm:prSet presAssocID="{8665FB8B-2526-2B4C-8FB6-0E7BDBCD99BD}" presName="hierChild1" presStyleCnt="0">
        <dgm:presLayoutVars>
          <dgm:chPref val="1"/>
          <dgm:dir/>
          <dgm:animOne val="branch"/>
          <dgm:animLvl val="lvl"/>
          <dgm:resizeHandles/>
        </dgm:presLayoutVars>
      </dgm:prSet>
      <dgm:spPr/>
    </dgm:pt>
    <dgm:pt modelId="{21391740-9886-6743-80CD-5EB52B497999}" type="pres">
      <dgm:prSet presAssocID="{BCED7569-2F5B-8142-99FF-9C5C0D4F9A71}" presName="hierRoot1" presStyleCnt="0"/>
      <dgm:spPr/>
    </dgm:pt>
    <dgm:pt modelId="{CAC208A1-52F2-9646-B1C4-13A78CFE75FA}" type="pres">
      <dgm:prSet presAssocID="{BCED7569-2F5B-8142-99FF-9C5C0D4F9A71}" presName="composite" presStyleCnt="0"/>
      <dgm:spPr/>
    </dgm:pt>
    <dgm:pt modelId="{C3E1AD33-45B6-5248-A660-33F2C2FA2901}" type="pres">
      <dgm:prSet presAssocID="{BCED7569-2F5B-8142-99FF-9C5C0D4F9A71}" presName="background" presStyleLbl="node0" presStyleIdx="0" presStyleCnt="1"/>
      <dgm:spPr/>
    </dgm:pt>
    <dgm:pt modelId="{A3962CE2-A1A3-9349-A401-88A586FA0FCE}" type="pres">
      <dgm:prSet presAssocID="{BCED7569-2F5B-8142-99FF-9C5C0D4F9A71}" presName="text" presStyleLbl="fgAcc0" presStyleIdx="0" presStyleCnt="1">
        <dgm:presLayoutVars>
          <dgm:chPref val="3"/>
        </dgm:presLayoutVars>
      </dgm:prSet>
      <dgm:spPr/>
    </dgm:pt>
    <dgm:pt modelId="{D5E7BC4F-4EAE-4A40-84D3-0840865AD96C}" type="pres">
      <dgm:prSet presAssocID="{BCED7569-2F5B-8142-99FF-9C5C0D4F9A71}" presName="hierChild2" presStyleCnt="0"/>
      <dgm:spPr/>
    </dgm:pt>
    <dgm:pt modelId="{CC93AB0A-5DDB-204B-B211-35A9DB78A0EB}" type="pres">
      <dgm:prSet presAssocID="{C1849573-EB9E-E545-9606-95480D07E439}" presName="Name10" presStyleLbl="parChTrans1D2" presStyleIdx="0" presStyleCnt="2"/>
      <dgm:spPr/>
    </dgm:pt>
    <dgm:pt modelId="{5F4579DB-0FD7-D649-BA6D-93A8CBBD9351}" type="pres">
      <dgm:prSet presAssocID="{9C866F86-CA10-9443-BCB0-CE7F436BE27A}" presName="hierRoot2" presStyleCnt="0"/>
      <dgm:spPr/>
    </dgm:pt>
    <dgm:pt modelId="{E76905C1-D807-444B-B585-DC094BC8BE07}" type="pres">
      <dgm:prSet presAssocID="{9C866F86-CA10-9443-BCB0-CE7F436BE27A}" presName="composite2" presStyleCnt="0"/>
      <dgm:spPr/>
    </dgm:pt>
    <dgm:pt modelId="{B39893D0-0C07-D642-A0A4-503355D5FD0B}" type="pres">
      <dgm:prSet presAssocID="{9C866F86-CA10-9443-BCB0-CE7F436BE27A}" presName="background2" presStyleLbl="node2" presStyleIdx="0" presStyleCnt="2"/>
      <dgm:spPr/>
    </dgm:pt>
    <dgm:pt modelId="{0E8B83FD-A9CE-C843-BD3A-737244B0E5C0}" type="pres">
      <dgm:prSet presAssocID="{9C866F86-CA10-9443-BCB0-CE7F436BE27A}" presName="text2" presStyleLbl="fgAcc2" presStyleIdx="0" presStyleCnt="2">
        <dgm:presLayoutVars>
          <dgm:chPref val="3"/>
        </dgm:presLayoutVars>
      </dgm:prSet>
      <dgm:spPr/>
    </dgm:pt>
    <dgm:pt modelId="{FB93E192-40D8-2D40-A3AC-E6719F98C8C2}" type="pres">
      <dgm:prSet presAssocID="{9C866F86-CA10-9443-BCB0-CE7F436BE27A}" presName="hierChild3" presStyleCnt="0"/>
      <dgm:spPr/>
    </dgm:pt>
    <dgm:pt modelId="{A532764B-3DEB-ED42-913A-AFDCD33448B0}" type="pres">
      <dgm:prSet presAssocID="{85E04264-EC53-AC47-B97B-EE0A8F1D7A3E}" presName="Name17" presStyleLbl="parChTrans1D3" presStyleIdx="0" presStyleCnt="3"/>
      <dgm:spPr/>
    </dgm:pt>
    <dgm:pt modelId="{F7D6FEF2-BBAB-184C-B7C8-9472F415E29D}" type="pres">
      <dgm:prSet presAssocID="{E539213E-5CE4-A740-B564-DB132FACE618}" presName="hierRoot3" presStyleCnt="0"/>
      <dgm:spPr/>
    </dgm:pt>
    <dgm:pt modelId="{5F8E0AD5-C212-C34F-B081-F51D565BA1FD}" type="pres">
      <dgm:prSet presAssocID="{E539213E-5CE4-A740-B564-DB132FACE618}" presName="composite3" presStyleCnt="0"/>
      <dgm:spPr/>
    </dgm:pt>
    <dgm:pt modelId="{FA982C46-266D-204D-BE1A-9297A68BE2A3}" type="pres">
      <dgm:prSet presAssocID="{E539213E-5CE4-A740-B564-DB132FACE618}" presName="background3" presStyleLbl="node3" presStyleIdx="0" presStyleCnt="3"/>
      <dgm:spPr/>
    </dgm:pt>
    <dgm:pt modelId="{19DC684B-541A-C74C-867F-993015E38567}" type="pres">
      <dgm:prSet presAssocID="{E539213E-5CE4-A740-B564-DB132FACE618}" presName="text3" presStyleLbl="fgAcc3" presStyleIdx="0" presStyleCnt="3">
        <dgm:presLayoutVars>
          <dgm:chPref val="3"/>
        </dgm:presLayoutVars>
      </dgm:prSet>
      <dgm:spPr/>
    </dgm:pt>
    <dgm:pt modelId="{EDD49850-142F-204F-BE51-BF2A3BB71EAD}" type="pres">
      <dgm:prSet presAssocID="{E539213E-5CE4-A740-B564-DB132FACE618}" presName="hierChild4" presStyleCnt="0"/>
      <dgm:spPr/>
    </dgm:pt>
    <dgm:pt modelId="{253CB5D1-E520-4443-A200-9569A2B3DAA1}" type="pres">
      <dgm:prSet presAssocID="{1C8C4972-E95F-3047-89C7-5DFED4F8EC48}" presName="Name17" presStyleLbl="parChTrans1D3" presStyleIdx="1" presStyleCnt="3"/>
      <dgm:spPr/>
    </dgm:pt>
    <dgm:pt modelId="{DA094BBF-9826-9447-8856-FAF3888C633D}" type="pres">
      <dgm:prSet presAssocID="{DCE02AD6-E784-E043-9935-4D2EB52AA567}" presName="hierRoot3" presStyleCnt="0"/>
      <dgm:spPr/>
    </dgm:pt>
    <dgm:pt modelId="{19F5B715-34B9-F24A-8D08-CB357C44D857}" type="pres">
      <dgm:prSet presAssocID="{DCE02AD6-E784-E043-9935-4D2EB52AA567}" presName="composite3" presStyleCnt="0"/>
      <dgm:spPr/>
    </dgm:pt>
    <dgm:pt modelId="{CF183058-A9CF-454E-99A9-865470E8E755}" type="pres">
      <dgm:prSet presAssocID="{DCE02AD6-E784-E043-9935-4D2EB52AA567}" presName="background3" presStyleLbl="node3" presStyleIdx="1" presStyleCnt="3"/>
      <dgm:spPr/>
    </dgm:pt>
    <dgm:pt modelId="{CBAC96B8-D912-9345-8AF5-796E1C6EA04F}" type="pres">
      <dgm:prSet presAssocID="{DCE02AD6-E784-E043-9935-4D2EB52AA567}" presName="text3" presStyleLbl="fgAcc3" presStyleIdx="1" presStyleCnt="3">
        <dgm:presLayoutVars>
          <dgm:chPref val="3"/>
        </dgm:presLayoutVars>
      </dgm:prSet>
      <dgm:spPr/>
    </dgm:pt>
    <dgm:pt modelId="{203EC67E-8405-4B41-8E5A-C34205C34252}" type="pres">
      <dgm:prSet presAssocID="{DCE02AD6-E784-E043-9935-4D2EB52AA567}" presName="hierChild4" presStyleCnt="0"/>
      <dgm:spPr/>
    </dgm:pt>
    <dgm:pt modelId="{A692CCD6-23AE-AB44-88ED-CCB9E5F1F23B}" type="pres">
      <dgm:prSet presAssocID="{756016AD-9837-594D-9603-1090A97548EF}" presName="Name10" presStyleLbl="parChTrans1D2" presStyleIdx="1" presStyleCnt="2"/>
      <dgm:spPr/>
    </dgm:pt>
    <dgm:pt modelId="{2F6AC361-22EA-0D46-A5F0-E9FF45212605}" type="pres">
      <dgm:prSet presAssocID="{BEF3AAB9-F953-374D-A7EE-062FD8C4A486}" presName="hierRoot2" presStyleCnt="0"/>
      <dgm:spPr/>
    </dgm:pt>
    <dgm:pt modelId="{DC820EA9-8CD1-A04F-B7CF-4DC13D62A937}" type="pres">
      <dgm:prSet presAssocID="{BEF3AAB9-F953-374D-A7EE-062FD8C4A486}" presName="composite2" presStyleCnt="0"/>
      <dgm:spPr/>
    </dgm:pt>
    <dgm:pt modelId="{10334DED-6B2B-C74F-ACA6-16B440EB648B}" type="pres">
      <dgm:prSet presAssocID="{BEF3AAB9-F953-374D-A7EE-062FD8C4A486}" presName="background2" presStyleLbl="node2" presStyleIdx="1" presStyleCnt="2"/>
      <dgm:spPr/>
    </dgm:pt>
    <dgm:pt modelId="{79BA10E3-CC1A-534F-BC00-2A66FF5D1B66}" type="pres">
      <dgm:prSet presAssocID="{BEF3AAB9-F953-374D-A7EE-062FD8C4A486}" presName="text2" presStyleLbl="fgAcc2" presStyleIdx="1" presStyleCnt="2">
        <dgm:presLayoutVars>
          <dgm:chPref val="3"/>
        </dgm:presLayoutVars>
      </dgm:prSet>
      <dgm:spPr/>
    </dgm:pt>
    <dgm:pt modelId="{6499152E-1A60-BF40-AE09-2B6CD2A27E8F}" type="pres">
      <dgm:prSet presAssocID="{BEF3AAB9-F953-374D-A7EE-062FD8C4A486}" presName="hierChild3" presStyleCnt="0"/>
      <dgm:spPr/>
    </dgm:pt>
    <dgm:pt modelId="{DFD1B511-CA34-D443-8496-35A7492683A2}" type="pres">
      <dgm:prSet presAssocID="{A3660B1B-E941-6048-BCAE-EFA11AFCC448}" presName="Name17" presStyleLbl="parChTrans1D3" presStyleIdx="2" presStyleCnt="3"/>
      <dgm:spPr/>
    </dgm:pt>
    <dgm:pt modelId="{18A572E2-7968-F34B-A710-E4900FAFF779}" type="pres">
      <dgm:prSet presAssocID="{756542FC-9753-6F41-AD3D-8650E6E2A08D}" presName="hierRoot3" presStyleCnt="0"/>
      <dgm:spPr/>
    </dgm:pt>
    <dgm:pt modelId="{213F2037-5720-E54E-A103-BC238D839388}" type="pres">
      <dgm:prSet presAssocID="{756542FC-9753-6F41-AD3D-8650E6E2A08D}" presName="composite3" presStyleCnt="0"/>
      <dgm:spPr/>
    </dgm:pt>
    <dgm:pt modelId="{E4B9E52C-3F85-0249-85D4-DE999F01B739}" type="pres">
      <dgm:prSet presAssocID="{756542FC-9753-6F41-AD3D-8650E6E2A08D}" presName="background3" presStyleLbl="node3" presStyleIdx="2" presStyleCnt="3"/>
      <dgm:spPr/>
    </dgm:pt>
    <dgm:pt modelId="{8AE4294A-7D4F-9249-B08A-D47C27F25B0A}" type="pres">
      <dgm:prSet presAssocID="{756542FC-9753-6F41-AD3D-8650E6E2A08D}" presName="text3" presStyleLbl="fgAcc3" presStyleIdx="2" presStyleCnt="3">
        <dgm:presLayoutVars>
          <dgm:chPref val="3"/>
        </dgm:presLayoutVars>
      </dgm:prSet>
      <dgm:spPr/>
    </dgm:pt>
    <dgm:pt modelId="{3BB5CCF1-595B-6040-BA56-EA6B42C8F33C}" type="pres">
      <dgm:prSet presAssocID="{756542FC-9753-6F41-AD3D-8650E6E2A08D}" presName="hierChild4" presStyleCnt="0"/>
      <dgm:spPr/>
    </dgm:pt>
    <dgm:pt modelId="{8C96D037-DFA8-3E4A-AE37-7AE1EC07FAEE}" type="pres">
      <dgm:prSet presAssocID="{4D7B69CF-55FB-C343-BE03-F247677C4C70}" presName="Name23" presStyleLbl="parChTrans1D4" presStyleIdx="0" presStyleCnt="8"/>
      <dgm:spPr/>
    </dgm:pt>
    <dgm:pt modelId="{4759128D-3370-0A43-B74D-F5B9DB3109B2}" type="pres">
      <dgm:prSet presAssocID="{012D3D09-FE6B-0E42-B15A-D17F3DF6FAFF}" presName="hierRoot4" presStyleCnt="0"/>
      <dgm:spPr/>
    </dgm:pt>
    <dgm:pt modelId="{E9EE62A4-4E03-BF4D-83FF-32E54926538C}" type="pres">
      <dgm:prSet presAssocID="{012D3D09-FE6B-0E42-B15A-D17F3DF6FAFF}" presName="composite4" presStyleCnt="0"/>
      <dgm:spPr/>
    </dgm:pt>
    <dgm:pt modelId="{33077BEB-F800-EA40-ADF9-86BF8627E906}" type="pres">
      <dgm:prSet presAssocID="{012D3D09-FE6B-0E42-B15A-D17F3DF6FAFF}" presName="background4" presStyleLbl="node4" presStyleIdx="0" presStyleCnt="8"/>
      <dgm:spPr/>
    </dgm:pt>
    <dgm:pt modelId="{6CE225B9-5104-AA46-9426-70F95778E0A5}" type="pres">
      <dgm:prSet presAssocID="{012D3D09-FE6B-0E42-B15A-D17F3DF6FAFF}" presName="text4" presStyleLbl="fgAcc4" presStyleIdx="0" presStyleCnt="8">
        <dgm:presLayoutVars>
          <dgm:chPref val="3"/>
        </dgm:presLayoutVars>
      </dgm:prSet>
      <dgm:spPr/>
    </dgm:pt>
    <dgm:pt modelId="{5C823B57-7B5A-EB48-A156-BA7278C507D0}" type="pres">
      <dgm:prSet presAssocID="{012D3D09-FE6B-0E42-B15A-D17F3DF6FAFF}" presName="hierChild5" presStyleCnt="0"/>
      <dgm:spPr/>
    </dgm:pt>
    <dgm:pt modelId="{F2759E36-11CE-B24B-98CF-C16ED61E81AE}" type="pres">
      <dgm:prSet presAssocID="{4280CDF7-4F41-3345-8939-5BF8FAC9BE1A}" presName="Name23" presStyleLbl="parChTrans1D4" presStyleIdx="1" presStyleCnt="8"/>
      <dgm:spPr/>
    </dgm:pt>
    <dgm:pt modelId="{C069C267-E448-C649-BA2E-B7424D6C3F66}" type="pres">
      <dgm:prSet presAssocID="{463861D1-C521-5242-AA25-703F2FFAB95B}" presName="hierRoot4" presStyleCnt="0"/>
      <dgm:spPr/>
    </dgm:pt>
    <dgm:pt modelId="{C10623CF-4CFB-6B4A-BDE2-38F6FA54F539}" type="pres">
      <dgm:prSet presAssocID="{463861D1-C521-5242-AA25-703F2FFAB95B}" presName="composite4" presStyleCnt="0"/>
      <dgm:spPr/>
    </dgm:pt>
    <dgm:pt modelId="{1A912856-680E-C04C-95DA-012BBCEFA28C}" type="pres">
      <dgm:prSet presAssocID="{463861D1-C521-5242-AA25-703F2FFAB95B}" presName="background4" presStyleLbl="node4" presStyleIdx="1" presStyleCnt="8"/>
      <dgm:spPr/>
    </dgm:pt>
    <dgm:pt modelId="{14A4CB99-0945-FA43-A567-2B0796CF641B}" type="pres">
      <dgm:prSet presAssocID="{463861D1-C521-5242-AA25-703F2FFAB95B}" presName="text4" presStyleLbl="fgAcc4" presStyleIdx="1" presStyleCnt="8">
        <dgm:presLayoutVars>
          <dgm:chPref val="3"/>
        </dgm:presLayoutVars>
      </dgm:prSet>
      <dgm:spPr/>
    </dgm:pt>
    <dgm:pt modelId="{3C5153E4-D4BF-3C46-9B09-0EC1E7216C40}" type="pres">
      <dgm:prSet presAssocID="{463861D1-C521-5242-AA25-703F2FFAB95B}" presName="hierChild5" presStyleCnt="0"/>
      <dgm:spPr/>
    </dgm:pt>
    <dgm:pt modelId="{FA85536B-0CFC-064E-81E4-02B4675CEB38}" type="pres">
      <dgm:prSet presAssocID="{C15AFDA0-7DF7-9848-8BD3-89FDEF87C32B}" presName="Name23" presStyleLbl="parChTrans1D4" presStyleIdx="2" presStyleCnt="8"/>
      <dgm:spPr/>
    </dgm:pt>
    <dgm:pt modelId="{4AF4358A-31AE-0443-892C-BC5D9445864E}" type="pres">
      <dgm:prSet presAssocID="{AEA42EED-3490-244F-9C03-47D3E7BD4844}" presName="hierRoot4" presStyleCnt="0"/>
      <dgm:spPr/>
    </dgm:pt>
    <dgm:pt modelId="{F95C647B-C49F-C446-8C91-E11F16A20E6E}" type="pres">
      <dgm:prSet presAssocID="{AEA42EED-3490-244F-9C03-47D3E7BD4844}" presName="composite4" presStyleCnt="0"/>
      <dgm:spPr/>
    </dgm:pt>
    <dgm:pt modelId="{1561741F-CCB9-E24F-B3D3-67E5E74765F2}" type="pres">
      <dgm:prSet presAssocID="{AEA42EED-3490-244F-9C03-47D3E7BD4844}" presName="background4" presStyleLbl="node4" presStyleIdx="2" presStyleCnt="8"/>
      <dgm:spPr/>
    </dgm:pt>
    <dgm:pt modelId="{5BFB65ED-9EE4-9A4B-BA7F-663987EEE4EC}" type="pres">
      <dgm:prSet presAssocID="{AEA42EED-3490-244F-9C03-47D3E7BD4844}" presName="text4" presStyleLbl="fgAcc4" presStyleIdx="2" presStyleCnt="8">
        <dgm:presLayoutVars>
          <dgm:chPref val="3"/>
        </dgm:presLayoutVars>
      </dgm:prSet>
      <dgm:spPr/>
    </dgm:pt>
    <dgm:pt modelId="{72970EF5-F834-5740-821B-0DC70C2DD0C4}" type="pres">
      <dgm:prSet presAssocID="{AEA42EED-3490-244F-9C03-47D3E7BD4844}" presName="hierChild5" presStyleCnt="0"/>
      <dgm:spPr/>
    </dgm:pt>
    <dgm:pt modelId="{90DF3A9E-8228-3745-ACE4-8FC7DD2063E1}" type="pres">
      <dgm:prSet presAssocID="{3F68C282-1DCC-D04D-BDB5-6F0E19939A19}" presName="Name23" presStyleLbl="parChTrans1D4" presStyleIdx="3" presStyleCnt="8"/>
      <dgm:spPr/>
    </dgm:pt>
    <dgm:pt modelId="{BB69F985-5267-1E4E-AE69-9A654F4E2817}" type="pres">
      <dgm:prSet presAssocID="{DC5D8F6F-8767-ED47-8642-DCD525693F4E}" presName="hierRoot4" presStyleCnt="0"/>
      <dgm:spPr/>
    </dgm:pt>
    <dgm:pt modelId="{D881BC9B-E26A-F64A-A631-8B2855552D7E}" type="pres">
      <dgm:prSet presAssocID="{DC5D8F6F-8767-ED47-8642-DCD525693F4E}" presName="composite4" presStyleCnt="0"/>
      <dgm:spPr/>
    </dgm:pt>
    <dgm:pt modelId="{F45B7361-EE77-F643-8655-2F89D5534521}" type="pres">
      <dgm:prSet presAssocID="{DC5D8F6F-8767-ED47-8642-DCD525693F4E}" presName="background4" presStyleLbl="node4" presStyleIdx="3" presStyleCnt="8"/>
      <dgm:spPr/>
    </dgm:pt>
    <dgm:pt modelId="{B3CB44FA-3A66-4C43-9C4F-B68EA23E4797}" type="pres">
      <dgm:prSet presAssocID="{DC5D8F6F-8767-ED47-8642-DCD525693F4E}" presName="text4" presStyleLbl="fgAcc4" presStyleIdx="3" presStyleCnt="8">
        <dgm:presLayoutVars>
          <dgm:chPref val="3"/>
        </dgm:presLayoutVars>
      </dgm:prSet>
      <dgm:spPr/>
    </dgm:pt>
    <dgm:pt modelId="{1376B98C-C93E-0B4D-B5FC-283DD7D44713}" type="pres">
      <dgm:prSet presAssocID="{DC5D8F6F-8767-ED47-8642-DCD525693F4E}" presName="hierChild5" presStyleCnt="0"/>
      <dgm:spPr/>
    </dgm:pt>
    <dgm:pt modelId="{F93329A3-31D6-764A-80C7-94F18536DB5C}" type="pres">
      <dgm:prSet presAssocID="{74739B9E-C302-FA49-8765-BE8F0B7EACA3}" presName="Name23" presStyleLbl="parChTrans1D4" presStyleIdx="4" presStyleCnt="8"/>
      <dgm:spPr/>
    </dgm:pt>
    <dgm:pt modelId="{53EAC190-D84E-2C4F-9CA8-B695984CD8D2}" type="pres">
      <dgm:prSet presAssocID="{8141A687-AF00-1F46-B7F9-237AD308E56A}" presName="hierRoot4" presStyleCnt="0"/>
      <dgm:spPr/>
    </dgm:pt>
    <dgm:pt modelId="{64BBDC54-403A-2242-93DA-42D27261F302}" type="pres">
      <dgm:prSet presAssocID="{8141A687-AF00-1F46-B7F9-237AD308E56A}" presName="composite4" presStyleCnt="0"/>
      <dgm:spPr/>
    </dgm:pt>
    <dgm:pt modelId="{ED41B5C4-D2C4-2D49-B518-332ACBF0205D}" type="pres">
      <dgm:prSet presAssocID="{8141A687-AF00-1F46-B7F9-237AD308E56A}" presName="background4" presStyleLbl="node4" presStyleIdx="4" presStyleCnt="8"/>
      <dgm:spPr/>
    </dgm:pt>
    <dgm:pt modelId="{0DD906DD-212F-6942-8557-E72BDC863B65}" type="pres">
      <dgm:prSet presAssocID="{8141A687-AF00-1F46-B7F9-237AD308E56A}" presName="text4" presStyleLbl="fgAcc4" presStyleIdx="4" presStyleCnt="8">
        <dgm:presLayoutVars>
          <dgm:chPref val="3"/>
        </dgm:presLayoutVars>
      </dgm:prSet>
      <dgm:spPr/>
    </dgm:pt>
    <dgm:pt modelId="{EA19C5E6-161B-1D47-AC68-D0A0F064AE41}" type="pres">
      <dgm:prSet presAssocID="{8141A687-AF00-1F46-B7F9-237AD308E56A}" presName="hierChild5" presStyleCnt="0"/>
      <dgm:spPr/>
    </dgm:pt>
    <dgm:pt modelId="{C9CB8D21-5C4E-E845-83D5-1C89C9E428F1}" type="pres">
      <dgm:prSet presAssocID="{3EC7A521-3CA3-8F40-954D-82C9889EBCF6}" presName="Name23" presStyleLbl="parChTrans1D4" presStyleIdx="5" presStyleCnt="8"/>
      <dgm:spPr/>
    </dgm:pt>
    <dgm:pt modelId="{53C4883B-87CF-DA43-BD5F-84AE4EA331A2}" type="pres">
      <dgm:prSet presAssocID="{3B347FC6-3007-1F43-8929-6FEDFE7BBF93}" presName="hierRoot4" presStyleCnt="0"/>
      <dgm:spPr/>
    </dgm:pt>
    <dgm:pt modelId="{37A27C3D-671B-FE43-A2E8-9150CA7E9021}" type="pres">
      <dgm:prSet presAssocID="{3B347FC6-3007-1F43-8929-6FEDFE7BBF93}" presName="composite4" presStyleCnt="0"/>
      <dgm:spPr/>
    </dgm:pt>
    <dgm:pt modelId="{CB0F3837-8628-9F4F-B1B4-6DB5D42C5D1E}" type="pres">
      <dgm:prSet presAssocID="{3B347FC6-3007-1F43-8929-6FEDFE7BBF93}" presName="background4" presStyleLbl="node4" presStyleIdx="5" presStyleCnt="8"/>
      <dgm:spPr/>
    </dgm:pt>
    <dgm:pt modelId="{5FB4CEF9-82ED-644D-A4E2-405D99EF89A1}" type="pres">
      <dgm:prSet presAssocID="{3B347FC6-3007-1F43-8929-6FEDFE7BBF93}" presName="text4" presStyleLbl="fgAcc4" presStyleIdx="5" presStyleCnt="8">
        <dgm:presLayoutVars>
          <dgm:chPref val="3"/>
        </dgm:presLayoutVars>
      </dgm:prSet>
      <dgm:spPr/>
    </dgm:pt>
    <dgm:pt modelId="{AF367870-22E8-034B-AA4B-3F17DFC590AB}" type="pres">
      <dgm:prSet presAssocID="{3B347FC6-3007-1F43-8929-6FEDFE7BBF93}" presName="hierChild5" presStyleCnt="0"/>
      <dgm:spPr/>
    </dgm:pt>
    <dgm:pt modelId="{A6CA068C-38BB-7E40-A464-6A85ECFBF1E0}" type="pres">
      <dgm:prSet presAssocID="{BECB30E0-71B5-3943-8F4A-DF7222534957}" presName="Name23" presStyleLbl="parChTrans1D4" presStyleIdx="6" presStyleCnt="8"/>
      <dgm:spPr/>
    </dgm:pt>
    <dgm:pt modelId="{9FFBEE48-EE97-A445-88F3-9C0113FC19E8}" type="pres">
      <dgm:prSet presAssocID="{6607BBF7-5C1B-8E44-819B-76CD1A538120}" presName="hierRoot4" presStyleCnt="0"/>
      <dgm:spPr/>
    </dgm:pt>
    <dgm:pt modelId="{4DC3B7A8-D835-8E4A-8C2B-ED295A77F048}" type="pres">
      <dgm:prSet presAssocID="{6607BBF7-5C1B-8E44-819B-76CD1A538120}" presName="composite4" presStyleCnt="0"/>
      <dgm:spPr/>
    </dgm:pt>
    <dgm:pt modelId="{A15AC2A8-24EE-E34B-A26D-71C2CBA8CBEF}" type="pres">
      <dgm:prSet presAssocID="{6607BBF7-5C1B-8E44-819B-76CD1A538120}" presName="background4" presStyleLbl="node4" presStyleIdx="6" presStyleCnt="8"/>
      <dgm:spPr/>
    </dgm:pt>
    <dgm:pt modelId="{E93838F3-731C-644F-86C1-B36BA336126D}" type="pres">
      <dgm:prSet presAssocID="{6607BBF7-5C1B-8E44-819B-76CD1A538120}" presName="text4" presStyleLbl="fgAcc4" presStyleIdx="6" presStyleCnt="8">
        <dgm:presLayoutVars>
          <dgm:chPref val="3"/>
        </dgm:presLayoutVars>
      </dgm:prSet>
      <dgm:spPr/>
    </dgm:pt>
    <dgm:pt modelId="{0F928E1B-94BD-3943-BDC4-07C384481E85}" type="pres">
      <dgm:prSet presAssocID="{6607BBF7-5C1B-8E44-819B-76CD1A538120}" presName="hierChild5" presStyleCnt="0"/>
      <dgm:spPr/>
    </dgm:pt>
    <dgm:pt modelId="{F5CB24ED-4C0A-1B47-92D2-86002213A84D}" type="pres">
      <dgm:prSet presAssocID="{D697E228-D4DC-E644-917B-819D54E02391}" presName="Name23" presStyleLbl="parChTrans1D4" presStyleIdx="7" presStyleCnt="8"/>
      <dgm:spPr/>
    </dgm:pt>
    <dgm:pt modelId="{82992A65-AEB2-804B-9DAD-48B4E0D8E870}" type="pres">
      <dgm:prSet presAssocID="{51A349B0-1FA8-F847-9BA1-229C7C7E44EA}" presName="hierRoot4" presStyleCnt="0"/>
      <dgm:spPr/>
    </dgm:pt>
    <dgm:pt modelId="{DD6CE3B0-33D4-784B-934F-35FBDEEF421E}" type="pres">
      <dgm:prSet presAssocID="{51A349B0-1FA8-F847-9BA1-229C7C7E44EA}" presName="composite4" presStyleCnt="0"/>
      <dgm:spPr/>
    </dgm:pt>
    <dgm:pt modelId="{E96C756D-D3B1-6046-B201-B29A44755C7F}" type="pres">
      <dgm:prSet presAssocID="{51A349B0-1FA8-F847-9BA1-229C7C7E44EA}" presName="background4" presStyleLbl="node4" presStyleIdx="7" presStyleCnt="8"/>
      <dgm:spPr/>
    </dgm:pt>
    <dgm:pt modelId="{2039D758-0AA9-1D46-93F5-70CA2AC17D53}" type="pres">
      <dgm:prSet presAssocID="{51A349B0-1FA8-F847-9BA1-229C7C7E44EA}" presName="text4" presStyleLbl="fgAcc4" presStyleIdx="7" presStyleCnt="8">
        <dgm:presLayoutVars>
          <dgm:chPref val="3"/>
        </dgm:presLayoutVars>
      </dgm:prSet>
      <dgm:spPr/>
    </dgm:pt>
    <dgm:pt modelId="{94224B62-F1FA-1D47-8775-A6DD52BE46F4}" type="pres">
      <dgm:prSet presAssocID="{51A349B0-1FA8-F847-9BA1-229C7C7E44EA}" presName="hierChild5" presStyleCnt="0"/>
      <dgm:spPr/>
    </dgm:pt>
  </dgm:ptLst>
  <dgm:cxnLst>
    <dgm:cxn modelId="{0F671B00-2D07-B144-99AF-84720D3178F5}" srcId="{9C866F86-CA10-9443-BCB0-CE7F436BE27A}" destId="{DCE02AD6-E784-E043-9935-4D2EB52AA567}" srcOrd="1" destOrd="0" parTransId="{1C8C4972-E95F-3047-89C7-5DFED4F8EC48}" sibTransId="{61AF9913-E64E-4E4C-836F-0AEC8F71270E}"/>
    <dgm:cxn modelId="{660C7C00-B6F0-4D4A-9CDB-B558572037A4}" srcId="{8665FB8B-2526-2B4C-8FB6-0E7BDBCD99BD}" destId="{BCED7569-2F5B-8142-99FF-9C5C0D4F9A71}" srcOrd="0" destOrd="0" parTransId="{1A4DD448-CCB0-D949-8165-DA57F8C6FDAE}" sibTransId="{3C1DDD8D-A8A1-094F-9096-0A4DEDF66FD0}"/>
    <dgm:cxn modelId="{B3C3ED05-D8AE-0A41-BB9B-84886CFFBC55}" srcId="{BCED7569-2F5B-8142-99FF-9C5C0D4F9A71}" destId="{9C866F86-CA10-9443-BCB0-CE7F436BE27A}" srcOrd="0" destOrd="0" parTransId="{C1849573-EB9E-E545-9606-95480D07E439}" sibTransId="{6E255B18-2428-F94A-97E9-2CF3EC577AF3}"/>
    <dgm:cxn modelId="{2611410B-4160-E443-A8CA-62A3D5F85A31}" type="presOf" srcId="{1C8C4972-E95F-3047-89C7-5DFED4F8EC48}" destId="{253CB5D1-E520-4443-A200-9569A2B3DAA1}" srcOrd="0" destOrd="0" presId="urn:microsoft.com/office/officeart/2005/8/layout/hierarchy1"/>
    <dgm:cxn modelId="{429F7D0C-A081-3049-9A09-434A9BDFC57F}" type="presOf" srcId="{463861D1-C521-5242-AA25-703F2FFAB95B}" destId="{14A4CB99-0945-FA43-A567-2B0796CF641B}" srcOrd="0" destOrd="0" presId="urn:microsoft.com/office/officeart/2005/8/layout/hierarchy1"/>
    <dgm:cxn modelId="{7EA41B28-6360-224A-87C3-ED8EAE2DA685}" srcId="{756542FC-9753-6F41-AD3D-8650E6E2A08D}" destId="{012D3D09-FE6B-0E42-B15A-D17F3DF6FAFF}" srcOrd="0" destOrd="0" parTransId="{4D7B69CF-55FB-C343-BE03-F247677C4C70}" sibTransId="{42CA3AB6-9495-4047-9D58-CBC578B753EE}"/>
    <dgm:cxn modelId="{B12BA128-C44D-3448-B3C2-E7DCB4D4E4CD}" type="presOf" srcId="{3EC7A521-3CA3-8F40-954D-82C9889EBCF6}" destId="{C9CB8D21-5C4E-E845-83D5-1C89C9E428F1}" srcOrd="0" destOrd="0" presId="urn:microsoft.com/office/officeart/2005/8/layout/hierarchy1"/>
    <dgm:cxn modelId="{D7EC1131-59B3-844B-BC13-DCB0D91D2A43}" type="presOf" srcId="{74739B9E-C302-FA49-8765-BE8F0B7EACA3}" destId="{F93329A3-31D6-764A-80C7-94F18536DB5C}" srcOrd="0" destOrd="0" presId="urn:microsoft.com/office/officeart/2005/8/layout/hierarchy1"/>
    <dgm:cxn modelId="{87485632-98E9-7B48-B642-2951336BBDD4}" srcId="{756542FC-9753-6F41-AD3D-8650E6E2A08D}" destId="{AEA42EED-3490-244F-9C03-47D3E7BD4844}" srcOrd="2" destOrd="0" parTransId="{C15AFDA0-7DF7-9848-8BD3-89FDEF87C32B}" sibTransId="{72C94C72-5DC3-9B47-8D57-E9F390351316}"/>
    <dgm:cxn modelId="{6E915034-B761-BB4E-948F-710CD4F78085}" type="presOf" srcId="{9C866F86-CA10-9443-BCB0-CE7F436BE27A}" destId="{0E8B83FD-A9CE-C843-BD3A-737244B0E5C0}" srcOrd="0" destOrd="0" presId="urn:microsoft.com/office/officeart/2005/8/layout/hierarchy1"/>
    <dgm:cxn modelId="{5547F536-6A3E-F849-BA4F-05A83D2C79A1}" type="presOf" srcId="{85E04264-EC53-AC47-B97B-EE0A8F1D7A3E}" destId="{A532764B-3DEB-ED42-913A-AFDCD33448B0}" srcOrd="0" destOrd="0" presId="urn:microsoft.com/office/officeart/2005/8/layout/hierarchy1"/>
    <dgm:cxn modelId="{A3C36839-C086-1A44-9554-412286B45B9A}" type="presOf" srcId="{D697E228-D4DC-E644-917B-819D54E02391}" destId="{F5CB24ED-4C0A-1B47-92D2-86002213A84D}" srcOrd="0" destOrd="0" presId="urn:microsoft.com/office/officeart/2005/8/layout/hierarchy1"/>
    <dgm:cxn modelId="{9FDC5B3F-55A0-454C-B45C-02D361145D3F}" type="presOf" srcId="{4D7B69CF-55FB-C343-BE03-F247677C4C70}" destId="{8C96D037-DFA8-3E4A-AE37-7AE1EC07FAEE}" srcOrd="0" destOrd="0" presId="urn:microsoft.com/office/officeart/2005/8/layout/hierarchy1"/>
    <dgm:cxn modelId="{56BA2C4C-1990-EB43-877F-3965994C25EB}" type="presOf" srcId="{C1849573-EB9E-E545-9606-95480D07E439}" destId="{CC93AB0A-5DDB-204B-B211-35A9DB78A0EB}" srcOrd="0" destOrd="0" presId="urn:microsoft.com/office/officeart/2005/8/layout/hierarchy1"/>
    <dgm:cxn modelId="{DD8B384E-FDED-BD4D-8885-E03645C0DBA8}" srcId="{756542FC-9753-6F41-AD3D-8650E6E2A08D}" destId="{51A349B0-1FA8-F847-9BA1-229C7C7E44EA}" srcOrd="7" destOrd="0" parTransId="{D697E228-D4DC-E644-917B-819D54E02391}" sibTransId="{B76787C6-8AAD-DD43-9EA2-5079E0707B90}"/>
    <dgm:cxn modelId="{DE74F852-BF29-C54A-BA23-B965DD37831F}" type="presOf" srcId="{756016AD-9837-594D-9603-1090A97548EF}" destId="{A692CCD6-23AE-AB44-88ED-CCB9E5F1F23B}" srcOrd="0" destOrd="0" presId="urn:microsoft.com/office/officeart/2005/8/layout/hierarchy1"/>
    <dgm:cxn modelId="{A6A8E357-08F2-CD4A-8D9E-15EAA30C1AC9}" type="presOf" srcId="{3B347FC6-3007-1F43-8929-6FEDFE7BBF93}" destId="{5FB4CEF9-82ED-644D-A4E2-405D99EF89A1}" srcOrd="0" destOrd="0" presId="urn:microsoft.com/office/officeart/2005/8/layout/hierarchy1"/>
    <dgm:cxn modelId="{8A3DC961-5BAA-4242-B67B-C989DA52115A}" type="presOf" srcId="{8665FB8B-2526-2B4C-8FB6-0E7BDBCD99BD}" destId="{9C5714BC-DFC0-DA49-BDE8-5DD45CB56706}" srcOrd="0" destOrd="0" presId="urn:microsoft.com/office/officeart/2005/8/layout/hierarchy1"/>
    <dgm:cxn modelId="{3A629678-1B30-5144-A779-2ADF9172C536}" type="presOf" srcId="{6607BBF7-5C1B-8E44-819B-76CD1A538120}" destId="{E93838F3-731C-644F-86C1-B36BA336126D}" srcOrd="0" destOrd="0" presId="urn:microsoft.com/office/officeart/2005/8/layout/hierarchy1"/>
    <dgm:cxn modelId="{ED09CA7B-EF34-674E-8B7D-EC5A3D2B5699}" type="presOf" srcId="{AEA42EED-3490-244F-9C03-47D3E7BD4844}" destId="{5BFB65ED-9EE4-9A4B-BA7F-663987EEE4EC}" srcOrd="0" destOrd="0" presId="urn:microsoft.com/office/officeart/2005/8/layout/hierarchy1"/>
    <dgm:cxn modelId="{90481E86-CB66-9242-B394-8082D8D25936}" srcId="{BEF3AAB9-F953-374D-A7EE-062FD8C4A486}" destId="{756542FC-9753-6F41-AD3D-8650E6E2A08D}" srcOrd="0" destOrd="0" parTransId="{A3660B1B-E941-6048-BCAE-EFA11AFCC448}" sibTransId="{3268A66A-AEA2-DC45-8549-85FCCBBA3532}"/>
    <dgm:cxn modelId="{D9B0C888-F1DB-2945-AE53-376BB9DE9190}" type="presOf" srcId="{756542FC-9753-6F41-AD3D-8650E6E2A08D}" destId="{8AE4294A-7D4F-9249-B08A-D47C27F25B0A}" srcOrd="0" destOrd="0" presId="urn:microsoft.com/office/officeart/2005/8/layout/hierarchy1"/>
    <dgm:cxn modelId="{1A609F8B-A5F6-F24E-A83A-E4CCCC29D4EC}" type="presOf" srcId="{BEF3AAB9-F953-374D-A7EE-062FD8C4A486}" destId="{79BA10E3-CC1A-534F-BC00-2A66FF5D1B66}" srcOrd="0" destOrd="0" presId="urn:microsoft.com/office/officeart/2005/8/layout/hierarchy1"/>
    <dgm:cxn modelId="{54D7F88D-B5F0-8E40-B865-30A1B1FE47A7}" type="presOf" srcId="{51A349B0-1FA8-F847-9BA1-229C7C7E44EA}" destId="{2039D758-0AA9-1D46-93F5-70CA2AC17D53}" srcOrd="0" destOrd="0" presId="urn:microsoft.com/office/officeart/2005/8/layout/hierarchy1"/>
    <dgm:cxn modelId="{2E84C68E-AAEB-AA4B-9C58-E28ACE8DB5E2}" srcId="{756542FC-9753-6F41-AD3D-8650E6E2A08D}" destId="{3B347FC6-3007-1F43-8929-6FEDFE7BBF93}" srcOrd="5" destOrd="0" parTransId="{3EC7A521-3CA3-8F40-954D-82C9889EBCF6}" sibTransId="{1C2EF480-3D83-514E-BF10-A91276D7F2F2}"/>
    <dgm:cxn modelId="{7A21C894-B78F-1C4F-9356-DBD9788D46DC}" type="presOf" srcId="{8141A687-AF00-1F46-B7F9-237AD308E56A}" destId="{0DD906DD-212F-6942-8557-E72BDC863B65}" srcOrd="0" destOrd="0" presId="urn:microsoft.com/office/officeart/2005/8/layout/hierarchy1"/>
    <dgm:cxn modelId="{211DCE9D-1797-154E-8BEC-A367CC6795B8}" type="presOf" srcId="{C15AFDA0-7DF7-9848-8BD3-89FDEF87C32B}" destId="{FA85536B-0CFC-064E-81E4-02B4675CEB38}" srcOrd="0" destOrd="0" presId="urn:microsoft.com/office/officeart/2005/8/layout/hierarchy1"/>
    <dgm:cxn modelId="{4B39FCAA-A19E-B44D-B8D6-6C67F7AAD53D}" type="presOf" srcId="{A3660B1B-E941-6048-BCAE-EFA11AFCC448}" destId="{DFD1B511-CA34-D443-8496-35A7492683A2}" srcOrd="0" destOrd="0" presId="urn:microsoft.com/office/officeart/2005/8/layout/hierarchy1"/>
    <dgm:cxn modelId="{2F1FC5AC-2E25-3148-A848-CEA06B148AFC}" type="presOf" srcId="{4280CDF7-4F41-3345-8939-5BF8FAC9BE1A}" destId="{F2759E36-11CE-B24B-98CF-C16ED61E81AE}" srcOrd="0" destOrd="0" presId="urn:microsoft.com/office/officeart/2005/8/layout/hierarchy1"/>
    <dgm:cxn modelId="{265D4DB6-3796-5E42-B8C8-170BE68698A7}" srcId="{756542FC-9753-6F41-AD3D-8650E6E2A08D}" destId="{DC5D8F6F-8767-ED47-8642-DCD525693F4E}" srcOrd="3" destOrd="0" parTransId="{3F68C282-1DCC-D04D-BDB5-6F0E19939A19}" sibTransId="{45E40B78-B0B0-D249-8080-F948CA22FF54}"/>
    <dgm:cxn modelId="{778D95BD-7645-B749-A050-AD09748CB7AE}" type="presOf" srcId="{BECB30E0-71B5-3943-8F4A-DF7222534957}" destId="{A6CA068C-38BB-7E40-A464-6A85ECFBF1E0}" srcOrd="0" destOrd="0" presId="urn:microsoft.com/office/officeart/2005/8/layout/hierarchy1"/>
    <dgm:cxn modelId="{CB684BC7-7B16-2543-9B06-948A8C9BEB3A}" srcId="{756542FC-9753-6F41-AD3D-8650E6E2A08D}" destId="{463861D1-C521-5242-AA25-703F2FFAB95B}" srcOrd="1" destOrd="0" parTransId="{4280CDF7-4F41-3345-8939-5BF8FAC9BE1A}" sibTransId="{A65D474B-32B5-614D-B358-56793D3286FB}"/>
    <dgm:cxn modelId="{96497DCD-46AF-474B-A5AF-9BC285BC5A6A}" srcId="{756542FC-9753-6F41-AD3D-8650E6E2A08D}" destId="{8141A687-AF00-1F46-B7F9-237AD308E56A}" srcOrd="4" destOrd="0" parTransId="{74739B9E-C302-FA49-8765-BE8F0B7EACA3}" sibTransId="{D41AA01D-FD4F-354E-B30E-3092ED14126A}"/>
    <dgm:cxn modelId="{2EF13BCF-96DB-C846-9A22-DFF1FF7055B0}" srcId="{9C866F86-CA10-9443-BCB0-CE7F436BE27A}" destId="{E539213E-5CE4-A740-B564-DB132FACE618}" srcOrd="0" destOrd="0" parTransId="{85E04264-EC53-AC47-B97B-EE0A8F1D7A3E}" sibTransId="{5DF73B50-61E6-7042-ABD4-A894FDB99EC6}"/>
    <dgm:cxn modelId="{884F47D2-4EB6-DF4D-BC56-0416444413C8}" type="presOf" srcId="{3F68C282-1DCC-D04D-BDB5-6F0E19939A19}" destId="{90DF3A9E-8228-3745-ACE4-8FC7DD2063E1}" srcOrd="0" destOrd="0" presId="urn:microsoft.com/office/officeart/2005/8/layout/hierarchy1"/>
    <dgm:cxn modelId="{FB68F2DC-AD3F-104D-90D5-87F5FC7566CE}" type="presOf" srcId="{BCED7569-2F5B-8142-99FF-9C5C0D4F9A71}" destId="{A3962CE2-A1A3-9349-A401-88A586FA0FCE}" srcOrd="0" destOrd="0" presId="urn:microsoft.com/office/officeart/2005/8/layout/hierarchy1"/>
    <dgm:cxn modelId="{8B549BE1-5A58-484E-87D0-57C32F789D07}" srcId="{756542FC-9753-6F41-AD3D-8650E6E2A08D}" destId="{6607BBF7-5C1B-8E44-819B-76CD1A538120}" srcOrd="6" destOrd="0" parTransId="{BECB30E0-71B5-3943-8F4A-DF7222534957}" sibTransId="{9661F4A5-B90B-F24B-981A-05DDA926A123}"/>
    <dgm:cxn modelId="{1CE869E2-508C-EB4C-A6B3-494966463C67}" type="presOf" srcId="{DC5D8F6F-8767-ED47-8642-DCD525693F4E}" destId="{B3CB44FA-3A66-4C43-9C4F-B68EA23E4797}" srcOrd="0" destOrd="0" presId="urn:microsoft.com/office/officeart/2005/8/layout/hierarchy1"/>
    <dgm:cxn modelId="{B7B57FE2-82E8-E348-934F-E5CC3A04EDDF}" type="presOf" srcId="{012D3D09-FE6B-0E42-B15A-D17F3DF6FAFF}" destId="{6CE225B9-5104-AA46-9426-70F95778E0A5}" srcOrd="0" destOrd="0" presId="urn:microsoft.com/office/officeart/2005/8/layout/hierarchy1"/>
    <dgm:cxn modelId="{FCE6A5E4-7139-B34A-9ECD-976CD870AAE5}" type="presOf" srcId="{DCE02AD6-E784-E043-9935-4D2EB52AA567}" destId="{CBAC96B8-D912-9345-8AF5-796E1C6EA04F}" srcOrd="0" destOrd="0" presId="urn:microsoft.com/office/officeart/2005/8/layout/hierarchy1"/>
    <dgm:cxn modelId="{0FCA06F6-84CF-9547-B26E-85B34A636067}" srcId="{BCED7569-2F5B-8142-99FF-9C5C0D4F9A71}" destId="{BEF3AAB9-F953-374D-A7EE-062FD8C4A486}" srcOrd="1" destOrd="0" parTransId="{756016AD-9837-594D-9603-1090A97548EF}" sibTransId="{2B137D21-0022-C042-B887-64CBB661D8D3}"/>
    <dgm:cxn modelId="{9120C0F7-526F-BA4A-B559-EC0831A7EB63}" type="presOf" srcId="{E539213E-5CE4-A740-B564-DB132FACE618}" destId="{19DC684B-541A-C74C-867F-993015E38567}" srcOrd="0" destOrd="0" presId="urn:microsoft.com/office/officeart/2005/8/layout/hierarchy1"/>
    <dgm:cxn modelId="{94F0D36D-C80C-BB4A-A6CF-92987C7781C0}" type="presParOf" srcId="{9C5714BC-DFC0-DA49-BDE8-5DD45CB56706}" destId="{21391740-9886-6743-80CD-5EB52B497999}" srcOrd="0" destOrd="0" presId="urn:microsoft.com/office/officeart/2005/8/layout/hierarchy1"/>
    <dgm:cxn modelId="{A7478DEC-D639-AB42-9D5D-306E06F62F7E}" type="presParOf" srcId="{21391740-9886-6743-80CD-5EB52B497999}" destId="{CAC208A1-52F2-9646-B1C4-13A78CFE75FA}" srcOrd="0" destOrd="0" presId="urn:microsoft.com/office/officeart/2005/8/layout/hierarchy1"/>
    <dgm:cxn modelId="{4F12072D-102D-6C47-8C02-6975AB42087C}" type="presParOf" srcId="{CAC208A1-52F2-9646-B1C4-13A78CFE75FA}" destId="{C3E1AD33-45B6-5248-A660-33F2C2FA2901}" srcOrd="0" destOrd="0" presId="urn:microsoft.com/office/officeart/2005/8/layout/hierarchy1"/>
    <dgm:cxn modelId="{6D05A93E-BF65-B547-9113-DEAC7CEC1F1E}" type="presParOf" srcId="{CAC208A1-52F2-9646-B1C4-13A78CFE75FA}" destId="{A3962CE2-A1A3-9349-A401-88A586FA0FCE}" srcOrd="1" destOrd="0" presId="urn:microsoft.com/office/officeart/2005/8/layout/hierarchy1"/>
    <dgm:cxn modelId="{D3D67BE9-E612-AB4A-A661-3808B595E027}" type="presParOf" srcId="{21391740-9886-6743-80CD-5EB52B497999}" destId="{D5E7BC4F-4EAE-4A40-84D3-0840865AD96C}" srcOrd="1" destOrd="0" presId="urn:microsoft.com/office/officeart/2005/8/layout/hierarchy1"/>
    <dgm:cxn modelId="{8D48EA46-C161-6A49-9363-E19D736BED07}" type="presParOf" srcId="{D5E7BC4F-4EAE-4A40-84D3-0840865AD96C}" destId="{CC93AB0A-5DDB-204B-B211-35A9DB78A0EB}" srcOrd="0" destOrd="0" presId="urn:microsoft.com/office/officeart/2005/8/layout/hierarchy1"/>
    <dgm:cxn modelId="{A1B99A0C-8CFB-DC4A-8102-3150E5371B2E}" type="presParOf" srcId="{D5E7BC4F-4EAE-4A40-84D3-0840865AD96C}" destId="{5F4579DB-0FD7-D649-BA6D-93A8CBBD9351}" srcOrd="1" destOrd="0" presId="urn:microsoft.com/office/officeart/2005/8/layout/hierarchy1"/>
    <dgm:cxn modelId="{795A9D7B-1C69-3C48-AB43-EA06BF5BE155}" type="presParOf" srcId="{5F4579DB-0FD7-D649-BA6D-93A8CBBD9351}" destId="{E76905C1-D807-444B-B585-DC094BC8BE07}" srcOrd="0" destOrd="0" presId="urn:microsoft.com/office/officeart/2005/8/layout/hierarchy1"/>
    <dgm:cxn modelId="{8C56A14F-0185-D14D-805E-1FED0F363927}" type="presParOf" srcId="{E76905C1-D807-444B-B585-DC094BC8BE07}" destId="{B39893D0-0C07-D642-A0A4-503355D5FD0B}" srcOrd="0" destOrd="0" presId="urn:microsoft.com/office/officeart/2005/8/layout/hierarchy1"/>
    <dgm:cxn modelId="{21A446FE-B369-814D-AD7A-21A496B29C47}" type="presParOf" srcId="{E76905C1-D807-444B-B585-DC094BC8BE07}" destId="{0E8B83FD-A9CE-C843-BD3A-737244B0E5C0}" srcOrd="1" destOrd="0" presId="urn:microsoft.com/office/officeart/2005/8/layout/hierarchy1"/>
    <dgm:cxn modelId="{B4C0DF4F-476E-9048-9CB1-904639762C70}" type="presParOf" srcId="{5F4579DB-0FD7-D649-BA6D-93A8CBBD9351}" destId="{FB93E192-40D8-2D40-A3AC-E6719F98C8C2}" srcOrd="1" destOrd="0" presId="urn:microsoft.com/office/officeart/2005/8/layout/hierarchy1"/>
    <dgm:cxn modelId="{C007E7FB-7D3D-1248-9AF4-DB779EEFED3A}" type="presParOf" srcId="{FB93E192-40D8-2D40-A3AC-E6719F98C8C2}" destId="{A532764B-3DEB-ED42-913A-AFDCD33448B0}" srcOrd="0" destOrd="0" presId="urn:microsoft.com/office/officeart/2005/8/layout/hierarchy1"/>
    <dgm:cxn modelId="{6B0E3E97-95F8-824F-9FB5-D36C5FEA2B2D}" type="presParOf" srcId="{FB93E192-40D8-2D40-A3AC-E6719F98C8C2}" destId="{F7D6FEF2-BBAB-184C-B7C8-9472F415E29D}" srcOrd="1" destOrd="0" presId="urn:microsoft.com/office/officeart/2005/8/layout/hierarchy1"/>
    <dgm:cxn modelId="{B0E780CA-0EF9-E448-B793-117E40DBB0B2}" type="presParOf" srcId="{F7D6FEF2-BBAB-184C-B7C8-9472F415E29D}" destId="{5F8E0AD5-C212-C34F-B081-F51D565BA1FD}" srcOrd="0" destOrd="0" presId="urn:microsoft.com/office/officeart/2005/8/layout/hierarchy1"/>
    <dgm:cxn modelId="{DF8991B9-6B2A-1D43-9C25-5BDBD08FD9B6}" type="presParOf" srcId="{5F8E0AD5-C212-C34F-B081-F51D565BA1FD}" destId="{FA982C46-266D-204D-BE1A-9297A68BE2A3}" srcOrd="0" destOrd="0" presId="urn:microsoft.com/office/officeart/2005/8/layout/hierarchy1"/>
    <dgm:cxn modelId="{F8CA50E2-6991-3F4A-A8E9-17A035AEF07F}" type="presParOf" srcId="{5F8E0AD5-C212-C34F-B081-F51D565BA1FD}" destId="{19DC684B-541A-C74C-867F-993015E38567}" srcOrd="1" destOrd="0" presId="urn:microsoft.com/office/officeart/2005/8/layout/hierarchy1"/>
    <dgm:cxn modelId="{BB1B632E-8344-DD42-B841-A0634BF28158}" type="presParOf" srcId="{F7D6FEF2-BBAB-184C-B7C8-9472F415E29D}" destId="{EDD49850-142F-204F-BE51-BF2A3BB71EAD}" srcOrd="1" destOrd="0" presId="urn:microsoft.com/office/officeart/2005/8/layout/hierarchy1"/>
    <dgm:cxn modelId="{F43C7E5E-4032-8146-B93C-EE96350D90CA}" type="presParOf" srcId="{FB93E192-40D8-2D40-A3AC-E6719F98C8C2}" destId="{253CB5D1-E520-4443-A200-9569A2B3DAA1}" srcOrd="2" destOrd="0" presId="urn:microsoft.com/office/officeart/2005/8/layout/hierarchy1"/>
    <dgm:cxn modelId="{F800E391-CCCF-5C41-B060-4BE785083D16}" type="presParOf" srcId="{FB93E192-40D8-2D40-A3AC-E6719F98C8C2}" destId="{DA094BBF-9826-9447-8856-FAF3888C633D}" srcOrd="3" destOrd="0" presId="urn:microsoft.com/office/officeart/2005/8/layout/hierarchy1"/>
    <dgm:cxn modelId="{0C750E5C-F078-7C47-A0B0-7C543787F0F7}" type="presParOf" srcId="{DA094BBF-9826-9447-8856-FAF3888C633D}" destId="{19F5B715-34B9-F24A-8D08-CB357C44D857}" srcOrd="0" destOrd="0" presId="urn:microsoft.com/office/officeart/2005/8/layout/hierarchy1"/>
    <dgm:cxn modelId="{E06CBA1A-E2D4-024C-8460-C5AFF42B282B}" type="presParOf" srcId="{19F5B715-34B9-F24A-8D08-CB357C44D857}" destId="{CF183058-A9CF-454E-99A9-865470E8E755}" srcOrd="0" destOrd="0" presId="urn:microsoft.com/office/officeart/2005/8/layout/hierarchy1"/>
    <dgm:cxn modelId="{25374FEA-BF7E-A44B-B164-6C5DCFFD75CA}" type="presParOf" srcId="{19F5B715-34B9-F24A-8D08-CB357C44D857}" destId="{CBAC96B8-D912-9345-8AF5-796E1C6EA04F}" srcOrd="1" destOrd="0" presId="urn:microsoft.com/office/officeart/2005/8/layout/hierarchy1"/>
    <dgm:cxn modelId="{22B96FDF-B707-BD44-B155-89F803D416B1}" type="presParOf" srcId="{DA094BBF-9826-9447-8856-FAF3888C633D}" destId="{203EC67E-8405-4B41-8E5A-C34205C34252}" srcOrd="1" destOrd="0" presId="urn:microsoft.com/office/officeart/2005/8/layout/hierarchy1"/>
    <dgm:cxn modelId="{AD45135C-DC85-CE49-A389-281DDCF47E98}" type="presParOf" srcId="{D5E7BC4F-4EAE-4A40-84D3-0840865AD96C}" destId="{A692CCD6-23AE-AB44-88ED-CCB9E5F1F23B}" srcOrd="2" destOrd="0" presId="urn:microsoft.com/office/officeart/2005/8/layout/hierarchy1"/>
    <dgm:cxn modelId="{2BB0EF14-CB11-3B46-AD1B-F92270728C49}" type="presParOf" srcId="{D5E7BC4F-4EAE-4A40-84D3-0840865AD96C}" destId="{2F6AC361-22EA-0D46-A5F0-E9FF45212605}" srcOrd="3" destOrd="0" presId="urn:microsoft.com/office/officeart/2005/8/layout/hierarchy1"/>
    <dgm:cxn modelId="{2A4CF262-E5C2-1648-A196-D3DA42CE543D}" type="presParOf" srcId="{2F6AC361-22EA-0D46-A5F0-E9FF45212605}" destId="{DC820EA9-8CD1-A04F-B7CF-4DC13D62A937}" srcOrd="0" destOrd="0" presId="urn:microsoft.com/office/officeart/2005/8/layout/hierarchy1"/>
    <dgm:cxn modelId="{80CDC3B3-8D71-FB49-9019-6BBE9986CEB6}" type="presParOf" srcId="{DC820EA9-8CD1-A04F-B7CF-4DC13D62A937}" destId="{10334DED-6B2B-C74F-ACA6-16B440EB648B}" srcOrd="0" destOrd="0" presId="urn:microsoft.com/office/officeart/2005/8/layout/hierarchy1"/>
    <dgm:cxn modelId="{1CC9F4DD-8F62-134F-80A8-79DCED833E22}" type="presParOf" srcId="{DC820EA9-8CD1-A04F-B7CF-4DC13D62A937}" destId="{79BA10E3-CC1A-534F-BC00-2A66FF5D1B66}" srcOrd="1" destOrd="0" presId="urn:microsoft.com/office/officeart/2005/8/layout/hierarchy1"/>
    <dgm:cxn modelId="{EBE12E15-58DE-CE4D-8D8C-F3B62199FDEB}" type="presParOf" srcId="{2F6AC361-22EA-0D46-A5F0-E9FF45212605}" destId="{6499152E-1A60-BF40-AE09-2B6CD2A27E8F}" srcOrd="1" destOrd="0" presId="urn:microsoft.com/office/officeart/2005/8/layout/hierarchy1"/>
    <dgm:cxn modelId="{B795E49E-5216-2F4F-BF17-06BD7A35AA94}" type="presParOf" srcId="{6499152E-1A60-BF40-AE09-2B6CD2A27E8F}" destId="{DFD1B511-CA34-D443-8496-35A7492683A2}" srcOrd="0" destOrd="0" presId="urn:microsoft.com/office/officeart/2005/8/layout/hierarchy1"/>
    <dgm:cxn modelId="{34CF5517-87E7-3749-916F-EF2A78ACDE01}" type="presParOf" srcId="{6499152E-1A60-BF40-AE09-2B6CD2A27E8F}" destId="{18A572E2-7968-F34B-A710-E4900FAFF779}" srcOrd="1" destOrd="0" presId="urn:microsoft.com/office/officeart/2005/8/layout/hierarchy1"/>
    <dgm:cxn modelId="{55BA96B9-DD84-C944-AC99-82BAA728A0FE}" type="presParOf" srcId="{18A572E2-7968-F34B-A710-E4900FAFF779}" destId="{213F2037-5720-E54E-A103-BC238D839388}" srcOrd="0" destOrd="0" presId="urn:microsoft.com/office/officeart/2005/8/layout/hierarchy1"/>
    <dgm:cxn modelId="{677093ED-FE4E-5F4B-9939-81E26770E784}" type="presParOf" srcId="{213F2037-5720-E54E-A103-BC238D839388}" destId="{E4B9E52C-3F85-0249-85D4-DE999F01B739}" srcOrd="0" destOrd="0" presId="urn:microsoft.com/office/officeart/2005/8/layout/hierarchy1"/>
    <dgm:cxn modelId="{65AC4F44-5AB4-C745-9C85-7B56756EF98E}" type="presParOf" srcId="{213F2037-5720-E54E-A103-BC238D839388}" destId="{8AE4294A-7D4F-9249-B08A-D47C27F25B0A}" srcOrd="1" destOrd="0" presId="urn:microsoft.com/office/officeart/2005/8/layout/hierarchy1"/>
    <dgm:cxn modelId="{1FCD6F28-8F59-6C4E-AAD8-820B576CB74A}" type="presParOf" srcId="{18A572E2-7968-F34B-A710-E4900FAFF779}" destId="{3BB5CCF1-595B-6040-BA56-EA6B42C8F33C}" srcOrd="1" destOrd="0" presId="urn:microsoft.com/office/officeart/2005/8/layout/hierarchy1"/>
    <dgm:cxn modelId="{C5E5F1CD-DFDB-CC42-B6AC-522B8ED0DECB}" type="presParOf" srcId="{3BB5CCF1-595B-6040-BA56-EA6B42C8F33C}" destId="{8C96D037-DFA8-3E4A-AE37-7AE1EC07FAEE}" srcOrd="0" destOrd="0" presId="urn:microsoft.com/office/officeart/2005/8/layout/hierarchy1"/>
    <dgm:cxn modelId="{4378B271-A7FA-7A40-883D-A05ED4922985}" type="presParOf" srcId="{3BB5CCF1-595B-6040-BA56-EA6B42C8F33C}" destId="{4759128D-3370-0A43-B74D-F5B9DB3109B2}" srcOrd="1" destOrd="0" presId="urn:microsoft.com/office/officeart/2005/8/layout/hierarchy1"/>
    <dgm:cxn modelId="{1380124D-90FC-DD4D-BA10-C454E874ED20}" type="presParOf" srcId="{4759128D-3370-0A43-B74D-F5B9DB3109B2}" destId="{E9EE62A4-4E03-BF4D-83FF-32E54926538C}" srcOrd="0" destOrd="0" presId="urn:microsoft.com/office/officeart/2005/8/layout/hierarchy1"/>
    <dgm:cxn modelId="{6F358E4D-3401-4943-9877-B9EEC9613CAF}" type="presParOf" srcId="{E9EE62A4-4E03-BF4D-83FF-32E54926538C}" destId="{33077BEB-F800-EA40-ADF9-86BF8627E906}" srcOrd="0" destOrd="0" presId="urn:microsoft.com/office/officeart/2005/8/layout/hierarchy1"/>
    <dgm:cxn modelId="{237CB761-DF71-3445-865D-DEDC1F7880DC}" type="presParOf" srcId="{E9EE62A4-4E03-BF4D-83FF-32E54926538C}" destId="{6CE225B9-5104-AA46-9426-70F95778E0A5}" srcOrd="1" destOrd="0" presId="urn:microsoft.com/office/officeart/2005/8/layout/hierarchy1"/>
    <dgm:cxn modelId="{D95CC9E7-67AB-E84F-BFD8-D800316F2600}" type="presParOf" srcId="{4759128D-3370-0A43-B74D-F5B9DB3109B2}" destId="{5C823B57-7B5A-EB48-A156-BA7278C507D0}" srcOrd="1" destOrd="0" presId="urn:microsoft.com/office/officeart/2005/8/layout/hierarchy1"/>
    <dgm:cxn modelId="{36C2F519-2249-A14F-AD9B-747D73C4B5D9}" type="presParOf" srcId="{3BB5CCF1-595B-6040-BA56-EA6B42C8F33C}" destId="{F2759E36-11CE-B24B-98CF-C16ED61E81AE}" srcOrd="2" destOrd="0" presId="urn:microsoft.com/office/officeart/2005/8/layout/hierarchy1"/>
    <dgm:cxn modelId="{46CC5D90-7B97-2246-9702-C3A103F275BD}" type="presParOf" srcId="{3BB5CCF1-595B-6040-BA56-EA6B42C8F33C}" destId="{C069C267-E448-C649-BA2E-B7424D6C3F66}" srcOrd="3" destOrd="0" presId="urn:microsoft.com/office/officeart/2005/8/layout/hierarchy1"/>
    <dgm:cxn modelId="{7011DBF2-1DFC-C548-A979-6F8B7F14A55E}" type="presParOf" srcId="{C069C267-E448-C649-BA2E-B7424D6C3F66}" destId="{C10623CF-4CFB-6B4A-BDE2-38F6FA54F539}" srcOrd="0" destOrd="0" presId="urn:microsoft.com/office/officeart/2005/8/layout/hierarchy1"/>
    <dgm:cxn modelId="{21A041C3-0379-144B-9B94-3EB2CB3F4841}" type="presParOf" srcId="{C10623CF-4CFB-6B4A-BDE2-38F6FA54F539}" destId="{1A912856-680E-C04C-95DA-012BBCEFA28C}" srcOrd="0" destOrd="0" presId="urn:microsoft.com/office/officeart/2005/8/layout/hierarchy1"/>
    <dgm:cxn modelId="{7321561E-0209-D141-8AF7-FBD2E0F97DE5}" type="presParOf" srcId="{C10623CF-4CFB-6B4A-BDE2-38F6FA54F539}" destId="{14A4CB99-0945-FA43-A567-2B0796CF641B}" srcOrd="1" destOrd="0" presId="urn:microsoft.com/office/officeart/2005/8/layout/hierarchy1"/>
    <dgm:cxn modelId="{E90FDD71-20FD-EC4E-AF55-F897BDC018BC}" type="presParOf" srcId="{C069C267-E448-C649-BA2E-B7424D6C3F66}" destId="{3C5153E4-D4BF-3C46-9B09-0EC1E7216C40}" srcOrd="1" destOrd="0" presId="urn:microsoft.com/office/officeart/2005/8/layout/hierarchy1"/>
    <dgm:cxn modelId="{011798B8-1928-904A-8855-A4D18C691644}" type="presParOf" srcId="{3BB5CCF1-595B-6040-BA56-EA6B42C8F33C}" destId="{FA85536B-0CFC-064E-81E4-02B4675CEB38}" srcOrd="4" destOrd="0" presId="urn:microsoft.com/office/officeart/2005/8/layout/hierarchy1"/>
    <dgm:cxn modelId="{9F1569DA-DBD0-A947-A7BB-FBB73BBE0059}" type="presParOf" srcId="{3BB5CCF1-595B-6040-BA56-EA6B42C8F33C}" destId="{4AF4358A-31AE-0443-892C-BC5D9445864E}" srcOrd="5" destOrd="0" presId="urn:microsoft.com/office/officeart/2005/8/layout/hierarchy1"/>
    <dgm:cxn modelId="{6F9E8A38-768A-8043-B0DB-319741DE12D9}" type="presParOf" srcId="{4AF4358A-31AE-0443-892C-BC5D9445864E}" destId="{F95C647B-C49F-C446-8C91-E11F16A20E6E}" srcOrd="0" destOrd="0" presId="urn:microsoft.com/office/officeart/2005/8/layout/hierarchy1"/>
    <dgm:cxn modelId="{DEB4F269-0D87-C743-853A-B05BA0BA63A8}" type="presParOf" srcId="{F95C647B-C49F-C446-8C91-E11F16A20E6E}" destId="{1561741F-CCB9-E24F-B3D3-67E5E74765F2}" srcOrd="0" destOrd="0" presId="urn:microsoft.com/office/officeart/2005/8/layout/hierarchy1"/>
    <dgm:cxn modelId="{F2DAC0DF-3E33-854E-8F32-315F88FEE0CC}" type="presParOf" srcId="{F95C647B-C49F-C446-8C91-E11F16A20E6E}" destId="{5BFB65ED-9EE4-9A4B-BA7F-663987EEE4EC}" srcOrd="1" destOrd="0" presId="urn:microsoft.com/office/officeart/2005/8/layout/hierarchy1"/>
    <dgm:cxn modelId="{766636D3-45E0-AF43-9D6E-720B6B274FF4}" type="presParOf" srcId="{4AF4358A-31AE-0443-892C-BC5D9445864E}" destId="{72970EF5-F834-5740-821B-0DC70C2DD0C4}" srcOrd="1" destOrd="0" presId="urn:microsoft.com/office/officeart/2005/8/layout/hierarchy1"/>
    <dgm:cxn modelId="{E3114ADE-535B-604F-AFAE-69E2EB4AF35B}" type="presParOf" srcId="{3BB5CCF1-595B-6040-BA56-EA6B42C8F33C}" destId="{90DF3A9E-8228-3745-ACE4-8FC7DD2063E1}" srcOrd="6" destOrd="0" presId="urn:microsoft.com/office/officeart/2005/8/layout/hierarchy1"/>
    <dgm:cxn modelId="{BA262396-1AB4-3942-86DF-FC69BF656AC0}" type="presParOf" srcId="{3BB5CCF1-595B-6040-BA56-EA6B42C8F33C}" destId="{BB69F985-5267-1E4E-AE69-9A654F4E2817}" srcOrd="7" destOrd="0" presId="urn:microsoft.com/office/officeart/2005/8/layout/hierarchy1"/>
    <dgm:cxn modelId="{F0280E43-4B57-4D4A-AB83-F3F3825C3D70}" type="presParOf" srcId="{BB69F985-5267-1E4E-AE69-9A654F4E2817}" destId="{D881BC9B-E26A-F64A-A631-8B2855552D7E}" srcOrd="0" destOrd="0" presId="urn:microsoft.com/office/officeart/2005/8/layout/hierarchy1"/>
    <dgm:cxn modelId="{41AD02D6-5F8D-A140-942B-DBC630E2CCA4}" type="presParOf" srcId="{D881BC9B-E26A-F64A-A631-8B2855552D7E}" destId="{F45B7361-EE77-F643-8655-2F89D5534521}" srcOrd="0" destOrd="0" presId="urn:microsoft.com/office/officeart/2005/8/layout/hierarchy1"/>
    <dgm:cxn modelId="{35C42B58-264D-0349-92D9-01EFEF61AB2B}" type="presParOf" srcId="{D881BC9B-E26A-F64A-A631-8B2855552D7E}" destId="{B3CB44FA-3A66-4C43-9C4F-B68EA23E4797}" srcOrd="1" destOrd="0" presId="urn:microsoft.com/office/officeart/2005/8/layout/hierarchy1"/>
    <dgm:cxn modelId="{AF63A730-397C-404B-8F0B-03728BBB337A}" type="presParOf" srcId="{BB69F985-5267-1E4E-AE69-9A654F4E2817}" destId="{1376B98C-C93E-0B4D-B5FC-283DD7D44713}" srcOrd="1" destOrd="0" presId="urn:microsoft.com/office/officeart/2005/8/layout/hierarchy1"/>
    <dgm:cxn modelId="{4FB6531D-93A3-0F46-BC32-F1A709FC924F}" type="presParOf" srcId="{3BB5CCF1-595B-6040-BA56-EA6B42C8F33C}" destId="{F93329A3-31D6-764A-80C7-94F18536DB5C}" srcOrd="8" destOrd="0" presId="urn:microsoft.com/office/officeart/2005/8/layout/hierarchy1"/>
    <dgm:cxn modelId="{AB9C905F-EB47-D644-8287-C40A9F93DC3C}" type="presParOf" srcId="{3BB5CCF1-595B-6040-BA56-EA6B42C8F33C}" destId="{53EAC190-D84E-2C4F-9CA8-B695984CD8D2}" srcOrd="9" destOrd="0" presId="urn:microsoft.com/office/officeart/2005/8/layout/hierarchy1"/>
    <dgm:cxn modelId="{0B40BF99-1B05-4449-90CA-87EC6DF3E57C}" type="presParOf" srcId="{53EAC190-D84E-2C4F-9CA8-B695984CD8D2}" destId="{64BBDC54-403A-2242-93DA-42D27261F302}" srcOrd="0" destOrd="0" presId="urn:microsoft.com/office/officeart/2005/8/layout/hierarchy1"/>
    <dgm:cxn modelId="{2663D882-8513-6846-91C9-E3813408FE83}" type="presParOf" srcId="{64BBDC54-403A-2242-93DA-42D27261F302}" destId="{ED41B5C4-D2C4-2D49-B518-332ACBF0205D}" srcOrd="0" destOrd="0" presId="urn:microsoft.com/office/officeart/2005/8/layout/hierarchy1"/>
    <dgm:cxn modelId="{7C86A212-078A-7542-B0EF-04466E85F6F7}" type="presParOf" srcId="{64BBDC54-403A-2242-93DA-42D27261F302}" destId="{0DD906DD-212F-6942-8557-E72BDC863B65}" srcOrd="1" destOrd="0" presId="urn:microsoft.com/office/officeart/2005/8/layout/hierarchy1"/>
    <dgm:cxn modelId="{D69F6512-2EC7-C743-92CB-204EBB026E28}" type="presParOf" srcId="{53EAC190-D84E-2C4F-9CA8-B695984CD8D2}" destId="{EA19C5E6-161B-1D47-AC68-D0A0F064AE41}" srcOrd="1" destOrd="0" presId="urn:microsoft.com/office/officeart/2005/8/layout/hierarchy1"/>
    <dgm:cxn modelId="{A0BB30D5-9B54-D441-8B72-083B1FFE1F9F}" type="presParOf" srcId="{3BB5CCF1-595B-6040-BA56-EA6B42C8F33C}" destId="{C9CB8D21-5C4E-E845-83D5-1C89C9E428F1}" srcOrd="10" destOrd="0" presId="urn:microsoft.com/office/officeart/2005/8/layout/hierarchy1"/>
    <dgm:cxn modelId="{86527F91-B6EF-7849-AC07-49BB6328347B}" type="presParOf" srcId="{3BB5CCF1-595B-6040-BA56-EA6B42C8F33C}" destId="{53C4883B-87CF-DA43-BD5F-84AE4EA331A2}" srcOrd="11" destOrd="0" presId="urn:microsoft.com/office/officeart/2005/8/layout/hierarchy1"/>
    <dgm:cxn modelId="{E7278459-6A16-3141-AD37-574F9D0E5521}" type="presParOf" srcId="{53C4883B-87CF-DA43-BD5F-84AE4EA331A2}" destId="{37A27C3D-671B-FE43-A2E8-9150CA7E9021}" srcOrd="0" destOrd="0" presId="urn:microsoft.com/office/officeart/2005/8/layout/hierarchy1"/>
    <dgm:cxn modelId="{47088C23-0ED7-B148-84DE-F7228845CCE5}" type="presParOf" srcId="{37A27C3D-671B-FE43-A2E8-9150CA7E9021}" destId="{CB0F3837-8628-9F4F-B1B4-6DB5D42C5D1E}" srcOrd="0" destOrd="0" presId="urn:microsoft.com/office/officeart/2005/8/layout/hierarchy1"/>
    <dgm:cxn modelId="{D1610E77-334A-A145-9DD5-8A74E9234802}" type="presParOf" srcId="{37A27C3D-671B-FE43-A2E8-9150CA7E9021}" destId="{5FB4CEF9-82ED-644D-A4E2-405D99EF89A1}" srcOrd="1" destOrd="0" presId="urn:microsoft.com/office/officeart/2005/8/layout/hierarchy1"/>
    <dgm:cxn modelId="{B6654058-2F22-314F-9C01-4D32B66596CF}" type="presParOf" srcId="{53C4883B-87CF-DA43-BD5F-84AE4EA331A2}" destId="{AF367870-22E8-034B-AA4B-3F17DFC590AB}" srcOrd="1" destOrd="0" presId="urn:microsoft.com/office/officeart/2005/8/layout/hierarchy1"/>
    <dgm:cxn modelId="{820D24D7-C2A6-7B4E-BEC3-86C89FE3D6AC}" type="presParOf" srcId="{3BB5CCF1-595B-6040-BA56-EA6B42C8F33C}" destId="{A6CA068C-38BB-7E40-A464-6A85ECFBF1E0}" srcOrd="12" destOrd="0" presId="urn:microsoft.com/office/officeart/2005/8/layout/hierarchy1"/>
    <dgm:cxn modelId="{1E8493C9-4712-C644-B4F4-B4B93A83A31E}" type="presParOf" srcId="{3BB5CCF1-595B-6040-BA56-EA6B42C8F33C}" destId="{9FFBEE48-EE97-A445-88F3-9C0113FC19E8}" srcOrd="13" destOrd="0" presId="urn:microsoft.com/office/officeart/2005/8/layout/hierarchy1"/>
    <dgm:cxn modelId="{6C6404D1-9257-284C-906E-F723695D9073}" type="presParOf" srcId="{9FFBEE48-EE97-A445-88F3-9C0113FC19E8}" destId="{4DC3B7A8-D835-8E4A-8C2B-ED295A77F048}" srcOrd="0" destOrd="0" presId="urn:microsoft.com/office/officeart/2005/8/layout/hierarchy1"/>
    <dgm:cxn modelId="{AB5E042C-0768-6F45-996D-4FC6145A243A}" type="presParOf" srcId="{4DC3B7A8-D835-8E4A-8C2B-ED295A77F048}" destId="{A15AC2A8-24EE-E34B-A26D-71C2CBA8CBEF}" srcOrd="0" destOrd="0" presId="urn:microsoft.com/office/officeart/2005/8/layout/hierarchy1"/>
    <dgm:cxn modelId="{23662E8F-FB49-C341-B233-7693157E0B4B}" type="presParOf" srcId="{4DC3B7A8-D835-8E4A-8C2B-ED295A77F048}" destId="{E93838F3-731C-644F-86C1-B36BA336126D}" srcOrd="1" destOrd="0" presId="urn:microsoft.com/office/officeart/2005/8/layout/hierarchy1"/>
    <dgm:cxn modelId="{78386546-728A-F54E-9FAE-482D3EAD4EED}" type="presParOf" srcId="{9FFBEE48-EE97-A445-88F3-9C0113FC19E8}" destId="{0F928E1B-94BD-3943-BDC4-07C384481E85}" srcOrd="1" destOrd="0" presId="urn:microsoft.com/office/officeart/2005/8/layout/hierarchy1"/>
    <dgm:cxn modelId="{4B74088F-5CB2-144E-9703-258D63DD37AA}" type="presParOf" srcId="{3BB5CCF1-595B-6040-BA56-EA6B42C8F33C}" destId="{F5CB24ED-4C0A-1B47-92D2-86002213A84D}" srcOrd="14" destOrd="0" presId="urn:microsoft.com/office/officeart/2005/8/layout/hierarchy1"/>
    <dgm:cxn modelId="{D5432083-5E90-BE44-9B14-7A800C998DD0}" type="presParOf" srcId="{3BB5CCF1-595B-6040-BA56-EA6B42C8F33C}" destId="{82992A65-AEB2-804B-9DAD-48B4E0D8E870}" srcOrd="15" destOrd="0" presId="urn:microsoft.com/office/officeart/2005/8/layout/hierarchy1"/>
    <dgm:cxn modelId="{83CB43C7-A057-0848-9352-73DB7C107F27}" type="presParOf" srcId="{82992A65-AEB2-804B-9DAD-48B4E0D8E870}" destId="{DD6CE3B0-33D4-784B-934F-35FBDEEF421E}" srcOrd="0" destOrd="0" presId="urn:microsoft.com/office/officeart/2005/8/layout/hierarchy1"/>
    <dgm:cxn modelId="{CD24F844-5CF2-8A4A-8EBF-A85F747E280C}" type="presParOf" srcId="{DD6CE3B0-33D4-784B-934F-35FBDEEF421E}" destId="{E96C756D-D3B1-6046-B201-B29A44755C7F}" srcOrd="0" destOrd="0" presId="urn:microsoft.com/office/officeart/2005/8/layout/hierarchy1"/>
    <dgm:cxn modelId="{97D22251-88CB-D240-872E-D9006B34FEC0}" type="presParOf" srcId="{DD6CE3B0-33D4-784B-934F-35FBDEEF421E}" destId="{2039D758-0AA9-1D46-93F5-70CA2AC17D53}" srcOrd="1" destOrd="0" presId="urn:microsoft.com/office/officeart/2005/8/layout/hierarchy1"/>
    <dgm:cxn modelId="{67C24AF9-A03C-284D-8687-8F51D19EBDF7}" type="presParOf" srcId="{82992A65-AEB2-804B-9DAD-48B4E0D8E870}" destId="{94224B62-F1FA-1D47-8775-A6DD52BE46F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665FB8B-2526-2B4C-8FB6-0E7BDBCD99BD}"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de-DE"/>
        </a:p>
      </dgm:t>
    </dgm:pt>
    <dgm:pt modelId="{BCED7569-2F5B-8142-99FF-9C5C0D4F9A71}">
      <dgm:prSet phldrT="[Text]" custT="1"/>
      <dgm:spPr/>
      <dgm:t>
        <a:bodyPr/>
        <a:lstStyle/>
        <a:p>
          <a:r>
            <a:rPr lang="de-DE" sz="700" dirty="0">
              <a:latin typeface="Georgia" panose="02040502050405020303" pitchFamily="18" charset="0"/>
            </a:rPr>
            <a:t>Künstliche Intelligenz (KI)</a:t>
          </a:r>
        </a:p>
      </dgm:t>
    </dgm:pt>
    <dgm:pt modelId="{1A4DD448-CCB0-D949-8165-DA57F8C6FDAE}" type="parTrans" cxnId="{660C7C00-B6F0-4D4A-9CDB-B558572037A4}">
      <dgm:prSet/>
      <dgm:spPr/>
      <dgm:t>
        <a:bodyPr/>
        <a:lstStyle/>
        <a:p>
          <a:endParaRPr lang="de-DE" sz="2400"/>
        </a:p>
      </dgm:t>
    </dgm:pt>
    <dgm:pt modelId="{3C1DDD8D-A8A1-094F-9096-0A4DEDF66FD0}" type="sibTrans" cxnId="{660C7C00-B6F0-4D4A-9CDB-B558572037A4}">
      <dgm:prSet/>
      <dgm:spPr/>
      <dgm:t>
        <a:bodyPr/>
        <a:lstStyle/>
        <a:p>
          <a:endParaRPr lang="de-DE" sz="2400"/>
        </a:p>
      </dgm:t>
    </dgm:pt>
    <dgm:pt modelId="{9C866F86-CA10-9443-BCB0-CE7F436BE27A}">
      <dgm:prSet phldrT="[Text]" custT="1"/>
      <dgm:spPr/>
      <dgm:t>
        <a:bodyPr/>
        <a:lstStyle/>
        <a:p>
          <a:r>
            <a:rPr lang="de-DE" sz="700" dirty="0">
              <a:latin typeface="Georgia" panose="02040502050405020303" pitchFamily="18" charset="0"/>
            </a:rPr>
            <a:t>Starke KI</a:t>
          </a:r>
        </a:p>
      </dgm:t>
    </dgm:pt>
    <dgm:pt modelId="{C1849573-EB9E-E545-9606-95480D07E439}" type="parTrans" cxnId="{B3C3ED05-D8AE-0A41-BB9B-84886CFFBC55}">
      <dgm:prSet/>
      <dgm:spPr/>
      <dgm:t>
        <a:bodyPr/>
        <a:lstStyle/>
        <a:p>
          <a:endParaRPr lang="de-DE" sz="2400"/>
        </a:p>
      </dgm:t>
    </dgm:pt>
    <dgm:pt modelId="{6E255B18-2428-F94A-97E9-2CF3EC577AF3}" type="sibTrans" cxnId="{B3C3ED05-D8AE-0A41-BB9B-84886CFFBC55}">
      <dgm:prSet/>
      <dgm:spPr/>
      <dgm:t>
        <a:bodyPr/>
        <a:lstStyle/>
        <a:p>
          <a:endParaRPr lang="de-DE" sz="2400"/>
        </a:p>
      </dgm:t>
    </dgm:pt>
    <dgm:pt modelId="{E539213E-5CE4-A740-B564-DB132FACE618}">
      <dgm:prSet phldrT="[Text]" custT="1"/>
      <dgm:spPr/>
      <dgm:t>
        <a:bodyPr/>
        <a:lstStyle/>
        <a:p>
          <a:r>
            <a:rPr lang="de-DE" sz="700" dirty="0">
              <a:latin typeface="Georgia" panose="02040502050405020303" pitchFamily="18" charset="0"/>
            </a:rPr>
            <a:t>Künstliche allgemeine Intelligenz</a:t>
          </a:r>
        </a:p>
      </dgm:t>
    </dgm:pt>
    <dgm:pt modelId="{85E04264-EC53-AC47-B97B-EE0A8F1D7A3E}" type="parTrans" cxnId="{2EF13BCF-96DB-C846-9A22-DFF1FF7055B0}">
      <dgm:prSet/>
      <dgm:spPr/>
      <dgm:t>
        <a:bodyPr/>
        <a:lstStyle/>
        <a:p>
          <a:endParaRPr lang="de-DE" sz="2400"/>
        </a:p>
      </dgm:t>
    </dgm:pt>
    <dgm:pt modelId="{5DF73B50-61E6-7042-ABD4-A894FDB99EC6}" type="sibTrans" cxnId="{2EF13BCF-96DB-C846-9A22-DFF1FF7055B0}">
      <dgm:prSet/>
      <dgm:spPr/>
      <dgm:t>
        <a:bodyPr/>
        <a:lstStyle/>
        <a:p>
          <a:endParaRPr lang="de-DE" sz="2400"/>
        </a:p>
      </dgm:t>
    </dgm:pt>
    <dgm:pt modelId="{DCE02AD6-E784-E043-9935-4D2EB52AA567}">
      <dgm:prSet phldrT="[Text]" custT="1"/>
      <dgm:spPr/>
      <dgm:t>
        <a:bodyPr/>
        <a:lstStyle/>
        <a:p>
          <a:r>
            <a:rPr lang="de-DE" sz="700" dirty="0">
              <a:latin typeface="Georgia" panose="02040502050405020303" pitchFamily="18" charset="0"/>
            </a:rPr>
            <a:t>Künstliche Super-intelligenz</a:t>
          </a:r>
        </a:p>
      </dgm:t>
    </dgm:pt>
    <dgm:pt modelId="{1C8C4972-E95F-3047-89C7-5DFED4F8EC48}" type="parTrans" cxnId="{0F671B00-2D07-B144-99AF-84720D3178F5}">
      <dgm:prSet/>
      <dgm:spPr/>
      <dgm:t>
        <a:bodyPr/>
        <a:lstStyle/>
        <a:p>
          <a:endParaRPr lang="de-DE" sz="2400"/>
        </a:p>
      </dgm:t>
    </dgm:pt>
    <dgm:pt modelId="{61AF9913-E64E-4E4C-836F-0AEC8F71270E}" type="sibTrans" cxnId="{0F671B00-2D07-B144-99AF-84720D3178F5}">
      <dgm:prSet/>
      <dgm:spPr/>
      <dgm:t>
        <a:bodyPr/>
        <a:lstStyle/>
        <a:p>
          <a:endParaRPr lang="de-DE" sz="2400"/>
        </a:p>
      </dgm:t>
    </dgm:pt>
    <dgm:pt modelId="{BEF3AAB9-F953-374D-A7EE-062FD8C4A486}">
      <dgm:prSet phldrT="[Text]" custT="1"/>
      <dgm:spPr/>
      <dgm:t>
        <a:bodyPr/>
        <a:lstStyle/>
        <a:p>
          <a:r>
            <a:rPr lang="de-DE" sz="700" dirty="0">
              <a:latin typeface="Georgia" panose="02040502050405020303" pitchFamily="18" charset="0"/>
            </a:rPr>
            <a:t>Schwache KI</a:t>
          </a:r>
        </a:p>
      </dgm:t>
    </dgm:pt>
    <dgm:pt modelId="{756016AD-9837-594D-9603-1090A97548EF}" type="parTrans" cxnId="{0FCA06F6-84CF-9547-B26E-85B34A636067}">
      <dgm:prSet/>
      <dgm:spPr/>
      <dgm:t>
        <a:bodyPr/>
        <a:lstStyle/>
        <a:p>
          <a:endParaRPr lang="de-DE" sz="2400"/>
        </a:p>
      </dgm:t>
    </dgm:pt>
    <dgm:pt modelId="{2B137D21-0022-C042-B887-64CBB661D8D3}" type="sibTrans" cxnId="{0FCA06F6-84CF-9547-B26E-85B34A636067}">
      <dgm:prSet/>
      <dgm:spPr/>
      <dgm:t>
        <a:bodyPr/>
        <a:lstStyle/>
        <a:p>
          <a:endParaRPr lang="de-DE" sz="2400"/>
        </a:p>
      </dgm:t>
    </dgm:pt>
    <dgm:pt modelId="{756542FC-9753-6F41-AD3D-8650E6E2A08D}">
      <dgm:prSet phldrT="[Text]" custT="1"/>
      <dgm:spPr/>
      <dgm:t>
        <a:bodyPr/>
        <a:lstStyle/>
        <a:p>
          <a:r>
            <a:rPr lang="de-DE" sz="700" dirty="0">
              <a:latin typeface="Georgia" panose="02040502050405020303" pitchFamily="18" charset="0"/>
            </a:rPr>
            <a:t>Künstliche enge Intelligenz</a:t>
          </a:r>
        </a:p>
      </dgm:t>
    </dgm:pt>
    <dgm:pt modelId="{A3660B1B-E941-6048-BCAE-EFA11AFCC448}" type="parTrans" cxnId="{90481E86-CB66-9242-B394-8082D8D25936}">
      <dgm:prSet/>
      <dgm:spPr/>
      <dgm:t>
        <a:bodyPr/>
        <a:lstStyle/>
        <a:p>
          <a:endParaRPr lang="de-DE" sz="2400"/>
        </a:p>
      </dgm:t>
    </dgm:pt>
    <dgm:pt modelId="{3268A66A-AEA2-DC45-8549-85FCCBBA3532}" type="sibTrans" cxnId="{90481E86-CB66-9242-B394-8082D8D25936}">
      <dgm:prSet/>
      <dgm:spPr/>
      <dgm:t>
        <a:bodyPr/>
        <a:lstStyle/>
        <a:p>
          <a:endParaRPr lang="de-DE" sz="2400"/>
        </a:p>
      </dgm:t>
    </dgm:pt>
    <dgm:pt modelId="{51A349B0-1FA8-F847-9BA1-229C7C7E44EA}">
      <dgm:prSet phldrT="[Text]" custT="1"/>
      <dgm:spPr/>
      <dgm:t>
        <a:bodyPr/>
        <a:lstStyle/>
        <a:p>
          <a:r>
            <a:rPr lang="de-DE" sz="700" dirty="0">
              <a:latin typeface="Georgia" panose="02040502050405020303" pitchFamily="18" charset="0"/>
            </a:rPr>
            <a:t>Robotik</a:t>
          </a:r>
        </a:p>
      </dgm:t>
    </dgm:pt>
    <dgm:pt modelId="{D697E228-D4DC-E644-917B-819D54E02391}" type="parTrans" cxnId="{DD8B384E-FDED-BD4D-8885-E03645C0DBA8}">
      <dgm:prSet/>
      <dgm:spPr/>
      <dgm:t>
        <a:bodyPr/>
        <a:lstStyle/>
        <a:p>
          <a:endParaRPr lang="de-DE" sz="2400"/>
        </a:p>
      </dgm:t>
    </dgm:pt>
    <dgm:pt modelId="{B76787C6-8AAD-DD43-9EA2-5079E0707B90}" type="sibTrans" cxnId="{DD8B384E-FDED-BD4D-8885-E03645C0DBA8}">
      <dgm:prSet/>
      <dgm:spPr/>
      <dgm:t>
        <a:bodyPr/>
        <a:lstStyle/>
        <a:p>
          <a:endParaRPr lang="de-DE" sz="2400"/>
        </a:p>
      </dgm:t>
    </dgm:pt>
    <dgm:pt modelId="{012D3D09-FE6B-0E42-B15A-D17F3DF6FAFF}">
      <dgm:prSet phldrT="[Text]" custT="1"/>
      <dgm:spPr/>
      <dgm:t>
        <a:bodyPr/>
        <a:lstStyle/>
        <a:p>
          <a:r>
            <a:rPr lang="de-DE" sz="700" dirty="0">
              <a:latin typeface="Georgia" panose="02040502050405020303" pitchFamily="18" charset="0"/>
            </a:rPr>
            <a:t>Regelbasier-te Systeme</a:t>
          </a:r>
        </a:p>
      </dgm:t>
    </dgm:pt>
    <dgm:pt modelId="{4D7B69CF-55FB-C343-BE03-F247677C4C70}" type="parTrans" cxnId="{7EA41B28-6360-224A-87C3-ED8EAE2DA685}">
      <dgm:prSet/>
      <dgm:spPr/>
      <dgm:t>
        <a:bodyPr/>
        <a:lstStyle/>
        <a:p>
          <a:endParaRPr lang="de-DE" sz="2400"/>
        </a:p>
      </dgm:t>
    </dgm:pt>
    <dgm:pt modelId="{42CA3AB6-9495-4047-9D58-CBC578B753EE}" type="sibTrans" cxnId="{7EA41B28-6360-224A-87C3-ED8EAE2DA685}">
      <dgm:prSet/>
      <dgm:spPr/>
      <dgm:t>
        <a:bodyPr/>
        <a:lstStyle/>
        <a:p>
          <a:endParaRPr lang="de-DE" sz="2400"/>
        </a:p>
      </dgm:t>
    </dgm:pt>
    <dgm:pt modelId="{463861D1-C521-5242-AA25-703F2FFAB95B}">
      <dgm:prSet phldrT="[Text]" custT="1"/>
      <dgm:spPr/>
      <dgm:t>
        <a:bodyPr/>
        <a:lstStyle/>
        <a:p>
          <a:r>
            <a:rPr lang="de-DE" sz="700" dirty="0">
              <a:latin typeface="Georgia" panose="02040502050405020303" pitchFamily="18" charset="0"/>
            </a:rPr>
            <a:t>Experten-systeme</a:t>
          </a:r>
        </a:p>
      </dgm:t>
    </dgm:pt>
    <dgm:pt modelId="{4280CDF7-4F41-3345-8939-5BF8FAC9BE1A}" type="parTrans" cxnId="{CB684BC7-7B16-2543-9B06-948A8C9BEB3A}">
      <dgm:prSet/>
      <dgm:spPr/>
      <dgm:t>
        <a:bodyPr/>
        <a:lstStyle/>
        <a:p>
          <a:endParaRPr lang="de-DE" sz="2400"/>
        </a:p>
      </dgm:t>
    </dgm:pt>
    <dgm:pt modelId="{A65D474B-32B5-614D-B358-56793D3286FB}" type="sibTrans" cxnId="{CB684BC7-7B16-2543-9B06-948A8C9BEB3A}">
      <dgm:prSet/>
      <dgm:spPr/>
      <dgm:t>
        <a:bodyPr/>
        <a:lstStyle/>
        <a:p>
          <a:endParaRPr lang="de-DE" sz="2400"/>
        </a:p>
      </dgm:t>
    </dgm:pt>
    <dgm:pt modelId="{AEA42EED-3490-244F-9C03-47D3E7BD4844}">
      <dgm:prSet phldrT="[Text]" custT="1"/>
      <dgm:spPr/>
      <dgm:t>
        <a:bodyPr/>
        <a:lstStyle/>
        <a:p>
          <a:r>
            <a:rPr lang="de-DE" sz="700" dirty="0">
              <a:latin typeface="Georgia" panose="02040502050405020303" pitchFamily="18" charset="0"/>
            </a:rPr>
            <a:t>Fuzzy-Logik-Systeme</a:t>
          </a:r>
        </a:p>
      </dgm:t>
    </dgm:pt>
    <dgm:pt modelId="{C15AFDA0-7DF7-9848-8BD3-89FDEF87C32B}" type="parTrans" cxnId="{87485632-98E9-7B48-B642-2951336BBDD4}">
      <dgm:prSet/>
      <dgm:spPr/>
      <dgm:t>
        <a:bodyPr/>
        <a:lstStyle/>
        <a:p>
          <a:endParaRPr lang="de-DE" sz="2400"/>
        </a:p>
      </dgm:t>
    </dgm:pt>
    <dgm:pt modelId="{72C94C72-5DC3-9B47-8D57-E9F390351316}" type="sibTrans" cxnId="{87485632-98E9-7B48-B642-2951336BBDD4}">
      <dgm:prSet/>
      <dgm:spPr/>
      <dgm:t>
        <a:bodyPr/>
        <a:lstStyle/>
        <a:p>
          <a:endParaRPr lang="de-DE" sz="2400"/>
        </a:p>
      </dgm:t>
    </dgm:pt>
    <dgm:pt modelId="{DC5D8F6F-8767-ED47-8642-DCD525693F4E}">
      <dgm:prSet phldrT="[Text]" custT="1"/>
      <dgm:spPr/>
      <dgm:t>
        <a:bodyPr/>
        <a:lstStyle/>
        <a:p>
          <a:r>
            <a:rPr lang="de-DE" sz="700" dirty="0">
              <a:latin typeface="Georgia" panose="02040502050405020303" pitchFamily="18" charset="0"/>
            </a:rPr>
            <a:t>Maschinell lernende Systeme</a:t>
          </a:r>
        </a:p>
      </dgm:t>
    </dgm:pt>
    <dgm:pt modelId="{3F68C282-1DCC-D04D-BDB5-6F0E19939A19}" type="parTrans" cxnId="{265D4DB6-3796-5E42-B8C8-170BE68698A7}">
      <dgm:prSet/>
      <dgm:spPr/>
      <dgm:t>
        <a:bodyPr/>
        <a:lstStyle/>
        <a:p>
          <a:endParaRPr lang="de-DE" sz="2400"/>
        </a:p>
      </dgm:t>
    </dgm:pt>
    <dgm:pt modelId="{45E40B78-B0B0-D249-8080-F948CA22FF54}" type="sibTrans" cxnId="{265D4DB6-3796-5E42-B8C8-170BE68698A7}">
      <dgm:prSet/>
      <dgm:spPr/>
      <dgm:t>
        <a:bodyPr/>
        <a:lstStyle/>
        <a:p>
          <a:endParaRPr lang="de-DE" sz="2400"/>
        </a:p>
      </dgm:t>
    </dgm:pt>
    <dgm:pt modelId="{8141A687-AF00-1F46-B7F9-237AD308E56A}">
      <dgm:prSet phldrT="[Text]" custT="1"/>
      <dgm:spPr/>
      <dgm:t>
        <a:bodyPr/>
        <a:lstStyle/>
        <a:p>
          <a:r>
            <a:rPr lang="de-DE" sz="700" dirty="0">
              <a:latin typeface="Georgia" panose="02040502050405020303" pitchFamily="18" charset="0"/>
            </a:rPr>
            <a:t>Deep-Learning-Systeme</a:t>
          </a:r>
        </a:p>
      </dgm:t>
    </dgm:pt>
    <dgm:pt modelId="{74739B9E-C302-FA49-8765-BE8F0B7EACA3}" type="parTrans" cxnId="{96497DCD-46AF-474B-A5AF-9BC285BC5A6A}">
      <dgm:prSet/>
      <dgm:spPr/>
      <dgm:t>
        <a:bodyPr/>
        <a:lstStyle/>
        <a:p>
          <a:endParaRPr lang="de-DE" sz="2400"/>
        </a:p>
      </dgm:t>
    </dgm:pt>
    <dgm:pt modelId="{D41AA01D-FD4F-354E-B30E-3092ED14126A}" type="sibTrans" cxnId="{96497DCD-46AF-474B-A5AF-9BC285BC5A6A}">
      <dgm:prSet/>
      <dgm:spPr/>
      <dgm:t>
        <a:bodyPr/>
        <a:lstStyle/>
        <a:p>
          <a:endParaRPr lang="de-DE" sz="2400"/>
        </a:p>
      </dgm:t>
    </dgm:pt>
    <dgm:pt modelId="{3B347FC6-3007-1F43-8929-6FEDFE7BBF93}">
      <dgm:prSet phldrT="[Text]" custT="1"/>
      <dgm:spPr/>
      <dgm:t>
        <a:bodyPr/>
        <a:lstStyle/>
        <a:p>
          <a:r>
            <a:rPr lang="de-DE" sz="700" dirty="0">
              <a:latin typeface="Georgia" panose="02040502050405020303" pitchFamily="18" charset="0"/>
            </a:rPr>
            <a:t>Computer-vision</a:t>
          </a:r>
        </a:p>
      </dgm:t>
    </dgm:pt>
    <dgm:pt modelId="{3EC7A521-3CA3-8F40-954D-82C9889EBCF6}" type="parTrans" cxnId="{2E84C68E-AAEB-AA4B-9C58-E28ACE8DB5E2}">
      <dgm:prSet/>
      <dgm:spPr/>
      <dgm:t>
        <a:bodyPr/>
        <a:lstStyle/>
        <a:p>
          <a:endParaRPr lang="de-DE" sz="2400"/>
        </a:p>
      </dgm:t>
    </dgm:pt>
    <dgm:pt modelId="{1C2EF480-3D83-514E-BF10-A91276D7F2F2}" type="sibTrans" cxnId="{2E84C68E-AAEB-AA4B-9C58-E28ACE8DB5E2}">
      <dgm:prSet/>
      <dgm:spPr/>
      <dgm:t>
        <a:bodyPr/>
        <a:lstStyle/>
        <a:p>
          <a:endParaRPr lang="de-DE" sz="2400"/>
        </a:p>
      </dgm:t>
    </dgm:pt>
    <dgm:pt modelId="{6607BBF7-5C1B-8E44-819B-76CD1A538120}">
      <dgm:prSet phldrT="[Text]" custT="1"/>
      <dgm:spPr/>
      <dgm:t>
        <a:bodyPr/>
        <a:lstStyle/>
        <a:p>
          <a:r>
            <a:rPr lang="de-DE" sz="700" dirty="0">
              <a:latin typeface="Georgia" panose="02040502050405020303" pitchFamily="18" charset="0"/>
            </a:rPr>
            <a:t>Natürliche Sprachver-arbeitung</a:t>
          </a:r>
        </a:p>
      </dgm:t>
    </dgm:pt>
    <dgm:pt modelId="{BECB30E0-71B5-3943-8F4A-DF7222534957}" type="parTrans" cxnId="{8B549BE1-5A58-484E-87D0-57C32F789D07}">
      <dgm:prSet/>
      <dgm:spPr/>
      <dgm:t>
        <a:bodyPr/>
        <a:lstStyle/>
        <a:p>
          <a:endParaRPr lang="de-DE" sz="2400"/>
        </a:p>
      </dgm:t>
    </dgm:pt>
    <dgm:pt modelId="{9661F4A5-B90B-F24B-981A-05DDA926A123}" type="sibTrans" cxnId="{8B549BE1-5A58-484E-87D0-57C32F789D07}">
      <dgm:prSet/>
      <dgm:spPr/>
      <dgm:t>
        <a:bodyPr/>
        <a:lstStyle/>
        <a:p>
          <a:endParaRPr lang="de-DE" sz="2400"/>
        </a:p>
      </dgm:t>
    </dgm:pt>
    <dgm:pt modelId="{9C5714BC-DFC0-DA49-BDE8-5DD45CB56706}" type="pres">
      <dgm:prSet presAssocID="{8665FB8B-2526-2B4C-8FB6-0E7BDBCD99BD}" presName="hierChild1" presStyleCnt="0">
        <dgm:presLayoutVars>
          <dgm:chPref val="1"/>
          <dgm:dir/>
          <dgm:animOne val="branch"/>
          <dgm:animLvl val="lvl"/>
          <dgm:resizeHandles/>
        </dgm:presLayoutVars>
      </dgm:prSet>
      <dgm:spPr/>
    </dgm:pt>
    <dgm:pt modelId="{21391740-9886-6743-80CD-5EB52B497999}" type="pres">
      <dgm:prSet presAssocID="{BCED7569-2F5B-8142-99FF-9C5C0D4F9A71}" presName="hierRoot1" presStyleCnt="0"/>
      <dgm:spPr/>
    </dgm:pt>
    <dgm:pt modelId="{CAC208A1-52F2-9646-B1C4-13A78CFE75FA}" type="pres">
      <dgm:prSet presAssocID="{BCED7569-2F5B-8142-99FF-9C5C0D4F9A71}" presName="composite" presStyleCnt="0"/>
      <dgm:spPr/>
    </dgm:pt>
    <dgm:pt modelId="{C3E1AD33-45B6-5248-A660-33F2C2FA2901}" type="pres">
      <dgm:prSet presAssocID="{BCED7569-2F5B-8142-99FF-9C5C0D4F9A71}" presName="background" presStyleLbl="node0" presStyleIdx="0" presStyleCnt="1"/>
      <dgm:spPr/>
    </dgm:pt>
    <dgm:pt modelId="{A3962CE2-A1A3-9349-A401-88A586FA0FCE}" type="pres">
      <dgm:prSet presAssocID="{BCED7569-2F5B-8142-99FF-9C5C0D4F9A71}" presName="text" presStyleLbl="fgAcc0" presStyleIdx="0" presStyleCnt="1">
        <dgm:presLayoutVars>
          <dgm:chPref val="3"/>
        </dgm:presLayoutVars>
      </dgm:prSet>
      <dgm:spPr/>
    </dgm:pt>
    <dgm:pt modelId="{D5E7BC4F-4EAE-4A40-84D3-0840865AD96C}" type="pres">
      <dgm:prSet presAssocID="{BCED7569-2F5B-8142-99FF-9C5C0D4F9A71}" presName="hierChild2" presStyleCnt="0"/>
      <dgm:spPr/>
    </dgm:pt>
    <dgm:pt modelId="{CC93AB0A-5DDB-204B-B211-35A9DB78A0EB}" type="pres">
      <dgm:prSet presAssocID="{C1849573-EB9E-E545-9606-95480D07E439}" presName="Name10" presStyleLbl="parChTrans1D2" presStyleIdx="0" presStyleCnt="2"/>
      <dgm:spPr/>
    </dgm:pt>
    <dgm:pt modelId="{5F4579DB-0FD7-D649-BA6D-93A8CBBD9351}" type="pres">
      <dgm:prSet presAssocID="{9C866F86-CA10-9443-BCB0-CE7F436BE27A}" presName="hierRoot2" presStyleCnt="0"/>
      <dgm:spPr/>
    </dgm:pt>
    <dgm:pt modelId="{E76905C1-D807-444B-B585-DC094BC8BE07}" type="pres">
      <dgm:prSet presAssocID="{9C866F86-CA10-9443-BCB0-CE7F436BE27A}" presName="composite2" presStyleCnt="0"/>
      <dgm:spPr/>
    </dgm:pt>
    <dgm:pt modelId="{B39893D0-0C07-D642-A0A4-503355D5FD0B}" type="pres">
      <dgm:prSet presAssocID="{9C866F86-CA10-9443-BCB0-CE7F436BE27A}" presName="background2" presStyleLbl="node2" presStyleIdx="0" presStyleCnt="2"/>
      <dgm:spPr/>
    </dgm:pt>
    <dgm:pt modelId="{0E8B83FD-A9CE-C843-BD3A-737244B0E5C0}" type="pres">
      <dgm:prSet presAssocID="{9C866F86-CA10-9443-BCB0-CE7F436BE27A}" presName="text2" presStyleLbl="fgAcc2" presStyleIdx="0" presStyleCnt="2">
        <dgm:presLayoutVars>
          <dgm:chPref val="3"/>
        </dgm:presLayoutVars>
      </dgm:prSet>
      <dgm:spPr/>
    </dgm:pt>
    <dgm:pt modelId="{FB93E192-40D8-2D40-A3AC-E6719F98C8C2}" type="pres">
      <dgm:prSet presAssocID="{9C866F86-CA10-9443-BCB0-CE7F436BE27A}" presName="hierChild3" presStyleCnt="0"/>
      <dgm:spPr/>
    </dgm:pt>
    <dgm:pt modelId="{A532764B-3DEB-ED42-913A-AFDCD33448B0}" type="pres">
      <dgm:prSet presAssocID="{85E04264-EC53-AC47-B97B-EE0A8F1D7A3E}" presName="Name17" presStyleLbl="parChTrans1D3" presStyleIdx="0" presStyleCnt="3"/>
      <dgm:spPr/>
    </dgm:pt>
    <dgm:pt modelId="{F7D6FEF2-BBAB-184C-B7C8-9472F415E29D}" type="pres">
      <dgm:prSet presAssocID="{E539213E-5CE4-A740-B564-DB132FACE618}" presName="hierRoot3" presStyleCnt="0"/>
      <dgm:spPr/>
    </dgm:pt>
    <dgm:pt modelId="{5F8E0AD5-C212-C34F-B081-F51D565BA1FD}" type="pres">
      <dgm:prSet presAssocID="{E539213E-5CE4-A740-B564-DB132FACE618}" presName="composite3" presStyleCnt="0"/>
      <dgm:spPr/>
    </dgm:pt>
    <dgm:pt modelId="{FA982C46-266D-204D-BE1A-9297A68BE2A3}" type="pres">
      <dgm:prSet presAssocID="{E539213E-5CE4-A740-B564-DB132FACE618}" presName="background3" presStyleLbl="node3" presStyleIdx="0" presStyleCnt="3"/>
      <dgm:spPr/>
    </dgm:pt>
    <dgm:pt modelId="{19DC684B-541A-C74C-867F-993015E38567}" type="pres">
      <dgm:prSet presAssocID="{E539213E-5CE4-A740-B564-DB132FACE618}" presName="text3" presStyleLbl="fgAcc3" presStyleIdx="0" presStyleCnt="3">
        <dgm:presLayoutVars>
          <dgm:chPref val="3"/>
        </dgm:presLayoutVars>
      </dgm:prSet>
      <dgm:spPr/>
    </dgm:pt>
    <dgm:pt modelId="{EDD49850-142F-204F-BE51-BF2A3BB71EAD}" type="pres">
      <dgm:prSet presAssocID="{E539213E-5CE4-A740-B564-DB132FACE618}" presName="hierChild4" presStyleCnt="0"/>
      <dgm:spPr/>
    </dgm:pt>
    <dgm:pt modelId="{253CB5D1-E520-4443-A200-9569A2B3DAA1}" type="pres">
      <dgm:prSet presAssocID="{1C8C4972-E95F-3047-89C7-5DFED4F8EC48}" presName="Name17" presStyleLbl="parChTrans1D3" presStyleIdx="1" presStyleCnt="3"/>
      <dgm:spPr/>
    </dgm:pt>
    <dgm:pt modelId="{DA094BBF-9826-9447-8856-FAF3888C633D}" type="pres">
      <dgm:prSet presAssocID="{DCE02AD6-E784-E043-9935-4D2EB52AA567}" presName="hierRoot3" presStyleCnt="0"/>
      <dgm:spPr/>
    </dgm:pt>
    <dgm:pt modelId="{19F5B715-34B9-F24A-8D08-CB357C44D857}" type="pres">
      <dgm:prSet presAssocID="{DCE02AD6-E784-E043-9935-4D2EB52AA567}" presName="composite3" presStyleCnt="0"/>
      <dgm:spPr/>
    </dgm:pt>
    <dgm:pt modelId="{CF183058-A9CF-454E-99A9-865470E8E755}" type="pres">
      <dgm:prSet presAssocID="{DCE02AD6-E784-E043-9935-4D2EB52AA567}" presName="background3" presStyleLbl="node3" presStyleIdx="1" presStyleCnt="3"/>
      <dgm:spPr/>
    </dgm:pt>
    <dgm:pt modelId="{CBAC96B8-D912-9345-8AF5-796E1C6EA04F}" type="pres">
      <dgm:prSet presAssocID="{DCE02AD6-E784-E043-9935-4D2EB52AA567}" presName="text3" presStyleLbl="fgAcc3" presStyleIdx="1" presStyleCnt="3">
        <dgm:presLayoutVars>
          <dgm:chPref val="3"/>
        </dgm:presLayoutVars>
      </dgm:prSet>
      <dgm:spPr/>
    </dgm:pt>
    <dgm:pt modelId="{203EC67E-8405-4B41-8E5A-C34205C34252}" type="pres">
      <dgm:prSet presAssocID="{DCE02AD6-E784-E043-9935-4D2EB52AA567}" presName="hierChild4" presStyleCnt="0"/>
      <dgm:spPr/>
    </dgm:pt>
    <dgm:pt modelId="{A692CCD6-23AE-AB44-88ED-CCB9E5F1F23B}" type="pres">
      <dgm:prSet presAssocID="{756016AD-9837-594D-9603-1090A97548EF}" presName="Name10" presStyleLbl="parChTrans1D2" presStyleIdx="1" presStyleCnt="2"/>
      <dgm:spPr/>
    </dgm:pt>
    <dgm:pt modelId="{2F6AC361-22EA-0D46-A5F0-E9FF45212605}" type="pres">
      <dgm:prSet presAssocID="{BEF3AAB9-F953-374D-A7EE-062FD8C4A486}" presName="hierRoot2" presStyleCnt="0"/>
      <dgm:spPr/>
    </dgm:pt>
    <dgm:pt modelId="{DC820EA9-8CD1-A04F-B7CF-4DC13D62A937}" type="pres">
      <dgm:prSet presAssocID="{BEF3AAB9-F953-374D-A7EE-062FD8C4A486}" presName="composite2" presStyleCnt="0"/>
      <dgm:spPr/>
    </dgm:pt>
    <dgm:pt modelId="{10334DED-6B2B-C74F-ACA6-16B440EB648B}" type="pres">
      <dgm:prSet presAssocID="{BEF3AAB9-F953-374D-A7EE-062FD8C4A486}" presName="background2" presStyleLbl="node2" presStyleIdx="1" presStyleCnt="2"/>
      <dgm:spPr/>
    </dgm:pt>
    <dgm:pt modelId="{79BA10E3-CC1A-534F-BC00-2A66FF5D1B66}" type="pres">
      <dgm:prSet presAssocID="{BEF3AAB9-F953-374D-A7EE-062FD8C4A486}" presName="text2" presStyleLbl="fgAcc2" presStyleIdx="1" presStyleCnt="2">
        <dgm:presLayoutVars>
          <dgm:chPref val="3"/>
        </dgm:presLayoutVars>
      </dgm:prSet>
      <dgm:spPr/>
    </dgm:pt>
    <dgm:pt modelId="{6499152E-1A60-BF40-AE09-2B6CD2A27E8F}" type="pres">
      <dgm:prSet presAssocID="{BEF3AAB9-F953-374D-A7EE-062FD8C4A486}" presName="hierChild3" presStyleCnt="0"/>
      <dgm:spPr/>
    </dgm:pt>
    <dgm:pt modelId="{DFD1B511-CA34-D443-8496-35A7492683A2}" type="pres">
      <dgm:prSet presAssocID="{A3660B1B-E941-6048-BCAE-EFA11AFCC448}" presName="Name17" presStyleLbl="parChTrans1D3" presStyleIdx="2" presStyleCnt="3"/>
      <dgm:spPr/>
    </dgm:pt>
    <dgm:pt modelId="{18A572E2-7968-F34B-A710-E4900FAFF779}" type="pres">
      <dgm:prSet presAssocID="{756542FC-9753-6F41-AD3D-8650E6E2A08D}" presName="hierRoot3" presStyleCnt="0"/>
      <dgm:spPr/>
    </dgm:pt>
    <dgm:pt modelId="{213F2037-5720-E54E-A103-BC238D839388}" type="pres">
      <dgm:prSet presAssocID="{756542FC-9753-6F41-AD3D-8650E6E2A08D}" presName="composite3" presStyleCnt="0"/>
      <dgm:spPr/>
    </dgm:pt>
    <dgm:pt modelId="{E4B9E52C-3F85-0249-85D4-DE999F01B739}" type="pres">
      <dgm:prSet presAssocID="{756542FC-9753-6F41-AD3D-8650E6E2A08D}" presName="background3" presStyleLbl="node3" presStyleIdx="2" presStyleCnt="3"/>
      <dgm:spPr/>
    </dgm:pt>
    <dgm:pt modelId="{8AE4294A-7D4F-9249-B08A-D47C27F25B0A}" type="pres">
      <dgm:prSet presAssocID="{756542FC-9753-6F41-AD3D-8650E6E2A08D}" presName="text3" presStyleLbl="fgAcc3" presStyleIdx="2" presStyleCnt="3">
        <dgm:presLayoutVars>
          <dgm:chPref val="3"/>
        </dgm:presLayoutVars>
      </dgm:prSet>
      <dgm:spPr/>
    </dgm:pt>
    <dgm:pt modelId="{3BB5CCF1-595B-6040-BA56-EA6B42C8F33C}" type="pres">
      <dgm:prSet presAssocID="{756542FC-9753-6F41-AD3D-8650E6E2A08D}" presName="hierChild4" presStyleCnt="0"/>
      <dgm:spPr/>
    </dgm:pt>
    <dgm:pt modelId="{8C96D037-DFA8-3E4A-AE37-7AE1EC07FAEE}" type="pres">
      <dgm:prSet presAssocID="{4D7B69CF-55FB-C343-BE03-F247677C4C70}" presName="Name23" presStyleLbl="parChTrans1D4" presStyleIdx="0" presStyleCnt="8"/>
      <dgm:spPr/>
    </dgm:pt>
    <dgm:pt modelId="{4759128D-3370-0A43-B74D-F5B9DB3109B2}" type="pres">
      <dgm:prSet presAssocID="{012D3D09-FE6B-0E42-B15A-D17F3DF6FAFF}" presName="hierRoot4" presStyleCnt="0"/>
      <dgm:spPr/>
    </dgm:pt>
    <dgm:pt modelId="{E9EE62A4-4E03-BF4D-83FF-32E54926538C}" type="pres">
      <dgm:prSet presAssocID="{012D3D09-FE6B-0E42-B15A-D17F3DF6FAFF}" presName="composite4" presStyleCnt="0"/>
      <dgm:spPr/>
    </dgm:pt>
    <dgm:pt modelId="{33077BEB-F800-EA40-ADF9-86BF8627E906}" type="pres">
      <dgm:prSet presAssocID="{012D3D09-FE6B-0E42-B15A-D17F3DF6FAFF}" presName="background4" presStyleLbl="node4" presStyleIdx="0" presStyleCnt="8"/>
      <dgm:spPr/>
    </dgm:pt>
    <dgm:pt modelId="{6CE225B9-5104-AA46-9426-70F95778E0A5}" type="pres">
      <dgm:prSet presAssocID="{012D3D09-FE6B-0E42-B15A-D17F3DF6FAFF}" presName="text4" presStyleLbl="fgAcc4" presStyleIdx="0" presStyleCnt="8">
        <dgm:presLayoutVars>
          <dgm:chPref val="3"/>
        </dgm:presLayoutVars>
      </dgm:prSet>
      <dgm:spPr/>
    </dgm:pt>
    <dgm:pt modelId="{5C823B57-7B5A-EB48-A156-BA7278C507D0}" type="pres">
      <dgm:prSet presAssocID="{012D3D09-FE6B-0E42-B15A-D17F3DF6FAFF}" presName="hierChild5" presStyleCnt="0"/>
      <dgm:spPr/>
    </dgm:pt>
    <dgm:pt modelId="{F2759E36-11CE-B24B-98CF-C16ED61E81AE}" type="pres">
      <dgm:prSet presAssocID="{4280CDF7-4F41-3345-8939-5BF8FAC9BE1A}" presName="Name23" presStyleLbl="parChTrans1D4" presStyleIdx="1" presStyleCnt="8"/>
      <dgm:spPr/>
    </dgm:pt>
    <dgm:pt modelId="{C069C267-E448-C649-BA2E-B7424D6C3F66}" type="pres">
      <dgm:prSet presAssocID="{463861D1-C521-5242-AA25-703F2FFAB95B}" presName="hierRoot4" presStyleCnt="0"/>
      <dgm:spPr/>
    </dgm:pt>
    <dgm:pt modelId="{C10623CF-4CFB-6B4A-BDE2-38F6FA54F539}" type="pres">
      <dgm:prSet presAssocID="{463861D1-C521-5242-AA25-703F2FFAB95B}" presName="composite4" presStyleCnt="0"/>
      <dgm:spPr/>
    </dgm:pt>
    <dgm:pt modelId="{1A912856-680E-C04C-95DA-012BBCEFA28C}" type="pres">
      <dgm:prSet presAssocID="{463861D1-C521-5242-AA25-703F2FFAB95B}" presName="background4" presStyleLbl="node4" presStyleIdx="1" presStyleCnt="8"/>
      <dgm:spPr/>
    </dgm:pt>
    <dgm:pt modelId="{14A4CB99-0945-FA43-A567-2B0796CF641B}" type="pres">
      <dgm:prSet presAssocID="{463861D1-C521-5242-AA25-703F2FFAB95B}" presName="text4" presStyleLbl="fgAcc4" presStyleIdx="1" presStyleCnt="8">
        <dgm:presLayoutVars>
          <dgm:chPref val="3"/>
        </dgm:presLayoutVars>
      </dgm:prSet>
      <dgm:spPr/>
    </dgm:pt>
    <dgm:pt modelId="{3C5153E4-D4BF-3C46-9B09-0EC1E7216C40}" type="pres">
      <dgm:prSet presAssocID="{463861D1-C521-5242-AA25-703F2FFAB95B}" presName="hierChild5" presStyleCnt="0"/>
      <dgm:spPr/>
    </dgm:pt>
    <dgm:pt modelId="{FA85536B-0CFC-064E-81E4-02B4675CEB38}" type="pres">
      <dgm:prSet presAssocID="{C15AFDA0-7DF7-9848-8BD3-89FDEF87C32B}" presName="Name23" presStyleLbl="parChTrans1D4" presStyleIdx="2" presStyleCnt="8"/>
      <dgm:spPr/>
    </dgm:pt>
    <dgm:pt modelId="{4AF4358A-31AE-0443-892C-BC5D9445864E}" type="pres">
      <dgm:prSet presAssocID="{AEA42EED-3490-244F-9C03-47D3E7BD4844}" presName="hierRoot4" presStyleCnt="0"/>
      <dgm:spPr/>
    </dgm:pt>
    <dgm:pt modelId="{F95C647B-C49F-C446-8C91-E11F16A20E6E}" type="pres">
      <dgm:prSet presAssocID="{AEA42EED-3490-244F-9C03-47D3E7BD4844}" presName="composite4" presStyleCnt="0"/>
      <dgm:spPr/>
    </dgm:pt>
    <dgm:pt modelId="{1561741F-CCB9-E24F-B3D3-67E5E74765F2}" type="pres">
      <dgm:prSet presAssocID="{AEA42EED-3490-244F-9C03-47D3E7BD4844}" presName="background4" presStyleLbl="node4" presStyleIdx="2" presStyleCnt="8"/>
      <dgm:spPr/>
    </dgm:pt>
    <dgm:pt modelId="{5BFB65ED-9EE4-9A4B-BA7F-663987EEE4EC}" type="pres">
      <dgm:prSet presAssocID="{AEA42EED-3490-244F-9C03-47D3E7BD4844}" presName="text4" presStyleLbl="fgAcc4" presStyleIdx="2" presStyleCnt="8">
        <dgm:presLayoutVars>
          <dgm:chPref val="3"/>
        </dgm:presLayoutVars>
      </dgm:prSet>
      <dgm:spPr/>
    </dgm:pt>
    <dgm:pt modelId="{72970EF5-F834-5740-821B-0DC70C2DD0C4}" type="pres">
      <dgm:prSet presAssocID="{AEA42EED-3490-244F-9C03-47D3E7BD4844}" presName="hierChild5" presStyleCnt="0"/>
      <dgm:spPr/>
    </dgm:pt>
    <dgm:pt modelId="{90DF3A9E-8228-3745-ACE4-8FC7DD2063E1}" type="pres">
      <dgm:prSet presAssocID="{3F68C282-1DCC-D04D-BDB5-6F0E19939A19}" presName="Name23" presStyleLbl="parChTrans1D4" presStyleIdx="3" presStyleCnt="8"/>
      <dgm:spPr/>
    </dgm:pt>
    <dgm:pt modelId="{BB69F985-5267-1E4E-AE69-9A654F4E2817}" type="pres">
      <dgm:prSet presAssocID="{DC5D8F6F-8767-ED47-8642-DCD525693F4E}" presName="hierRoot4" presStyleCnt="0"/>
      <dgm:spPr/>
    </dgm:pt>
    <dgm:pt modelId="{D881BC9B-E26A-F64A-A631-8B2855552D7E}" type="pres">
      <dgm:prSet presAssocID="{DC5D8F6F-8767-ED47-8642-DCD525693F4E}" presName="composite4" presStyleCnt="0"/>
      <dgm:spPr/>
    </dgm:pt>
    <dgm:pt modelId="{F45B7361-EE77-F643-8655-2F89D5534521}" type="pres">
      <dgm:prSet presAssocID="{DC5D8F6F-8767-ED47-8642-DCD525693F4E}" presName="background4" presStyleLbl="node4" presStyleIdx="3" presStyleCnt="8"/>
      <dgm:spPr/>
    </dgm:pt>
    <dgm:pt modelId="{B3CB44FA-3A66-4C43-9C4F-B68EA23E4797}" type="pres">
      <dgm:prSet presAssocID="{DC5D8F6F-8767-ED47-8642-DCD525693F4E}" presName="text4" presStyleLbl="fgAcc4" presStyleIdx="3" presStyleCnt="8">
        <dgm:presLayoutVars>
          <dgm:chPref val="3"/>
        </dgm:presLayoutVars>
      </dgm:prSet>
      <dgm:spPr/>
    </dgm:pt>
    <dgm:pt modelId="{1376B98C-C93E-0B4D-B5FC-283DD7D44713}" type="pres">
      <dgm:prSet presAssocID="{DC5D8F6F-8767-ED47-8642-DCD525693F4E}" presName="hierChild5" presStyleCnt="0"/>
      <dgm:spPr/>
    </dgm:pt>
    <dgm:pt modelId="{F93329A3-31D6-764A-80C7-94F18536DB5C}" type="pres">
      <dgm:prSet presAssocID="{74739B9E-C302-FA49-8765-BE8F0B7EACA3}" presName="Name23" presStyleLbl="parChTrans1D4" presStyleIdx="4" presStyleCnt="8"/>
      <dgm:spPr/>
    </dgm:pt>
    <dgm:pt modelId="{53EAC190-D84E-2C4F-9CA8-B695984CD8D2}" type="pres">
      <dgm:prSet presAssocID="{8141A687-AF00-1F46-B7F9-237AD308E56A}" presName="hierRoot4" presStyleCnt="0"/>
      <dgm:spPr/>
    </dgm:pt>
    <dgm:pt modelId="{64BBDC54-403A-2242-93DA-42D27261F302}" type="pres">
      <dgm:prSet presAssocID="{8141A687-AF00-1F46-B7F9-237AD308E56A}" presName="composite4" presStyleCnt="0"/>
      <dgm:spPr/>
    </dgm:pt>
    <dgm:pt modelId="{ED41B5C4-D2C4-2D49-B518-332ACBF0205D}" type="pres">
      <dgm:prSet presAssocID="{8141A687-AF00-1F46-B7F9-237AD308E56A}" presName="background4" presStyleLbl="node4" presStyleIdx="4" presStyleCnt="8"/>
      <dgm:spPr/>
    </dgm:pt>
    <dgm:pt modelId="{0DD906DD-212F-6942-8557-E72BDC863B65}" type="pres">
      <dgm:prSet presAssocID="{8141A687-AF00-1F46-B7F9-237AD308E56A}" presName="text4" presStyleLbl="fgAcc4" presStyleIdx="4" presStyleCnt="8">
        <dgm:presLayoutVars>
          <dgm:chPref val="3"/>
        </dgm:presLayoutVars>
      </dgm:prSet>
      <dgm:spPr/>
    </dgm:pt>
    <dgm:pt modelId="{EA19C5E6-161B-1D47-AC68-D0A0F064AE41}" type="pres">
      <dgm:prSet presAssocID="{8141A687-AF00-1F46-B7F9-237AD308E56A}" presName="hierChild5" presStyleCnt="0"/>
      <dgm:spPr/>
    </dgm:pt>
    <dgm:pt modelId="{C9CB8D21-5C4E-E845-83D5-1C89C9E428F1}" type="pres">
      <dgm:prSet presAssocID="{3EC7A521-3CA3-8F40-954D-82C9889EBCF6}" presName="Name23" presStyleLbl="parChTrans1D4" presStyleIdx="5" presStyleCnt="8"/>
      <dgm:spPr/>
    </dgm:pt>
    <dgm:pt modelId="{53C4883B-87CF-DA43-BD5F-84AE4EA331A2}" type="pres">
      <dgm:prSet presAssocID="{3B347FC6-3007-1F43-8929-6FEDFE7BBF93}" presName="hierRoot4" presStyleCnt="0"/>
      <dgm:spPr/>
    </dgm:pt>
    <dgm:pt modelId="{37A27C3D-671B-FE43-A2E8-9150CA7E9021}" type="pres">
      <dgm:prSet presAssocID="{3B347FC6-3007-1F43-8929-6FEDFE7BBF93}" presName="composite4" presStyleCnt="0"/>
      <dgm:spPr/>
    </dgm:pt>
    <dgm:pt modelId="{CB0F3837-8628-9F4F-B1B4-6DB5D42C5D1E}" type="pres">
      <dgm:prSet presAssocID="{3B347FC6-3007-1F43-8929-6FEDFE7BBF93}" presName="background4" presStyleLbl="node4" presStyleIdx="5" presStyleCnt="8"/>
      <dgm:spPr/>
    </dgm:pt>
    <dgm:pt modelId="{5FB4CEF9-82ED-644D-A4E2-405D99EF89A1}" type="pres">
      <dgm:prSet presAssocID="{3B347FC6-3007-1F43-8929-6FEDFE7BBF93}" presName="text4" presStyleLbl="fgAcc4" presStyleIdx="5" presStyleCnt="8">
        <dgm:presLayoutVars>
          <dgm:chPref val="3"/>
        </dgm:presLayoutVars>
      </dgm:prSet>
      <dgm:spPr/>
    </dgm:pt>
    <dgm:pt modelId="{AF367870-22E8-034B-AA4B-3F17DFC590AB}" type="pres">
      <dgm:prSet presAssocID="{3B347FC6-3007-1F43-8929-6FEDFE7BBF93}" presName="hierChild5" presStyleCnt="0"/>
      <dgm:spPr/>
    </dgm:pt>
    <dgm:pt modelId="{A6CA068C-38BB-7E40-A464-6A85ECFBF1E0}" type="pres">
      <dgm:prSet presAssocID="{BECB30E0-71B5-3943-8F4A-DF7222534957}" presName="Name23" presStyleLbl="parChTrans1D4" presStyleIdx="6" presStyleCnt="8"/>
      <dgm:spPr/>
    </dgm:pt>
    <dgm:pt modelId="{9FFBEE48-EE97-A445-88F3-9C0113FC19E8}" type="pres">
      <dgm:prSet presAssocID="{6607BBF7-5C1B-8E44-819B-76CD1A538120}" presName="hierRoot4" presStyleCnt="0"/>
      <dgm:spPr/>
    </dgm:pt>
    <dgm:pt modelId="{4DC3B7A8-D835-8E4A-8C2B-ED295A77F048}" type="pres">
      <dgm:prSet presAssocID="{6607BBF7-5C1B-8E44-819B-76CD1A538120}" presName="composite4" presStyleCnt="0"/>
      <dgm:spPr/>
    </dgm:pt>
    <dgm:pt modelId="{A15AC2A8-24EE-E34B-A26D-71C2CBA8CBEF}" type="pres">
      <dgm:prSet presAssocID="{6607BBF7-5C1B-8E44-819B-76CD1A538120}" presName="background4" presStyleLbl="node4" presStyleIdx="6" presStyleCnt="8"/>
      <dgm:spPr/>
    </dgm:pt>
    <dgm:pt modelId="{E93838F3-731C-644F-86C1-B36BA336126D}" type="pres">
      <dgm:prSet presAssocID="{6607BBF7-5C1B-8E44-819B-76CD1A538120}" presName="text4" presStyleLbl="fgAcc4" presStyleIdx="6" presStyleCnt="8">
        <dgm:presLayoutVars>
          <dgm:chPref val="3"/>
        </dgm:presLayoutVars>
      </dgm:prSet>
      <dgm:spPr/>
    </dgm:pt>
    <dgm:pt modelId="{0F928E1B-94BD-3943-BDC4-07C384481E85}" type="pres">
      <dgm:prSet presAssocID="{6607BBF7-5C1B-8E44-819B-76CD1A538120}" presName="hierChild5" presStyleCnt="0"/>
      <dgm:spPr/>
    </dgm:pt>
    <dgm:pt modelId="{F5CB24ED-4C0A-1B47-92D2-86002213A84D}" type="pres">
      <dgm:prSet presAssocID="{D697E228-D4DC-E644-917B-819D54E02391}" presName="Name23" presStyleLbl="parChTrans1D4" presStyleIdx="7" presStyleCnt="8"/>
      <dgm:spPr/>
    </dgm:pt>
    <dgm:pt modelId="{82992A65-AEB2-804B-9DAD-48B4E0D8E870}" type="pres">
      <dgm:prSet presAssocID="{51A349B0-1FA8-F847-9BA1-229C7C7E44EA}" presName="hierRoot4" presStyleCnt="0"/>
      <dgm:spPr/>
    </dgm:pt>
    <dgm:pt modelId="{DD6CE3B0-33D4-784B-934F-35FBDEEF421E}" type="pres">
      <dgm:prSet presAssocID="{51A349B0-1FA8-F847-9BA1-229C7C7E44EA}" presName="composite4" presStyleCnt="0"/>
      <dgm:spPr/>
    </dgm:pt>
    <dgm:pt modelId="{E96C756D-D3B1-6046-B201-B29A44755C7F}" type="pres">
      <dgm:prSet presAssocID="{51A349B0-1FA8-F847-9BA1-229C7C7E44EA}" presName="background4" presStyleLbl="node4" presStyleIdx="7" presStyleCnt="8"/>
      <dgm:spPr/>
    </dgm:pt>
    <dgm:pt modelId="{2039D758-0AA9-1D46-93F5-70CA2AC17D53}" type="pres">
      <dgm:prSet presAssocID="{51A349B0-1FA8-F847-9BA1-229C7C7E44EA}" presName="text4" presStyleLbl="fgAcc4" presStyleIdx="7" presStyleCnt="8">
        <dgm:presLayoutVars>
          <dgm:chPref val="3"/>
        </dgm:presLayoutVars>
      </dgm:prSet>
      <dgm:spPr/>
    </dgm:pt>
    <dgm:pt modelId="{94224B62-F1FA-1D47-8775-A6DD52BE46F4}" type="pres">
      <dgm:prSet presAssocID="{51A349B0-1FA8-F847-9BA1-229C7C7E44EA}" presName="hierChild5" presStyleCnt="0"/>
      <dgm:spPr/>
    </dgm:pt>
  </dgm:ptLst>
  <dgm:cxnLst>
    <dgm:cxn modelId="{0F671B00-2D07-B144-99AF-84720D3178F5}" srcId="{9C866F86-CA10-9443-BCB0-CE7F436BE27A}" destId="{DCE02AD6-E784-E043-9935-4D2EB52AA567}" srcOrd="1" destOrd="0" parTransId="{1C8C4972-E95F-3047-89C7-5DFED4F8EC48}" sibTransId="{61AF9913-E64E-4E4C-836F-0AEC8F71270E}"/>
    <dgm:cxn modelId="{660C7C00-B6F0-4D4A-9CDB-B558572037A4}" srcId="{8665FB8B-2526-2B4C-8FB6-0E7BDBCD99BD}" destId="{BCED7569-2F5B-8142-99FF-9C5C0D4F9A71}" srcOrd="0" destOrd="0" parTransId="{1A4DD448-CCB0-D949-8165-DA57F8C6FDAE}" sibTransId="{3C1DDD8D-A8A1-094F-9096-0A4DEDF66FD0}"/>
    <dgm:cxn modelId="{B3C3ED05-D8AE-0A41-BB9B-84886CFFBC55}" srcId="{BCED7569-2F5B-8142-99FF-9C5C0D4F9A71}" destId="{9C866F86-CA10-9443-BCB0-CE7F436BE27A}" srcOrd="0" destOrd="0" parTransId="{C1849573-EB9E-E545-9606-95480D07E439}" sibTransId="{6E255B18-2428-F94A-97E9-2CF3EC577AF3}"/>
    <dgm:cxn modelId="{2611410B-4160-E443-A8CA-62A3D5F85A31}" type="presOf" srcId="{1C8C4972-E95F-3047-89C7-5DFED4F8EC48}" destId="{253CB5D1-E520-4443-A200-9569A2B3DAA1}" srcOrd="0" destOrd="0" presId="urn:microsoft.com/office/officeart/2005/8/layout/hierarchy1"/>
    <dgm:cxn modelId="{429F7D0C-A081-3049-9A09-434A9BDFC57F}" type="presOf" srcId="{463861D1-C521-5242-AA25-703F2FFAB95B}" destId="{14A4CB99-0945-FA43-A567-2B0796CF641B}" srcOrd="0" destOrd="0" presId="urn:microsoft.com/office/officeart/2005/8/layout/hierarchy1"/>
    <dgm:cxn modelId="{7EA41B28-6360-224A-87C3-ED8EAE2DA685}" srcId="{756542FC-9753-6F41-AD3D-8650E6E2A08D}" destId="{012D3D09-FE6B-0E42-B15A-D17F3DF6FAFF}" srcOrd="0" destOrd="0" parTransId="{4D7B69CF-55FB-C343-BE03-F247677C4C70}" sibTransId="{42CA3AB6-9495-4047-9D58-CBC578B753EE}"/>
    <dgm:cxn modelId="{B12BA128-C44D-3448-B3C2-E7DCB4D4E4CD}" type="presOf" srcId="{3EC7A521-3CA3-8F40-954D-82C9889EBCF6}" destId="{C9CB8D21-5C4E-E845-83D5-1C89C9E428F1}" srcOrd="0" destOrd="0" presId="urn:microsoft.com/office/officeart/2005/8/layout/hierarchy1"/>
    <dgm:cxn modelId="{D7EC1131-59B3-844B-BC13-DCB0D91D2A43}" type="presOf" srcId="{74739B9E-C302-FA49-8765-BE8F0B7EACA3}" destId="{F93329A3-31D6-764A-80C7-94F18536DB5C}" srcOrd="0" destOrd="0" presId="urn:microsoft.com/office/officeart/2005/8/layout/hierarchy1"/>
    <dgm:cxn modelId="{87485632-98E9-7B48-B642-2951336BBDD4}" srcId="{756542FC-9753-6F41-AD3D-8650E6E2A08D}" destId="{AEA42EED-3490-244F-9C03-47D3E7BD4844}" srcOrd="2" destOrd="0" parTransId="{C15AFDA0-7DF7-9848-8BD3-89FDEF87C32B}" sibTransId="{72C94C72-5DC3-9B47-8D57-E9F390351316}"/>
    <dgm:cxn modelId="{6E915034-B761-BB4E-948F-710CD4F78085}" type="presOf" srcId="{9C866F86-CA10-9443-BCB0-CE7F436BE27A}" destId="{0E8B83FD-A9CE-C843-BD3A-737244B0E5C0}" srcOrd="0" destOrd="0" presId="urn:microsoft.com/office/officeart/2005/8/layout/hierarchy1"/>
    <dgm:cxn modelId="{5547F536-6A3E-F849-BA4F-05A83D2C79A1}" type="presOf" srcId="{85E04264-EC53-AC47-B97B-EE0A8F1D7A3E}" destId="{A532764B-3DEB-ED42-913A-AFDCD33448B0}" srcOrd="0" destOrd="0" presId="urn:microsoft.com/office/officeart/2005/8/layout/hierarchy1"/>
    <dgm:cxn modelId="{A3C36839-C086-1A44-9554-412286B45B9A}" type="presOf" srcId="{D697E228-D4DC-E644-917B-819D54E02391}" destId="{F5CB24ED-4C0A-1B47-92D2-86002213A84D}" srcOrd="0" destOrd="0" presId="urn:microsoft.com/office/officeart/2005/8/layout/hierarchy1"/>
    <dgm:cxn modelId="{9FDC5B3F-55A0-454C-B45C-02D361145D3F}" type="presOf" srcId="{4D7B69CF-55FB-C343-BE03-F247677C4C70}" destId="{8C96D037-DFA8-3E4A-AE37-7AE1EC07FAEE}" srcOrd="0" destOrd="0" presId="urn:microsoft.com/office/officeart/2005/8/layout/hierarchy1"/>
    <dgm:cxn modelId="{56BA2C4C-1990-EB43-877F-3965994C25EB}" type="presOf" srcId="{C1849573-EB9E-E545-9606-95480D07E439}" destId="{CC93AB0A-5DDB-204B-B211-35A9DB78A0EB}" srcOrd="0" destOrd="0" presId="urn:microsoft.com/office/officeart/2005/8/layout/hierarchy1"/>
    <dgm:cxn modelId="{DD8B384E-FDED-BD4D-8885-E03645C0DBA8}" srcId="{756542FC-9753-6F41-AD3D-8650E6E2A08D}" destId="{51A349B0-1FA8-F847-9BA1-229C7C7E44EA}" srcOrd="7" destOrd="0" parTransId="{D697E228-D4DC-E644-917B-819D54E02391}" sibTransId="{B76787C6-8AAD-DD43-9EA2-5079E0707B90}"/>
    <dgm:cxn modelId="{DE74F852-BF29-C54A-BA23-B965DD37831F}" type="presOf" srcId="{756016AD-9837-594D-9603-1090A97548EF}" destId="{A692CCD6-23AE-AB44-88ED-CCB9E5F1F23B}" srcOrd="0" destOrd="0" presId="urn:microsoft.com/office/officeart/2005/8/layout/hierarchy1"/>
    <dgm:cxn modelId="{A6A8E357-08F2-CD4A-8D9E-15EAA30C1AC9}" type="presOf" srcId="{3B347FC6-3007-1F43-8929-6FEDFE7BBF93}" destId="{5FB4CEF9-82ED-644D-A4E2-405D99EF89A1}" srcOrd="0" destOrd="0" presId="urn:microsoft.com/office/officeart/2005/8/layout/hierarchy1"/>
    <dgm:cxn modelId="{8A3DC961-5BAA-4242-B67B-C989DA52115A}" type="presOf" srcId="{8665FB8B-2526-2B4C-8FB6-0E7BDBCD99BD}" destId="{9C5714BC-DFC0-DA49-BDE8-5DD45CB56706}" srcOrd="0" destOrd="0" presId="urn:microsoft.com/office/officeart/2005/8/layout/hierarchy1"/>
    <dgm:cxn modelId="{3A629678-1B30-5144-A779-2ADF9172C536}" type="presOf" srcId="{6607BBF7-5C1B-8E44-819B-76CD1A538120}" destId="{E93838F3-731C-644F-86C1-B36BA336126D}" srcOrd="0" destOrd="0" presId="urn:microsoft.com/office/officeart/2005/8/layout/hierarchy1"/>
    <dgm:cxn modelId="{ED09CA7B-EF34-674E-8B7D-EC5A3D2B5699}" type="presOf" srcId="{AEA42EED-3490-244F-9C03-47D3E7BD4844}" destId="{5BFB65ED-9EE4-9A4B-BA7F-663987EEE4EC}" srcOrd="0" destOrd="0" presId="urn:microsoft.com/office/officeart/2005/8/layout/hierarchy1"/>
    <dgm:cxn modelId="{90481E86-CB66-9242-B394-8082D8D25936}" srcId="{BEF3AAB9-F953-374D-A7EE-062FD8C4A486}" destId="{756542FC-9753-6F41-AD3D-8650E6E2A08D}" srcOrd="0" destOrd="0" parTransId="{A3660B1B-E941-6048-BCAE-EFA11AFCC448}" sibTransId="{3268A66A-AEA2-DC45-8549-85FCCBBA3532}"/>
    <dgm:cxn modelId="{D9B0C888-F1DB-2945-AE53-376BB9DE9190}" type="presOf" srcId="{756542FC-9753-6F41-AD3D-8650E6E2A08D}" destId="{8AE4294A-7D4F-9249-B08A-D47C27F25B0A}" srcOrd="0" destOrd="0" presId="urn:microsoft.com/office/officeart/2005/8/layout/hierarchy1"/>
    <dgm:cxn modelId="{1A609F8B-A5F6-F24E-A83A-E4CCCC29D4EC}" type="presOf" srcId="{BEF3AAB9-F953-374D-A7EE-062FD8C4A486}" destId="{79BA10E3-CC1A-534F-BC00-2A66FF5D1B66}" srcOrd="0" destOrd="0" presId="urn:microsoft.com/office/officeart/2005/8/layout/hierarchy1"/>
    <dgm:cxn modelId="{54D7F88D-B5F0-8E40-B865-30A1B1FE47A7}" type="presOf" srcId="{51A349B0-1FA8-F847-9BA1-229C7C7E44EA}" destId="{2039D758-0AA9-1D46-93F5-70CA2AC17D53}" srcOrd="0" destOrd="0" presId="urn:microsoft.com/office/officeart/2005/8/layout/hierarchy1"/>
    <dgm:cxn modelId="{2E84C68E-AAEB-AA4B-9C58-E28ACE8DB5E2}" srcId="{756542FC-9753-6F41-AD3D-8650E6E2A08D}" destId="{3B347FC6-3007-1F43-8929-6FEDFE7BBF93}" srcOrd="5" destOrd="0" parTransId="{3EC7A521-3CA3-8F40-954D-82C9889EBCF6}" sibTransId="{1C2EF480-3D83-514E-BF10-A91276D7F2F2}"/>
    <dgm:cxn modelId="{7A21C894-B78F-1C4F-9356-DBD9788D46DC}" type="presOf" srcId="{8141A687-AF00-1F46-B7F9-237AD308E56A}" destId="{0DD906DD-212F-6942-8557-E72BDC863B65}" srcOrd="0" destOrd="0" presId="urn:microsoft.com/office/officeart/2005/8/layout/hierarchy1"/>
    <dgm:cxn modelId="{211DCE9D-1797-154E-8BEC-A367CC6795B8}" type="presOf" srcId="{C15AFDA0-7DF7-9848-8BD3-89FDEF87C32B}" destId="{FA85536B-0CFC-064E-81E4-02B4675CEB38}" srcOrd="0" destOrd="0" presId="urn:microsoft.com/office/officeart/2005/8/layout/hierarchy1"/>
    <dgm:cxn modelId="{4B39FCAA-A19E-B44D-B8D6-6C67F7AAD53D}" type="presOf" srcId="{A3660B1B-E941-6048-BCAE-EFA11AFCC448}" destId="{DFD1B511-CA34-D443-8496-35A7492683A2}" srcOrd="0" destOrd="0" presId="urn:microsoft.com/office/officeart/2005/8/layout/hierarchy1"/>
    <dgm:cxn modelId="{2F1FC5AC-2E25-3148-A848-CEA06B148AFC}" type="presOf" srcId="{4280CDF7-4F41-3345-8939-5BF8FAC9BE1A}" destId="{F2759E36-11CE-B24B-98CF-C16ED61E81AE}" srcOrd="0" destOrd="0" presId="urn:microsoft.com/office/officeart/2005/8/layout/hierarchy1"/>
    <dgm:cxn modelId="{265D4DB6-3796-5E42-B8C8-170BE68698A7}" srcId="{756542FC-9753-6F41-AD3D-8650E6E2A08D}" destId="{DC5D8F6F-8767-ED47-8642-DCD525693F4E}" srcOrd="3" destOrd="0" parTransId="{3F68C282-1DCC-D04D-BDB5-6F0E19939A19}" sibTransId="{45E40B78-B0B0-D249-8080-F948CA22FF54}"/>
    <dgm:cxn modelId="{778D95BD-7645-B749-A050-AD09748CB7AE}" type="presOf" srcId="{BECB30E0-71B5-3943-8F4A-DF7222534957}" destId="{A6CA068C-38BB-7E40-A464-6A85ECFBF1E0}" srcOrd="0" destOrd="0" presId="urn:microsoft.com/office/officeart/2005/8/layout/hierarchy1"/>
    <dgm:cxn modelId="{CB684BC7-7B16-2543-9B06-948A8C9BEB3A}" srcId="{756542FC-9753-6F41-AD3D-8650E6E2A08D}" destId="{463861D1-C521-5242-AA25-703F2FFAB95B}" srcOrd="1" destOrd="0" parTransId="{4280CDF7-4F41-3345-8939-5BF8FAC9BE1A}" sibTransId="{A65D474B-32B5-614D-B358-56793D3286FB}"/>
    <dgm:cxn modelId="{96497DCD-46AF-474B-A5AF-9BC285BC5A6A}" srcId="{756542FC-9753-6F41-AD3D-8650E6E2A08D}" destId="{8141A687-AF00-1F46-B7F9-237AD308E56A}" srcOrd="4" destOrd="0" parTransId="{74739B9E-C302-FA49-8765-BE8F0B7EACA3}" sibTransId="{D41AA01D-FD4F-354E-B30E-3092ED14126A}"/>
    <dgm:cxn modelId="{2EF13BCF-96DB-C846-9A22-DFF1FF7055B0}" srcId="{9C866F86-CA10-9443-BCB0-CE7F436BE27A}" destId="{E539213E-5CE4-A740-B564-DB132FACE618}" srcOrd="0" destOrd="0" parTransId="{85E04264-EC53-AC47-B97B-EE0A8F1D7A3E}" sibTransId="{5DF73B50-61E6-7042-ABD4-A894FDB99EC6}"/>
    <dgm:cxn modelId="{884F47D2-4EB6-DF4D-BC56-0416444413C8}" type="presOf" srcId="{3F68C282-1DCC-D04D-BDB5-6F0E19939A19}" destId="{90DF3A9E-8228-3745-ACE4-8FC7DD2063E1}" srcOrd="0" destOrd="0" presId="urn:microsoft.com/office/officeart/2005/8/layout/hierarchy1"/>
    <dgm:cxn modelId="{FB68F2DC-AD3F-104D-90D5-87F5FC7566CE}" type="presOf" srcId="{BCED7569-2F5B-8142-99FF-9C5C0D4F9A71}" destId="{A3962CE2-A1A3-9349-A401-88A586FA0FCE}" srcOrd="0" destOrd="0" presId="urn:microsoft.com/office/officeart/2005/8/layout/hierarchy1"/>
    <dgm:cxn modelId="{8B549BE1-5A58-484E-87D0-57C32F789D07}" srcId="{756542FC-9753-6F41-AD3D-8650E6E2A08D}" destId="{6607BBF7-5C1B-8E44-819B-76CD1A538120}" srcOrd="6" destOrd="0" parTransId="{BECB30E0-71B5-3943-8F4A-DF7222534957}" sibTransId="{9661F4A5-B90B-F24B-981A-05DDA926A123}"/>
    <dgm:cxn modelId="{1CE869E2-508C-EB4C-A6B3-494966463C67}" type="presOf" srcId="{DC5D8F6F-8767-ED47-8642-DCD525693F4E}" destId="{B3CB44FA-3A66-4C43-9C4F-B68EA23E4797}" srcOrd="0" destOrd="0" presId="urn:microsoft.com/office/officeart/2005/8/layout/hierarchy1"/>
    <dgm:cxn modelId="{B7B57FE2-82E8-E348-934F-E5CC3A04EDDF}" type="presOf" srcId="{012D3D09-FE6B-0E42-B15A-D17F3DF6FAFF}" destId="{6CE225B9-5104-AA46-9426-70F95778E0A5}" srcOrd="0" destOrd="0" presId="urn:microsoft.com/office/officeart/2005/8/layout/hierarchy1"/>
    <dgm:cxn modelId="{FCE6A5E4-7139-B34A-9ECD-976CD870AAE5}" type="presOf" srcId="{DCE02AD6-E784-E043-9935-4D2EB52AA567}" destId="{CBAC96B8-D912-9345-8AF5-796E1C6EA04F}" srcOrd="0" destOrd="0" presId="urn:microsoft.com/office/officeart/2005/8/layout/hierarchy1"/>
    <dgm:cxn modelId="{0FCA06F6-84CF-9547-B26E-85B34A636067}" srcId="{BCED7569-2F5B-8142-99FF-9C5C0D4F9A71}" destId="{BEF3AAB9-F953-374D-A7EE-062FD8C4A486}" srcOrd="1" destOrd="0" parTransId="{756016AD-9837-594D-9603-1090A97548EF}" sibTransId="{2B137D21-0022-C042-B887-64CBB661D8D3}"/>
    <dgm:cxn modelId="{9120C0F7-526F-BA4A-B559-EC0831A7EB63}" type="presOf" srcId="{E539213E-5CE4-A740-B564-DB132FACE618}" destId="{19DC684B-541A-C74C-867F-993015E38567}" srcOrd="0" destOrd="0" presId="urn:microsoft.com/office/officeart/2005/8/layout/hierarchy1"/>
    <dgm:cxn modelId="{94F0D36D-C80C-BB4A-A6CF-92987C7781C0}" type="presParOf" srcId="{9C5714BC-DFC0-DA49-BDE8-5DD45CB56706}" destId="{21391740-9886-6743-80CD-5EB52B497999}" srcOrd="0" destOrd="0" presId="urn:microsoft.com/office/officeart/2005/8/layout/hierarchy1"/>
    <dgm:cxn modelId="{A7478DEC-D639-AB42-9D5D-306E06F62F7E}" type="presParOf" srcId="{21391740-9886-6743-80CD-5EB52B497999}" destId="{CAC208A1-52F2-9646-B1C4-13A78CFE75FA}" srcOrd="0" destOrd="0" presId="urn:microsoft.com/office/officeart/2005/8/layout/hierarchy1"/>
    <dgm:cxn modelId="{4F12072D-102D-6C47-8C02-6975AB42087C}" type="presParOf" srcId="{CAC208A1-52F2-9646-B1C4-13A78CFE75FA}" destId="{C3E1AD33-45B6-5248-A660-33F2C2FA2901}" srcOrd="0" destOrd="0" presId="urn:microsoft.com/office/officeart/2005/8/layout/hierarchy1"/>
    <dgm:cxn modelId="{6D05A93E-BF65-B547-9113-DEAC7CEC1F1E}" type="presParOf" srcId="{CAC208A1-52F2-9646-B1C4-13A78CFE75FA}" destId="{A3962CE2-A1A3-9349-A401-88A586FA0FCE}" srcOrd="1" destOrd="0" presId="urn:microsoft.com/office/officeart/2005/8/layout/hierarchy1"/>
    <dgm:cxn modelId="{D3D67BE9-E612-AB4A-A661-3808B595E027}" type="presParOf" srcId="{21391740-9886-6743-80CD-5EB52B497999}" destId="{D5E7BC4F-4EAE-4A40-84D3-0840865AD96C}" srcOrd="1" destOrd="0" presId="urn:microsoft.com/office/officeart/2005/8/layout/hierarchy1"/>
    <dgm:cxn modelId="{8D48EA46-C161-6A49-9363-E19D736BED07}" type="presParOf" srcId="{D5E7BC4F-4EAE-4A40-84D3-0840865AD96C}" destId="{CC93AB0A-5DDB-204B-B211-35A9DB78A0EB}" srcOrd="0" destOrd="0" presId="urn:microsoft.com/office/officeart/2005/8/layout/hierarchy1"/>
    <dgm:cxn modelId="{A1B99A0C-8CFB-DC4A-8102-3150E5371B2E}" type="presParOf" srcId="{D5E7BC4F-4EAE-4A40-84D3-0840865AD96C}" destId="{5F4579DB-0FD7-D649-BA6D-93A8CBBD9351}" srcOrd="1" destOrd="0" presId="urn:microsoft.com/office/officeart/2005/8/layout/hierarchy1"/>
    <dgm:cxn modelId="{795A9D7B-1C69-3C48-AB43-EA06BF5BE155}" type="presParOf" srcId="{5F4579DB-0FD7-D649-BA6D-93A8CBBD9351}" destId="{E76905C1-D807-444B-B585-DC094BC8BE07}" srcOrd="0" destOrd="0" presId="urn:microsoft.com/office/officeart/2005/8/layout/hierarchy1"/>
    <dgm:cxn modelId="{8C56A14F-0185-D14D-805E-1FED0F363927}" type="presParOf" srcId="{E76905C1-D807-444B-B585-DC094BC8BE07}" destId="{B39893D0-0C07-D642-A0A4-503355D5FD0B}" srcOrd="0" destOrd="0" presId="urn:microsoft.com/office/officeart/2005/8/layout/hierarchy1"/>
    <dgm:cxn modelId="{21A446FE-B369-814D-AD7A-21A496B29C47}" type="presParOf" srcId="{E76905C1-D807-444B-B585-DC094BC8BE07}" destId="{0E8B83FD-A9CE-C843-BD3A-737244B0E5C0}" srcOrd="1" destOrd="0" presId="urn:microsoft.com/office/officeart/2005/8/layout/hierarchy1"/>
    <dgm:cxn modelId="{B4C0DF4F-476E-9048-9CB1-904639762C70}" type="presParOf" srcId="{5F4579DB-0FD7-D649-BA6D-93A8CBBD9351}" destId="{FB93E192-40D8-2D40-A3AC-E6719F98C8C2}" srcOrd="1" destOrd="0" presId="urn:microsoft.com/office/officeart/2005/8/layout/hierarchy1"/>
    <dgm:cxn modelId="{C007E7FB-7D3D-1248-9AF4-DB779EEFED3A}" type="presParOf" srcId="{FB93E192-40D8-2D40-A3AC-E6719F98C8C2}" destId="{A532764B-3DEB-ED42-913A-AFDCD33448B0}" srcOrd="0" destOrd="0" presId="urn:microsoft.com/office/officeart/2005/8/layout/hierarchy1"/>
    <dgm:cxn modelId="{6B0E3E97-95F8-824F-9FB5-D36C5FEA2B2D}" type="presParOf" srcId="{FB93E192-40D8-2D40-A3AC-E6719F98C8C2}" destId="{F7D6FEF2-BBAB-184C-B7C8-9472F415E29D}" srcOrd="1" destOrd="0" presId="urn:microsoft.com/office/officeart/2005/8/layout/hierarchy1"/>
    <dgm:cxn modelId="{B0E780CA-0EF9-E448-B793-117E40DBB0B2}" type="presParOf" srcId="{F7D6FEF2-BBAB-184C-B7C8-9472F415E29D}" destId="{5F8E0AD5-C212-C34F-B081-F51D565BA1FD}" srcOrd="0" destOrd="0" presId="urn:microsoft.com/office/officeart/2005/8/layout/hierarchy1"/>
    <dgm:cxn modelId="{DF8991B9-6B2A-1D43-9C25-5BDBD08FD9B6}" type="presParOf" srcId="{5F8E0AD5-C212-C34F-B081-F51D565BA1FD}" destId="{FA982C46-266D-204D-BE1A-9297A68BE2A3}" srcOrd="0" destOrd="0" presId="urn:microsoft.com/office/officeart/2005/8/layout/hierarchy1"/>
    <dgm:cxn modelId="{F8CA50E2-6991-3F4A-A8E9-17A035AEF07F}" type="presParOf" srcId="{5F8E0AD5-C212-C34F-B081-F51D565BA1FD}" destId="{19DC684B-541A-C74C-867F-993015E38567}" srcOrd="1" destOrd="0" presId="urn:microsoft.com/office/officeart/2005/8/layout/hierarchy1"/>
    <dgm:cxn modelId="{BB1B632E-8344-DD42-B841-A0634BF28158}" type="presParOf" srcId="{F7D6FEF2-BBAB-184C-B7C8-9472F415E29D}" destId="{EDD49850-142F-204F-BE51-BF2A3BB71EAD}" srcOrd="1" destOrd="0" presId="urn:microsoft.com/office/officeart/2005/8/layout/hierarchy1"/>
    <dgm:cxn modelId="{F43C7E5E-4032-8146-B93C-EE96350D90CA}" type="presParOf" srcId="{FB93E192-40D8-2D40-A3AC-E6719F98C8C2}" destId="{253CB5D1-E520-4443-A200-9569A2B3DAA1}" srcOrd="2" destOrd="0" presId="urn:microsoft.com/office/officeart/2005/8/layout/hierarchy1"/>
    <dgm:cxn modelId="{F800E391-CCCF-5C41-B060-4BE785083D16}" type="presParOf" srcId="{FB93E192-40D8-2D40-A3AC-E6719F98C8C2}" destId="{DA094BBF-9826-9447-8856-FAF3888C633D}" srcOrd="3" destOrd="0" presId="urn:microsoft.com/office/officeart/2005/8/layout/hierarchy1"/>
    <dgm:cxn modelId="{0C750E5C-F078-7C47-A0B0-7C543787F0F7}" type="presParOf" srcId="{DA094BBF-9826-9447-8856-FAF3888C633D}" destId="{19F5B715-34B9-F24A-8D08-CB357C44D857}" srcOrd="0" destOrd="0" presId="urn:microsoft.com/office/officeart/2005/8/layout/hierarchy1"/>
    <dgm:cxn modelId="{E06CBA1A-E2D4-024C-8460-C5AFF42B282B}" type="presParOf" srcId="{19F5B715-34B9-F24A-8D08-CB357C44D857}" destId="{CF183058-A9CF-454E-99A9-865470E8E755}" srcOrd="0" destOrd="0" presId="urn:microsoft.com/office/officeart/2005/8/layout/hierarchy1"/>
    <dgm:cxn modelId="{25374FEA-BF7E-A44B-B164-6C5DCFFD75CA}" type="presParOf" srcId="{19F5B715-34B9-F24A-8D08-CB357C44D857}" destId="{CBAC96B8-D912-9345-8AF5-796E1C6EA04F}" srcOrd="1" destOrd="0" presId="urn:microsoft.com/office/officeart/2005/8/layout/hierarchy1"/>
    <dgm:cxn modelId="{22B96FDF-B707-BD44-B155-89F803D416B1}" type="presParOf" srcId="{DA094BBF-9826-9447-8856-FAF3888C633D}" destId="{203EC67E-8405-4B41-8E5A-C34205C34252}" srcOrd="1" destOrd="0" presId="urn:microsoft.com/office/officeart/2005/8/layout/hierarchy1"/>
    <dgm:cxn modelId="{AD45135C-DC85-CE49-A389-281DDCF47E98}" type="presParOf" srcId="{D5E7BC4F-4EAE-4A40-84D3-0840865AD96C}" destId="{A692CCD6-23AE-AB44-88ED-CCB9E5F1F23B}" srcOrd="2" destOrd="0" presId="urn:microsoft.com/office/officeart/2005/8/layout/hierarchy1"/>
    <dgm:cxn modelId="{2BB0EF14-CB11-3B46-AD1B-F92270728C49}" type="presParOf" srcId="{D5E7BC4F-4EAE-4A40-84D3-0840865AD96C}" destId="{2F6AC361-22EA-0D46-A5F0-E9FF45212605}" srcOrd="3" destOrd="0" presId="urn:microsoft.com/office/officeart/2005/8/layout/hierarchy1"/>
    <dgm:cxn modelId="{2A4CF262-E5C2-1648-A196-D3DA42CE543D}" type="presParOf" srcId="{2F6AC361-22EA-0D46-A5F0-E9FF45212605}" destId="{DC820EA9-8CD1-A04F-B7CF-4DC13D62A937}" srcOrd="0" destOrd="0" presId="urn:microsoft.com/office/officeart/2005/8/layout/hierarchy1"/>
    <dgm:cxn modelId="{80CDC3B3-8D71-FB49-9019-6BBE9986CEB6}" type="presParOf" srcId="{DC820EA9-8CD1-A04F-B7CF-4DC13D62A937}" destId="{10334DED-6B2B-C74F-ACA6-16B440EB648B}" srcOrd="0" destOrd="0" presId="urn:microsoft.com/office/officeart/2005/8/layout/hierarchy1"/>
    <dgm:cxn modelId="{1CC9F4DD-8F62-134F-80A8-79DCED833E22}" type="presParOf" srcId="{DC820EA9-8CD1-A04F-B7CF-4DC13D62A937}" destId="{79BA10E3-CC1A-534F-BC00-2A66FF5D1B66}" srcOrd="1" destOrd="0" presId="urn:microsoft.com/office/officeart/2005/8/layout/hierarchy1"/>
    <dgm:cxn modelId="{EBE12E15-58DE-CE4D-8D8C-F3B62199FDEB}" type="presParOf" srcId="{2F6AC361-22EA-0D46-A5F0-E9FF45212605}" destId="{6499152E-1A60-BF40-AE09-2B6CD2A27E8F}" srcOrd="1" destOrd="0" presId="urn:microsoft.com/office/officeart/2005/8/layout/hierarchy1"/>
    <dgm:cxn modelId="{B795E49E-5216-2F4F-BF17-06BD7A35AA94}" type="presParOf" srcId="{6499152E-1A60-BF40-AE09-2B6CD2A27E8F}" destId="{DFD1B511-CA34-D443-8496-35A7492683A2}" srcOrd="0" destOrd="0" presId="urn:microsoft.com/office/officeart/2005/8/layout/hierarchy1"/>
    <dgm:cxn modelId="{34CF5517-87E7-3749-916F-EF2A78ACDE01}" type="presParOf" srcId="{6499152E-1A60-BF40-AE09-2B6CD2A27E8F}" destId="{18A572E2-7968-F34B-A710-E4900FAFF779}" srcOrd="1" destOrd="0" presId="urn:microsoft.com/office/officeart/2005/8/layout/hierarchy1"/>
    <dgm:cxn modelId="{55BA96B9-DD84-C944-AC99-82BAA728A0FE}" type="presParOf" srcId="{18A572E2-7968-F34B-A710-E4900FAFF779}" destId="{213F2037-5720-E54E-A103-BC238D839388}" srcOrd="0" destOrd="0" presId="urn:microsoft.com/office/officeart/2005/8/layout/hierarchy1"/>
    <dgm:cxn modelId="{677093ED-FE4E-5F4B-9939-81E26770E784}" type="presParOf" srcId="{213F2037-5720-E54E-A103-BC238D839388}" destId="{E4B9E52C-3F85-0249-85D4-DE999F01B739}" srcOrd="0" destOrd="0" presId="urn:microsoft.com/office/officeart/2005/8/layout/hierarchy1"/>
    <dgm:cxn modelId="{65AC4F44-5AB4-C745-9C85-7B56756EF98E}" type="presParOf" srcId="{213F2037-5720-E54E-A103-BC238D839388}" destId="{8AE4294A-7D4F-9249-B08A-D47C27F25B0A}" srcOrd="1" destOrd="0" presId="urn:microsoft.com/office/officeart/2005/8/layout/hierarchy1"/>
    <dgm:cxn modelId="{1FCD6F28-8F59-6C4E-AAD8-820B576CB74A}" type="presParOf" srcId="{18A572E2-7968-F34B-A710-E4900FAFF779}" destId="{3BB5CCF1-595B-6040-BA56-EA6B42C8F33C}" srcOrd="1" destOrd="0" presId="urn:microsoft.com/office/officeart/2005/8/layout/hierarchy1"/>
    <dgm:cxn modelId="{C5E5F1CD-DFDB-CC42-B6AC-522B8ED0DECB}" type="presParOf" srcId="{3BB5CCF1-595B-6040-BA56-EA6B42C8F33C}" destId="{8C96D037-DFA8-3E4A-AE37-7AE1EC07FAEE}" srcOrd="0" destOrd="0" presId="urn:microsoft.com/office/officeart/2005/8/layout/hierarchy1"/>
    <dgm:cxn modelId="{4378B271-A7FA-7A40-883D-A05ED4922985}" type="presParOf" srcId="{3BB5CCF1-595B-6040-BA56-EA6B42C8F33C}" destId="{4759128D-3370-0A43-B74D-F5B9DB3109B2}" srcOrd="1" destOrd="0" presId="urn:microsoft.com/office/officeart/2005/8/layout/hierarchy1"/>
    <dgm:cxn modelId="{1380124D-90FC-DD4D-BA10-C454E874ED20}" type="presParOf" srcId="{4759128D-3370-0A43-B74D-F5B9DB3109B2}" destId="{E9EE62A4-4E03-BF4D-83FF-32E54926538C}" srcOrd="0" destOrd="0" presId="urn:microsoft.com/office/officeart/2005/8/layout/hierarchy1"/>
    <dgm:cxn modelId="{6F358E4D-3401-4943-9877-B9EEC9613CAF}" type="presParOf" srcId="{E9EE62A4-4E03-BF4D-83FF-32E54926538C}" destId="{33077BEB-F800-EA40-ADF9-86BF8627E906}" srcOrd="0" destOrd="0" presId="urn:microsoft.com/office/officeart/2005/8/layout/hierarchy1"/>
    <dgm:cxn modelId="{237CB761-DF71-3445-865D-DEDC1F7880DC}" type="presParOf" srcId="{E9EE62A4-4E03-BF4D-83FF-32E54926538C}" destId="{6CE225B9-5104-AA46-9426-70F95778E0A5}" srcOrd="1" destOrd="0" presId="urn:microsoft.com/office/officeart/2005/8/layout/hierarchy1"/>
    <dgm:cxn modelId="{D95CC9E7-67AB-E84F-BFD8-D800316F2600}" type="presParOf" srcId="{4759128D-3370-0A43-B74D-F5B9DB3109B2}" destId="{5C823B57-7B5A-EB48-A156-BA7278C507D0}" srcOrd="1" destOrd="0" presId="urn:microsoft.com/office/officeart/2005/8/layout/hierarchy1"/>
    <dgm:cxn modelId="{36C2F519-2249-A14F-AD9B-747D73C4B5D9}" type="presParOf" srcId="{3BB5CCF1-595B-6040-BA56-EA6B42C8F33C}" destId="{F2759E36-11CE-B24B-98CF-C16ED61E81AE}" srcOrd="2" destOrd="0" presId="urn:microsoft.com/office/officeart/2005/8/layout/hierarchy1"/>
    <dgm:cxn modelId="{46CC5D90-7B97-2246-9702-C3A103F275BD}" type="presParOf" srcId="{3BB5CCF1-595B-6040-BA56-EA6B42C8F33C}" destId="{C069C267-E448-C649-BA2E-B7424D6C3F66}" srcOrd="3" destOrd="0" presId="urn:microsoft.com/office/officeart/2005/8/layout/hierarchy1"/>
    <dgm:cxn modelId="{7011DBF2-1DFC-C548-A979-6F8B7F14A55E}" type="presParOf" srcId="{C069C267-E448-C649-BA2E-B7424D6C3F66}" destId="{C10623CF-4CFB-6B4A-BDE2-38F6FA54F539}" srcOrd="0" destOrd="0" presId="urn:microsoft.com/office/officeart/2005/8/layout/hierarchy1"/>
    <dgm:cxn modelId="{21A041C3-0379-144B-9B94-3EB2CB3F4841}" type="presParOf" srcId="{C10623CF-4CFB-6B4A-BDE2-38F6FA54F539}" destId="{1A912856-680E-C04C-95DA-012BBCEFA28C}" srcOrd="0" destOrd="0" presId="urn:microsoft.com/office/officeart/2005/8/layout/hierarchy1"/>
    <dgm:cxn modelId="{7321561E-0209-D141-8AF7-FBD2E0F97DE5}" type="presParOf" srcId="{C10623CF-4CFB-6B4A-BDE2-38F6FA54F539}" destId="{14A4CB99-0945-FA43-A567-2B0796CF641B}" srcOrd="1" destOrd="0" presId="urn:microsoft.com/office/officeart/2005/8/layout/hierarchy1"/>
    <dgm:cxn modelId="{E90FDD71-20FD-EC4E-AF55-F897BDC018BC}" type="presParOf" srcId="{C069C267-E448-C649-BA2E-B7424D6C3F66}" destId="{3C5153E4-D4BF-3C46-9B09-0EC1E7216C40}" srcOrd="1" destOrd="0" presId="urn:microsoft.com/office/officeart/2005/8/layout/hierarchy1"/>
    <dgm:cxn modelId="{011798B8-1928-904A-8855-A4D18C691644}" type="presParOf" srcId="{3BB5CCF1-595B-6040-BA56-EA6B42C8F33C}" destId="{FA85536B-0CFC-064E-81E4-02B4675CEB38}" srcOrd="4" destOrd="0" presId="urn:microsoft.com/office/officeart/2005/8/layout/hierarchy1"/>
    <dgm:cxn modelId="{9F1569DA-DBD0-A947-A7BB-FBB73BBE0059}" type="presParOf" srcId="{3BB5CCF1-595B-6040-BA56-EA6B42C8F33C}" destId="{4AF4358A-31AE-0443-892C-BC5D9445864E}" srcOrd="5" destOrd="0" presId="urn:microsoft.com/office/officeart/2005/8/layout/hierarchy1"/>
    <dgm:cxn modelId="{6F9E8A38-768A-8043-B0DB-319741DE12D9}" type="presParOf" srcId="{4AF4358A-31AE-0443-892C-BC5D9445864E}" destId="{F95C647B-C49F-C446-8C91-E11F16A20E6E}" srcOrd="0" destOrd="0" presId="urn:microsoft.com/office/officeart/2005/8/layout/hierarchy1"/>
    <dgm:cxn modelId="{DEB4F269-0D87-C743-853A-B05BA0BA63A8}" type="presParOf" srcId="{F95C647B-C49F-C446-8C91-E11F16A20E6E}" destId="{1561741F-CCB9-E24F-B3D3-67E5E74765F2}" srcOrd="0" destOrd="0" presId="urn:microsoft.com/office/officeart/2005/8/layout/hierarchy1"/>
    <dgm:cxn modelId="{F2DAC0DF-3E33-854E-8F32-315F88FEE0CC}" type="presParOf" srcId="{F95C647B-C49F-C446-8C91-E11F16A20E6E}" destId="{5BFB65ED-9EE4-9A4B-BA7F-663987EEE4EC}" srcOrd="1" destOrd="0" presId="urn:microsoft.com/office/officeart/2005/8/layout/hierarchy1"/>
    <dgm:cxn modelId="{766636D3-45E0-AF43-9D6E-720B6B274FF4}" type="presParOf" srcId="{4AF4358A-31AE-0443-892C-BC5D9445864E}" destId="{72970EF5-F834-5740-821B-0DC70C2DD0C4}" srcOrd="1" destOrd="0" presId="urn:microsoft.com/office/officeart/2005/8/layout/hierarchy1"/>
    <dgm:cxn modelId="{E3114ADE-535B-604F-AFAE-69E2EB4AF35B}" type="presParOf" srcId="{3BB5CCF1-595B-6040-BA56-EA6B42C8F33C}" destId="{90DF3A9E-8228-3745-ACE4-8FC7DD2063E1}" srcOrd="6" destOrd="0" presId="urn:microsoft.com/office/officeart/2005/8/layout/hierarchy1"/>
    <dgm:cxn modelId="{BA262396-1AB4-3942-86DF-FC69BF656AC0}" type="presParOf" srcId="{3BB5CCF1-595B-6040-BA56-EA6B42C8F33C}" destId="{BB69F985-5267-1E4E-AE69-9A654F4E2817}" srcOrd="7" destOrd="0" presId="urn:microsoft.com/office/officeart/2005/8/layout/hierarchy1"/>
    <dgm:cxn modelId="{F0280E43-4B57-4D4A-AB83-F3F3825C3D70}" type="presParOf" srcId="{BB69F985-5267-1E4E-AE69-9A654F4E2817}" destId="{D881BC9B-E26A-F64A-A631-8B2855552D7E}" srcOrd="0" destOrd="0" presId="urn:microsoft.com/office/officeart/2005/8/layout/hierarchy1"/>
    <dgm:cxn modelId="{41AD02D6-5F8D-A140-942B-DBC630E2CCA4}" type="presParOf" srcId="{D881BC9B-E26A-F64A-A631-8B2855552D7E}" destId="{F45B7361-EE77-F643-8655-2F89D5534521}" srcOrd="0" destOrd="0" presId="urn:microsoft.com/office/officeart/2005/8/layout/hierarchy1"/>
    <dgm:cxn modelId="{35C42B58-264D-0349-92D9-01EFEF61AB2B}" type="presParOf" srcId="{D881BC9B-E26A-F64A-A631-8B2855552D7E}" destId="{B3CB44FA-3A66-4C43-9C4F-B68EA23E4797}" srcOrd="1" destOrd="0" presId="urn:microsoft.com/office/officeart/2005/8/layout/hierarchy1"/>
    <dgm:cxn modelId="{AF63A730-397C-404B-8F0B-03728BBB337A}" type="presParOf" srcId="{BB69F985-5267-1E4E-AE69-9A654F4E2817}" destId="{1376B98C-C93E-0B4D-B5FC-283DD7D44713}" srcOrd="1" destOrd="0" presId="urn:microsoft.com/office/officeart/2005/8/layout/hierarchy1"/>
    <dgm:cxn modelId="{4FB6531D-93A3-0F46-BC32-F1A709FC924F}" type="presParOf" srcId="{3BB5CCF1-595B-6040-BA56-EA6B42C8F33C}" destId="{F93329A3-31D6-764A-80C7-94F18536DB5C}" srcOrd="8" destOrd="0" presId="urn:microsoft.com/office/officeart/2005/8/layout/hierarchy1"/>
    <dgm:cxn modelId="{AB9C905F-EB47-D644-8287-C40A9F93DC3C}" type="presParOf" srcId="{3BB5CCF1-595B-6040-BA56-EA6B42C8F33C}" destId="{53EAC190-D84E-2C4F-9CA8-B695984CD8D2}" srcOrd="9" destOrd="0" presId="urn:microsoft.com/office/officeart/2005/8/layout/hierarchy1"/>
    <dgm:cxn modelId="{0B40BF99-1B05-4449-90CA-87EC6DF3E57C}" type="presParOf" srcId="{53EAC190-D84E-2C4F-9CA8-B695984CD8D2}" destId="{64BBDC54-403A-2242-93DA-42D27261F302}" srcOrd="0" destOrd="0" presId="urn:microsoft.com/office/officeart/2005/8/layout/hierarchy1"/>
    <dgm:cxn modelId="{2663D882-8513-6846-91C9-E3813408FE83}" type="presParOf" srcId="{64BBDC54-403A-2242-93DA-42D27261F302}" destId="{ED41B5C4-D2C4-2D49-B518-332ACBF0205D}" srcOrd="0" destOrd="0" presId="urn:microsoft.com/office/officeart/2005/8/layout/hierarchy1"/>
    <dgm:cxn modelId="{7C86A212-078A-7542-B0EF-04466E85F6F7}" type="presParOf" srcId="{64BBDC54-403A-2242-93DA-42D27261F302}" destId="{0DD906DD-212F-6942-8557-E72BDC863B65}" srcOrd="1" destOrd="0" presId="urn:microsoft.com/office/officeart/2005/8/layout/hierarchy1"/>
    <dgm:cxn modelId="{D69F6512-2EC7-C743-92CB-204EBB026E28}" type="presParOf" srcId="{53EAC190-D84E-2C4F-9CA8-B695984CD8D2}" destId="{EA19C5E6-161B-1D47-AC68-D0A0F064AE41}" srcOrd="1" destOrd="0" presId="urn:microsoft.com/office/officeart/2005/8/layout/hierarchy1"/>
    <dgm:cxn modelId="{A0BB30D5-9B54-D441-8B72-083B1FFE1F9F}" type="presParOf" srcId="{3BB5CCF1-595B-6040-BA56-EA6B42C8F33C}" destId="{C9CB8D21-5C4E-E845-83D5-1C89C9E428F1}" srcOrd="10" destOrd="0" presId="urn:microsoft.com/office/officeart/2005/8/layout/hierarchy1"/>
    <dgm:cxn modelId="{86527F91-B6EF-7849-AC07-49BB6328347B}" type="presParOf" srcId="{3BB5CCF1-595B-6040-BA56-EA6B42C8F33C}" destId="{53C4883B-87CF-DA43-BD5F-84AE4EA331A2}" srcOrd="11" destOrd="0" presId="urn:microsoft.com/office/officeart/2005/8/layout/hierarchy1"/>
    <dgm:cxn modelId="{E7278459-6A16-3141-AD37-574F9D0E5521}" type="presParOf" srcId="{53C4883B-87CF-DA43-BD5F-84AE4EA331A2}" destId="{37A27C3D-671B-FE43-A2E8-9150CA7E9021}" srcOrd="0" destOrd="0" presId="urn:microsoft.com/office/officeart/2005/8/layout/hierarchy1"/>
    <dgm:cxn modelId="{47088C23-0ED7-B148-84DE-F7228845CCE5}" type="presParOf" srcId="{37A27C3D-671B-FE43-A2E8-9150CA7E9021}" destId="{CB0F3837-8628-9F4F-B1B4-6DB5D42C5D1E}" srcOrd="0" destOrd="0" presId="urn:microsoft.com/office/officeart/2005/8/layout/hierarchy1"/>
    <dgm:cxn modelId="{D1610E77-334A-A145-9DD5-8A74E9234802}" type="presParOf" srcId="{37A27C3D-671B-FE43-A2E8-9150CA7E9021}" destId="{5FB4CEF9-82ED-644D-A4E2-405D99EF89A1}" srcOrd="1" destOrd="0" presId="urn:microsoft.com/office/officeart/2005/8/layout/hierarchy1"/>
    <dgm:cxn modelId="{B6654058-2F22-314F-9C01-4D32B66596CF}" type="presParOf" srcId="{53C4883B-87CF-DA43-BD5F-84AE4EA331A2}" destId="{AF367870-22E8-034B-AA4B-3F17DFC590AB}" srcOrd="1" destOrd="0" presId="urn:microsoft.com/office/officeart/2005/8/layout/hierarchy1"/>
    <dgm:cxn modelId="{820D24D7-C2A6-7B4E-BEC3-86C89FE3D6AC}" type="presParOf" srcId="{3BB5CCF1-595B-6040-BA56-EA6B42C8F33C}" destId="{A6CA068C-38BB-7E40-A464-6A85ECFBF1E0}" srcOrd="12" destOrd="0" presId="urn:microsoft.com/office/officeart/2005/8/layout/hierarchy1"/>
    <dgm:cxn modelId="{1E8493C9-4712-C644-B4F4-B4B93A83A31E}" type="presParOf" srcId="{3BB5CCF1-595B-6040-BA56-EA6B42C8F33C}" destId="{9FFBEE48-EE97-A445-88F3-9C0113FC19E8}" srcOrd="13" destOrd="0" presId="urn:microsoft.com/office/officeart/2005/8/layout/hierarchy1"/>
    <dgm:cxn modelId="{6C6404D1-9257-284C-906E-F723695D9073}" type="presParOf" srcId="{9FFBEE48-EE97-A445-88F3-9C0113FC19E8}" destId="{4DC3B7A8-D835-8E4A-8C2B-ED295A77F048}" srcOrd="0" destOrd="0" presId="urn:microsoft.com/office/officeart/2005/8/layout/hierarchy1"/>
    <dgm:cxn modelId="{AB5E042C-0768-6F45-996D-4FC6145A243A}" type="presParOf" srcId="{4DC3B7A8-D835-8E4A-8C2B-ED295A77F048}" destId="{A15AC2A8-24EE-E34B-A26D-71C2CBA8CBEF}" srcOrd="0" destOrd="0" presId="urn:microsoft.com/office/officeart/2005/8/layout/hierarchy1"/>
    <dgm:cxn modelId="{23662E8F-FB49-C341-B233-7693157E0B4B}" type="presParOf" srcId="{4DC3B7A8-D835-8E4A-8C2B-ED295A77F048}" destId="{E93838F3-731C-644F-86C1-B36BA336126D}" srcOrd="1" destOrd="0" presId="urn:microsoft.com/office/officeart/2005/8/layout/hierarchy1"/>
    <dgm:cxn modelId="{78386546-728A-F54E-9FAE-482D3EAD4EED}" type="presParOf" srcId="{9FFBEE48-EE97-A445-88F3-9C0113FC19E8}" destId="{0F928E1B-94BD-3943-BDC4-07C384481E85}" srcOrd="1" destOrd="0" presId="urn:microsoft.com/office/officeart/2005/8/layout/hierarchy1"/>
    <dgm:cxn modelId="{4B74088F-5CB2-144E-9703-258D63DD37AA}" type="presParOf" srcId="{3BB5CCF1-595B-6040-BA56-EA6B42C8F33C}" destId="{F5CB24ED-4C0A-1B47-92D2-86002213A84D}" srcOrd="14" destOrd="0" presId="urn:microsoft.com/office/officeart/2005/8/layout/hierarchy1"/>
    <dgm:cxn modelId="{D5432083-5E90-BE44-9B14-7A800C998DD0}" type="presParOf" srcId="{3BB5CCF1-595B-6040-BA56-EA6B42C8F33C}" destId="{82992A65-AEB2-804B-9DAD-48B4E0D8E870}" srcOrd="15" destOrd="0" presId="urn:microsoft.com/office/officeart/2005/8/layout/hierarchy1"/>
    <dgm:cxn modelId="{83CB43C7-A057-0848-9352-73DB7C107F27}" type="presParOf" srcId="{82992A65-AEB2-804B-9DAD-48B4E0D8E870}" destId="{DD6CE3B0-33D4-784B-934F-35FBDEEF421E}" srcOrd="0" destOrd="0" presId="urn:microsoft.com/office/officeart/2005/8/layout/hierarchy1"/>
    <dgm:cxn modelId="{CD24F844-5CF2-8A4A-8EBF-A85F747E280C}" type="presParOf" srcId="{DD6CE3B0-33D4-784B-934F-35FBDEEF421E}" destId="{E96C756D-D3B1-6046-B201-B29A44755C7F}" srcOrd="0" destOrd="0" presId="urn:microsoft.com/office/officeart/2005/8/layout/hierarchy1"/>
    <dgm:cxn modelId="{97D22251-88CB-D240-872E-D9006B34FEC0}" type="presParOf" srcId="{DD6CE3B0-33D4-784B-934F-35FBDEEF421E}" destId="{2039D758-0AA9-1D46-93F5-70CA2AC17D53}" srcOrd="1" destOrd="0" presId="urn:microsoft.com/office/officeart/2005/8/layout/hierarchy1"/>
    <dgm:cxn modelId="{67C24AF9-A03C-284D-8687-8F51D19EBDF7}" type="presParOf" srcId="{82992A65-AEB2-804B-9DAD-48B4E0D8E870}" destId="{94224B62-F1FA-1D47-8775-A6DD52BE46F4}"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9D1701-EA21-9A44-A66C-43CF5430BC3E}">
      <dsp:nvSpPr>
        <dsp:cNvPr id="0" name=""/>
        <dsp:cNvSpPr/>
      </dsp:nvSpPr>
      <dsp:spPr>
        <a:xfrm>
          <a:off x="786763" y="407"/>
          <a:ext cx="1644178" cy="16441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de-DE" sz="2500" kern="1200" dirty="0"/>
            <a:t>Kickoff 20.05</a:t>
          </a:r>
        </a:p>
      </dsp:txBody>
      <dsp:txXfrm>
        <a:off x="1027547" y="241191"/>
        <a:ext cx="1162610" cy="1162610"/>
      </dsp:txXfrm>
    </dsp:sp>
    <dsp:sp modelId="{4EA7DD24-842D-DD4D-8FEA-942B318FE84E}">
      <dsp:nvSpPr>
        <dsp:cNvPr id="0" name=""/>
        <dsp:cNvSpPr/>
      </dsp:nvSpPr>
      <dsp:spPr>
        <a:xfrm rot="10800058">
          <a:off x="1321100" y="1856891"/>
          <a:ext cx="575462" cy="450085"/>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3F5B0F6-F450-2A49-96AF-481A8E4E5E25}">
      <dsp:nvSpPr>
        <dsp:cNvPr id="0" name=""/>
        <dsp:cNvSpPr/>
      </dsp:nvSpPr>
      <dsp:spPr>
        <a:xfrm>
          <a:off x="1060482" y="2493804"/>
          <a:ext cx="1096667" cy="1096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de-DE" sz="2200" kern="1200" dirty="0"/>
            <a:t>10.06</a:t>
          </a:r>
        </a:p>
      </dsp:txBody>
      <dsp:txXfrm>
        <a:off x="1221085" y="2654407"/>
        <a:ext cx="775461" cy="775461"/>
      </dsp:txXfrm>
    </dsp:sp>
    <dsp:sp modelId="{85D9CBCC-2004-DB45-A6EE-68A02C719D22}">
      <dsp:nvSpPr>
        <dsp:cNvPr id="0" name=""/>
        <dsp:cNvSpPr/>
      </dsp:nvSpPr>
      <dsp:spPr>
        <a:xfrm rot="10800000">
          <a:off x="1321084" y="3939654"/>
          <a:ext cx="575462" cy="450085"/>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14CDE3A-A41A-F84C-8A50-C3B3E3B72038}">
      <dsp:nvSpPr>
        <dsp:cNvPr id="0" name=""/>
        <dsp:cNvSpPr/>
      </dsp:nvSpPr>
      <dsp:spPr>
        <a:xfrm>
          <a:off x="1060482" y="4713446"/>
          <a:ext cx="1096667" cy="1096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de-DE" sz="2200" kern="1200" dirty="0"/>
            <a:t>17.06</a:t>
          </a:r>
        </a:p>
      </dsp:txBody>
      <dsp:txXfrm>
        <a:off x="1221085" y="4874049"/>
        <a:ext cx="775461" cy="775461"/>
      </dsp:txXfrm>
    </dsp:sp>
    <dsp:sp modelId="{2CFB1F94-FB84-DE45-A6AD-33E63D06B5DA}">
      <dsp:nvSpPr>
        <dsp:cNvPr id="0" name=""/>
        <dsp:cNvSpPr/>
      </dsp:nvSpPr>
      <dsp:spPr>
        <a:xfrm rot="5400000">
          <a:off x="2878788" y="5036736"/>
          <a:ext cx="575462" cy="450085"/>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8E427F2-F5C2-9E4B-BF0D-595C45B0729F}">
      <dsp:nvSpPr>
        <dsp:cNvPr id="0" name=""/>
        <dsp:cNvSpPr/>
      </dsp:nvSpPr>
      <dsp:spPr>
        <a:xfrm>
          <a:off x="4150413" y="4713446"/>
          <a:ext cx="1096667" cy="1096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de-DE" sz="2200" kern="1200" dirty="0"/>
            <a:t>01.07</a:t>
          </a:r>
        </a:p>
      </dsp:txBody>
      <dsp:txXfrm>
        <a:off x="4311016" y="4874049"/>
        <a:ext cx="775461" cy="775461"/>
      </dsp:txXfrm>
    </dsp:sp>
    <dsp:sp modelId="{6483B5BD-BC99-1348-867B-06A98E6CE553}">
      <dsp:nvSpPr>
        <dsp:cNvPr id="0" name=""/>
        <dsp:cNvSpPr/>
      </dsp:nvSpPr>
      <dsp:spPr>
        <a:xfrm>
          <a:off x="4411016" y="3914178"/>
          <a:ext cx="575462" cy="450085"/>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2E8792-AA0C-D24A-AA69-11A67044E623}">
      <dsp:nvSpPr>
        <dsp:cNvPr id="0" name=""/>
        <dsp:cNvSpPr/>
      </dsp:nvSpPr>
      <dsp:spPr>
        <a:xfrm>
          <a:off x="4150413" y="2493804"/>
          <a:ext cx="1096667" cy="1096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de-DE" sz="2200" kern="1200" dirty="0"/>
            <a:t>15.07</a:t>
          </a:r>
        </a:p>
      </dsp:txBody>
      <dsp:txXfrm>
        <a:off x="4311016" y="2654407"/>
        <a:ext cx="775461" cy="775461"/>
      </dsp:txXfrm>
    </dsp:sp>
    <dsp:sp modelId="{8103AC6F-65F0-CF4F-99A1-C999225724D2}">
      <dsp:nvSpPr>
        <dsp:cNvPr id="0" name=""/>
        <dsp:cNvSpPr/>
      </dsp:nvSpPr>
      <dsp:spPr>
        <a:xfrm>
          <a:off x="4411016" y="1694536"/>
          <a:ext cx="575462" cy="450085"/>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81ED03-A615-ED4E-A23C-966775F46172}">
      <dsp:nvSpPr>
        <dsp:cNvPr id="0" name=""/>
        <dsp:cNvSpPr/>
      </dsp:nvSpPr>
      <dsp:spPr>
        <a:xfrm>
          <a:off x="4150413" y="274163"/>
          <a:ext cx="1096667" cy="1096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de-DE" sz="2200" kern="1200" dirty="0"/>
            <a:t>29.07</a:t>
          </a:r>
        </a:p>
      </dsp:txBody>
      <dsp:txXfrm>
        <a:off x="4311016" y="434766"/>
        <a:ext cx="775461" cy="775461"/>
      </dsp:txXfrm>
    </dsp:sp>
    <dsp:sp modelId="{88DCE8CF-9E93-E64B-84C4-791B896FC6D0}">
      <dsp:nvSpPr>
        <dsp:cNvPr id="0" name=""/>
        <dsp:cNvSpPr/>
      </dsp:nvSpPr>
      <dsp:spPr>
        <a:xfrm rot="5400000">
          <a:off x="5997080" y="597454"/>
          <a:ext cx="575462" cy="450085"/>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714586A-9B01-4647-9694-D66D4E75B241}">
      <dsp:nvSpPr>
        <dsp:cNvPr id="0" name=""/>
        <dsp:cNvSpPr/>
      </dsp:nvSpPr>
      <dsp:spPr>
        <a:xfrm>
          <a:off x="7297065" y="274163"/>
          <a:ext cx="1096667" cy="1096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de-DE" sz="2200" kern="1200" dirty="0"/>
            <a:t>12.08</a:t>
          </a:r>
        </a:p>
      </dsp:txBody>
      <dsp:txXfrm>
        <a:off x="7457668" y="434766"/>
        <a:ext cx="775461" cy="775461"/>
      </dsp:txXfrm>
    </dsp:sp>
    <dsp:sp modelId="{B0A3A7C6-5D6C-3144-9D2D-AE510EBCD8FE}">
      <dsp:nvSpPr>
        <dsp:cNvPr id="0" name=""/>
        <dsp:cNvSpPr/>
      </dsp:nvSpPr>
      <dsp:spPr>
        <a:xfrm rot="10800000">
          <a:off x="7557667" y="1720013"/>
          <a:ext cx="575462" cy="450085"/>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CE29827-FA46-1549-887F-BB7EEFDD21F6}">
      <dsp:nvSpPr>
        <dsp:cNvPr id="0" name=""/>
        <dsp:cNvSpPr/>
      </dsp:nvSpPr>
      <dsp:spPr>
        <a:xfrm>
          <a:off x="7297065" y="2493804"/>
          <a:ext cx="1096667" cy="1096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de-DE" sz="2200" kern="1200" dirty="0"/>
            <a:t>26.08</a:t>
          </a:r>
        </a:p>
      </dsp:txBody>
      <dsp:txXfrm>
        <a:off x="7457668" y="2654407"/>
        <a:ext cx="775461" cy="775461"/>
      </dsp:txXfrm>
    </dsp:sp>
    <dsp:sp modelId="{E94E10C3-527A-8A45-B1A1-10A7A8FAC203}">
      <dsp:nvSpPr>
        <dsp:cNvPr id="0" name=""/>
        <dsp:cNvSpPr/>
      </dsp:nvSpPr>
      <dsp:spPr>
        <a:xfrm rot="10800000">
          <a:off x="7557667" y="3939654"/>
          <a:ext cx="575462" cy="450085"/>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71A4EF-9A11-A14B-83ED-3E4ED2D4EEFF}">
      <dsp:nvSpPr>
        <dsp:cNvPr id="0" name=""/>
        <dsp:cNvSpPr/>
      </dsp:nvSpPr>
      <dsp:spPr>
        <a:xfrm>
          <a:off x="7297065" y="4713446"/>
          <a:ext cx="1096667" cy="1096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de-DE" sz="2200" kern="1200" dirty="0"/>
            <a:t>09.09</a:t>
          </a:r>
        </a:p>
      </dsp:txBody>
      <dsp:txXfrm>
        <a:off x="7457668" y="4874049"/>
        <a:ext cx="775461" cy="775461"/>
      </dsp:txXfrm>
    </dsp:sp>
    <dsp:sp modelId="{9AD82B22-DA82-4545-84BF-E582D3042F12}">
      <dsp:nvSpPr>
        <dsp:cNvPr id="0" name=""/>
        <dsp:cNvSpPr/>
      </dsp:nvSpPr>
      <dsp:spPr>
        <a:xfrm rot="5400614">
          <a:off x="8574450" y="5036918"/>
          <a:ext cx="575462" cy="450085"/>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0B997B-ABF8-3B4B-A8E5-78CEE44E70A9}">
      <dsp:nvSpPr>
        <dsp:cNvPr id="0" name=""/>
        <dsp:cNvSpPr/>
      </dsp:nvSpPr>
      <dsp:spPr>
        <a:xfrm>
          <a:off x="9305155" y="4440098"/>
          <a:ext cx="1644178" cy="16441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de-DE" sz="2500" kern="1200" dirty="0"/>
            <a:t>Abgabe 10.09</a:t>
          </a:r>
        </a:p>
      </dsp:txBody>
      <dsp:txXfrm>
        <a:off x="9545939" y="4680882"/>
        <a:ext cx="1162610" cy="11626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B24ED-4C0A-1B47-92D2-86002213A84D}">
      <dsp:nvSpPr>
        <dsp:cNvPr id="0" name=""/>
        <dsp:cNvSpPr/>
      </dsp:nvSpPr>
      <dsp:spPr>
        <a:xfrm>
          <a:off x="2846917" y="2233291"/>
          <a:ext cx="2547316" cy="173184"/>
        </a:xfrm>
        <a:custGeom>
          <a:avLst/>
          <a:gdLst/>
          <a:ahLst/>
          <a:cxnLst/>
          <a:rect l="0" t="0" r="0" b="0"/>
          <a:pathLst>
            <a:path>
              <a:moveTo>
                <a:pt x="0" y="0"/>
              </a:moveTo>
              <a:lnTo>
                <a:pt x="0" y="118020"/>
              </a:lnTo>
              <a:lnTo>
                <a:pt x="2547316" y="118020"/>
              </a:lnTo>
              <a:lnTo>
                <a:pt x="2547316"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CA068C-38BB-7E40-A464-6A85ECFBF1E0}">
      <dsp:nvSpPr>
        <dsp:cNvPr id="0" name=""/>
        <dsp:cNvSpPr/>
      </dsp:nvSpPr>
      <dsp:spPr>
        <a:xfrm>
          <a:off x="2846917" y="2233291"/>
          <a:ext cx="1819511" cy="173184"/>
        </a:xfrm>
        <a:custGeom>
          <a:avLst/>
          <a:gdLst/>
          <a:ahLst/>
          <a:cxnLst/>
          <a:rect l="0" t="0" r="0" b="0"/>
          <a:pathLst>
            <a:path>
              <a:moveTo>
                <a:pt x="0" y="0"/>
              </a:moveTo>
              <a:lnTo>
                <a:pt x="0" y="118020"/>
              </a:lnTo>
              <a:lnTo>
                <a:pt x="1819511" y="118020"/>
              </a:lnTo>
              <a:lnTo>
                <a:pt x="1819511"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CB8D21-5C4E-E845-83D5-1C89C9E428F1}">
      <dsp:nvSpPr>
        <dsp:cNvPr id="0" name=""/>
        <dsp:cNvSpPr/>
      </dsp:nvSpPr>
      <dsp:spPr>
        <a:xfrm>
          <a:off x="2846917" y="2233291"/>
          <a:ext cx="1091707" cy="173184"/>
        </a:xfrm>
        <a:custGeom>
          <a:avLst/>
          <a:gdLst/>
          <a:ahLst/>
          <a:cxnLst/>
          <a:rect l="0" t="0" r="0" b="0"/>
          <a:pathLst>
            <a:path>
              <a:moveTo>
                <a:pt x="0" y="0"/>
              </a:moveTo>
              <a:lnTo>
                <a:pt x="0" y="118020"/>
              </a:lnTo>
              <a:lnTo>
                <a:pt x="1091707" y="118020"/>
              </a:lnTo>
              <a:lnTo>
                <a:pt x="1091707"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3329A3-31D6-764A-80C7-94F18536DB5C}">
      <dsp:nvSpPr>
        <dsp:cNvPr id="0" name=""/>
        <dsp:cNvSpPr/>
      </dsp:nvSpPr>
      <dsp:spPr>
        <a:xfrm>
          <a:off x="2846917" y="2233291"/>
          <a:ext cx="363902" cy="173184"/>
        </a:xfrm>
        <a:custGeom>
          <a:avLst/>
          <a:gdLst/>
          <a:ahLst/>
          <a:cxnLst/>
          <a:rect l="0" t="0" r="0" b="0"/>
          <a:pathLst>
            <a:path>
              <a:moveTo>
                <a:pt x="0" y="0"/>
              </a:moveTo>
              <a:lnTo>
                <a:pt x="0" y="118020"/>
              </a:lnTo>
              <a:lnTo>
                <a:pt x="363902" y="118020"/>
              </a:lnTo>
              <a:lnTo>
                <a:pt x="363902"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DF3A9E-8228-3745-ACE4-8FC7DD2063E1}">
      <dsp:nvSpPr>
        <dsp:cNvPr id="0" name=""/>
        <dsp:cNvSpPr/>
      </dsp:nvSpPr>
      <dsp:spPr>
        <a:xfrm>
          <a:off x="2483015" y="2233291"/>
          <a:ext cx="363902" cy="173184"/>
        </a:xfrm>
        <a:custGeom>
          <a:avLst/>
          <a:gdLst/>
          <a:ahLst/>
          <a:cxnLst/>
          <a:rect l="0" t="0" r="0" b="0"/>
          <a:pathLst>
            <a:path>
              <a:moveTo>
                <a:pt x="363902" y="0"/>
              </a:moveTo>
              <a:lnTo>
                <a:pt x="363902"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85536B-0CFC-064E-81E4-02B4675CEB38}">
      <dsp:nvSpPr>
        <dsp:cNvPr id="0" name=""/>
        <dsp:cNvSpPr/>
      </dsp:nvSpPr>
      <dsp:spPr>
        <a:xfrm>
          <a:off x="1755210" y="2233291"/>
          <a:ext cx="1091707" cy="173184"/>
        </a:xfrm>
        <a:custGeom>
          <a:avLst/>
          <a:gdLst/>
          <a:ahLst/>
          <a:cxnLst/>
          <a:rect l="0" t="0" r="0" b="0"/>
          <a:pathLst>
            <a:path>
              <a:moveTo>
                <a:pt x="1091707" y="0"/>
              </a:moveTo>
              <a:lnTo>
                <a:pt x="1091707"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759E36-11CE-B24B-98CF-C16ED61E81AE}">
      <dsp:nvSpPr>
        <dsp:cNvPr id="0" name=""/>
        <dsp:cNvSpPr/>
      </dsp:nvSpPr>
      <dsp:spPr>
        <a:xfrm>
          <a:off x="1027406" y="2233291"/>
          <a:ext cx="1819511" cy="173184"/>
        </a:xfrm>
        <a:custGeom>
          <a:avLst/>
          <a:gdLst/>
          <a:ahLst/>
          <a:cxnLst/>
          <a:rect l="0" t="0" r="0" b="0"/>
          <a:pathLst>
            <a:path>
              <a:moveTo>
                <a:pt x="1819511" y="0"/>
              </a:moveTo>
              <a:lnTo>
                <a:pt x="1819511"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96D037-DFA8-3E4A-AE37-7AE1EC07FAEE}">
      <dsp:nvSpPr>
        <dsp:cNvPr id="0" name=""/>
        <dsp:cNvSpPr/>
      </dsp:nvSpPr>
      <dsp:spPr>
        <a:xfrm>
          <a:off x="299601" y="2233291"/>
          <a:ext cx="2547316" cy="173184"/>
        </a:xfrm>
        <a:custGeom>
          <a:avLst/>
          <a:gdLst/>
          <a:ahLst/>
          <a:cxnLst/>
          <a:rect l="0" t="0" r="0" b="0"/>
          <a:pathLst>
            <a:path>
              <a:moveTo>
                <a:pt x="2547316" y="0"/>
              </a:moveTo>
              <a:lnTo>
                <a:pt x="2547316"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D1B511-CA34-D443-8496-35A7492683A2}">
      <dsp:nvSpPr>
        <dsp:cNvPr id="0" name=""/>
        <dsp:cNvSpPr/>
      </dsp:nvSpPr>
      <dsp:spPr>
        <a:xfrm>
          <a:off x="2801197" y="1681979"/>
          <a:ext cx="91440" cy="173184"/>
        </a:xfrm>
        <a:custGeom>
          <a:avLst/>
          <a:gdLst/>
          <a:ahLst/>
          <a:cxnLst/>
          <a:rect l="0" t="0" r="0" b="0"/>
          <a:pathLst>
            <a:path>
              <a:moveTo>
                <a:pt x="45720" y="0"/>
              </a:moveTo>
              <a:lnTo>
                <a:pt x="4572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92CCD6-23AE-AB44-88ED-CCB9E5F1F23B}">
      <dsp:nvSpPr>
        <dsp:cNvPr id="0" name=""/>
        <dsp:cNvSpPr/>
      </dsp:nvSpPr>
      <dsp:spPr>
        <a:xfrm>
          <a:off x="2301064" y="1130667"/>
          <a:ext cx="545853" cy="173184"/>
        </a:xfrm>
        <a:custGeom>
          <a:avLst/>
          <a:gdLst/>
          <a:ahLst/>
          <a:cxnLst/>
          <a:rect l="0" t="0" r="0" b="0"/>
          <a:pathLst>
            <a:path>
              <a:moveTo>
                <a:pt x="0" y="0"/>
              </a:moveTo>
              <a:lnTo>
                <a:pt x="0" y="118020"/>
              </a:lnTo>
              <a:lnTo>
                <a:pt x="545853" y="118020"/>
              </a:lnTo>
              <a:lnTo>
                <a:pt x="545853" y="1731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3CB5D1-E520-4443-A200-9569A2B3DAA1}">
      <dsp:nvSpPr>
        <dsp:cNvPr id="0" name=""/>
        <dsp:cNvSpPr/>
      </dsp:nvSpPr>
      <dsp:spPr>
        <a:xfrm>
          <a:off x="1755210" y="1681979"/>
          <a:ext cx="363902" cy="173184"/>
        </a:xfrm>
        <a:custGeom>
          <a:avLst/>
          <a:gdLst/>
          <a:ahLst/>
          <a:cxnLst/>
          <a:rect l="0" t="0" r="0" b="0"/>
          <a:pathLst>
            <a:path>
              <a:moveTo>
                <a:pt x="0" y="0"/>
              </a:moveTo>
              <a:lnTo>
                <a:pt x="0" y="118020"/>
              </a:lnTo>
              <a:lnTo>
                <a:pt x="363902" y="118020"/>
              </a:lnTo>
              <a:lnTo>
                <a:pt x="363902"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32764B-3DEB-ED42-913A-AFDCD33448B0}">
      <dsp:nvSpPr>
        <dsp:cNvPr id="0" name=""/>
        <dsp:cNvSpPr/>
      </dsp:nvSpPr>
      <dsp:spPr>
        <a:xfrm>
          <a:off x="1391308" y="1681979"/>
          <a:ext cx="363902" cy="173184"/>
        </a:xfrm>
        <a:custGeom>
          <a:avLst/>
          <a:gdLst/>
          <a:ahLst/>
          <a:cxnLst/>
          <a:rect l="0" t="0" r="0" b="0"/>
          <a:pathLst>
            <a:path>
              <a:moveTo>
                <a:pt x="363902" y="0"/>
              </a:moveTo>
              <a:lnTo>
                <a:pt x="363902"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93AB0A-5DDB-204B-B211-35A9DB78A0EB}">
      <dsp:nvSpPr>
        <dsp:cNvPr id="0" name=""/>
        <dsp:cNvSpPr/>
      </dsp:nvSpPr>
      <dsp:spPr>
        <a:xfrm>
          <a:off x="1755210" y="1130667"/>
          <a:ext cx="545853" cy="173184"/>
        </a:xfrm>
        <a:custGeom>
          <a:avLst/>
          <a:gdLst/>
          <a:ahLst/>
          <a:cxnLst/>
          <a:rect l="0" t="0" r="0" b="0"/>
          <a:pathLst>
            <a:path>
              <a:moveTo>
                <a:pt x="545853" y="0"/>
              </a:moveTo>
              <a:lnTo>
                <a:pt x="545853" y="118020"/>
              </a:lnTo>
              <a:lnTo>
                <a:pt x="0" y="118020"/>
              </a:lnTo>
              <a:lnTo>
                <a:pt x="0" y="1731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E1AD33-45B6-5248-A660-33F2C2FA2901}">
      <dsp:nvSpPr>
        <dsp:cNvPr id="0" name=""/>
        <dsp:cNvSpPr/>
      </dsp:nvSpPr>
      <dsp:spPr>
        <a:xfrm>
          <a:off x="2003326" y="752540"/>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962CE2-A1A3-9349-A401-88A586FA0FCE}">
      <dsp:nvSpPr>
        <dsp:cNvPr id="0" name=""/>
        <dsp:cNvSpPr/>
      </dsp:nvSpPr>
      <dsp:spPr>
        <a:xfrm>
          <a:off x="2069490" y="815396"/>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Künstliche Intelligenz (KI)</a:t>
          </a:r>
        </a:p>
      </dsp:txBody>
      <dsp:txXfrm>
        <a:off x="2080565" y="826471"/>
        <a:ext cx="573326" cy="355977"/>
      </dsp:txXfrm>
    </dsp:sp>
    <dsp:sp modelId="{B39893D0-0C07-D642-A0A4-503355D5FD0B}">
      <dsp:nvSpPr>
        <dsp:cNvPr id="0" name=""/>
        <dsp:cNvSpPr/>
      </dsp:nvSpPr>
      <dsp:spPr>
        <a:xfrm>
          <a:off x="1457472" y="1303852"/>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8B83FD-A9CE-C843-BD3A-737244B0E5C0}">
      <dsp:nvSpPr>
        <dsp:cNvPr id="0" name=""/>
        <dsp:cNvSpPr/>
      </dsp:nvSpPr>
      <dsp:spPr>
        <a:xfrm>
          <a:off x="1523636" y="1366708"/>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Starke KI</a:t>
          </a:r>
        </a:p>
      </dsp:txBody>
      <dsp:txXfrm>
        <a:off x="1534711" y="1377783"/>
        <a:ext cx="573326" cy="355977"/>
      </dsp:txXfrm>
    </dsp:sp>
    <dsp:sp modelId="{FA982C46-266D-204D-BE1A-9297A68BE2A3}">
      <dsp:nvSpPr>
        <dsp:cNvPr id="0" name=""/>
        <dsp:cNvSpPr/>
      </dsp:nvSpPr>
      <dsp:spPr>
        <a:xfrm>
          <a:off x="1093570" y="1855164"/>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DC684B-541A-C74C-867F-993015E38567}">
      <dsp:nvSpPr>
        <dsp:cNvPr id="0" name=""/>
        <dsp:cNvSpPr/>
      </dsp:nvSpPr>
      <dsp:spPr>
        <a:xfrm>
          <a:off x="1159734" y="1918020"/>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Künstliche allgemeine Intelligenz</a:t>
          </a:r>
        </a:p>
      </dsp:txBody>
      <dsp:txXfrm>
        <a:off x="1170809" y="1929095"/>
        <a:ext cx="573326" cy="355977"/>
      </dsp:txXfrm>
    </dsp:sp>
    <dsp:sp modelId="{CF183058-A9CF-454E-99A9-865470E8E755}">
      <dsp:nvSpPr>
        <dsp:cNvPr id="0" name=""/>
        <dsp:cNvSpPr/>
      </dsp:nvSpPr>
      <dsp:spPr>
        <a:xfrm>
          <a:off x="1821374" y="1855164"/>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AC96B8-D912-9345-8AF5-796E1C6EA04F}">
      <dsp:nvSpPr>
        <dsp:cNvPr id="0" name=""/>
        <dsp:cNvSpPr/>
      </dsp:nvSpPr>
      <dsp:spPr>
        <a:xfrm>
          <a:off x="1887539" y="1918020"/>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Künstliche Superintelligenz</a:t>
          </a:r>
        </a:p>
      </dsp:txBody>
      <dsp:txXfrm>
        <a:off x="1898614" y="1929095"/>
        <a:ext cx="573326" cy="355977"/>
      </dsp:txXfrm>
    </dsp:sp>
    <dsp:sp modelId="{10334DED-6B2B-C74F-ACA6-16B440EB648B}">
      <dsp:nvSpPr>
        <dsp:cNvPr id="0" name=""/>
        <dsp:cNvSpPr/>
      </dsp:nvSpPr>
      <dsp:spPr>
        <a:xfrm>
          <a:off x="2549179" y="1303852"/>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BA10E3-CC1A-534F-BC00-2A66FF5D1B66}">
      <dsp:nvSpPr>
        <dsp:cNvPr id="0" name=""/>
        <dsp:cNvSpPr/>
      </dsp:nvSpPr>
      <dsp:spPr>
        <a:xfrm>
          <a:off x="2615343" y="1366708"/>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Schwache KI</a:t>
          </a:r>
        </a:p>
      </dsp:txBody>
      <dsp:txXfrm>
        <a:off x="2626418" y="1377783"/>
        <a:ext cx="573326" cy="355977"/>
      </dsp:txXfrm>
    </dsp:sp>
    <dsp:sp modelId="{E4B9E52C-3F85-0249-85D4-DE999F01B739}">
      <dsp:nvSpPr>
        <dsp:cNvPr id="0" name=""/>
        <dsp:cNvSpPr/>
      </dsp:nvSpPr>
      <dsp:spPr>
        <a:xfrm>
          <a:off x="2549179" y="1855164"/>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4294A-7D4F-9249-B08A-D47C27F25B0A}">
      <dsp:nvSpPr>
        <dsp:cNvPr id="0" name=""/>
        <dsp:cNvSpPr/>
      </dsp:nvSpPr>
      <dsp:spPr>
        <a:xfrm>
          <a:off x="2615343" y="1918020"/>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Künstliche enge Intelligenz</a:t>
          </a:r>
        </a:p>
      </dsp:txBody>
      <dsp:txXfrm>
        <a:off x="2626418" y="1929095"/>
        <a:ext cx="573326" cy="355977"/>
      </dsp:txXfrm>
    </dsp:sp>
    <dsp:sp modelId="{33077BEB-F800-EA40-ADF9-86BF8627E906}">
      <dsp:nvSpPr>
        <dsp:cNvPr id="0" name=""/>
        <dsp:cNvSpPr/>
      </dsp:nvSpPr>
      <dsp:spPr>
        <a:xfrm>
          <a:off x="1863"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E225B9-5104-AA46-9426-70F95778E0A5}">
      <dsp:nvSpPr>
        <dsp:cNvPr id="0" name=""/>
        <dsp:cNvSpPr/>
      </dsp:nvSpPr>
      <dsp:spPr>
        <a:xfrm>
          <a:off x="68027"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Regelbasierte Systeme</a:t>
          </a:r>
        </a:p>
      </dsp:txBody>
      <dsp:txXfrm>
        <a:off x="79102" y="2480407"/>
        <a:ext cx="573326" cy="355977"/>
      </dsp:txXfrm>
    </dsp:sp>
    <dsp:sp modelId="{1A912856-680E-C04C-95DA-012BBCEFA28C}">
      <dsp:nvSpPr>
        <dsp:cNvPr id="0" name=""/>
        <dsp:cNvSpPr/>
      </dsp:nvSpPr>
      <dsp:spPr>
        <a:xfrm>
          <a:off x="729667"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4CB99-0945-FA43-A567-2B0796CF641B}">
      <dsp:nvSpPr>
        <dsp:cNvPr id="0" name=""/>
        <dsp:cNvSpPr/>
      </dsp:nvSpPr>
      <dsp:spPr>
        <a:xfrm>
          <a:off x="795832"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Expertensysteme</a:t>
          </a:r>
        </a:p>
      </dsp:txBody>
      <dsp:txXfrm>
        <a:off x="806907" y="2480407"/>
        <a:ext cx="573326" cy="355977"/>
      </dsp:txXfrm>
    </dsp:sp>
    <dsp:sp modelId="{1561741F-CCB9-E24F-B3D3-67E5E74765F2}">
      <dsp:nvSpPr>
        <dsp:cNvPr id="0" name=""/>
        <dsp:cNvSpPr/>
      </dsp:nvSpPr>
      <dsp:spPr>
        <a:xfrm>
          <a:off x="1457472"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B65ED-9EE4-9A4B-BA7F-663987EEE4EC}">
      <dsp:nvSpPr>
        <dsp:cNvPr id="0" name=""/>
        <dsp:cNvSpPr/>
      </dsp:nvSpPr>
      <dsp:spPr>
        <a:xfrm>
          <a:off x="1523636"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Fuzzy-Logik-Systeme</a:t>
          </a:r>
        </a:p>
      </dsp:txBody>
      <dsp:txXfrm>
        <a:off x="1534711" y="2480407"/>
        <a:ext cx="573326" cy="355977"/>
      </dsp:txXfrm>
    </dsp:sp>
    <dsp:sp modelId="{F45B7361-EE77-F643-8655-2F89D5534521}">
      <dsp:nvSpPr>
        <dsp:cNvPr id="0" name=""/>
        <dsp:cNvSpPr/>
      </dsp:nvSpPr>
      <dsp:spPr>
        <a:xfrm>
          <a:off x="2185277"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CB44FA-3A66-4C43-9C4F-B68EA23E4797}">
      <dsp:nvSpPr>
        <dsp:cNvPr id="0" name=""/>
        <dsp:cNvSpPr/>
      </dsp:nvSpPr>
      <dsp:spPr>
        <a:xfrm>
          <a:off x="2251441"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Maschinell lernende Systeme</a:t>
          </a:r>
        </a:p>
      </dsp:txBody>
      <dsp:txXfrm>
        <a:off x="2262516" y="2480407"/>
        <a:ext cx="573326" cy="355977"/>
      </dsp:txXfrm>
    </dsp:sp>
    <dsp:sp modelId="{ED41B5C4-D2C4-2D49-B518-332ACBF0205D}">
      <dsp:nvSpPr>
        <dsp:cNvPr id="0" name=""/>
        <dsp:cNvSpPr/>
      </dsp:nvSpPr>
      <dsp:spPr>
        <a:xfrm>
          <a:off x="2913082"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D906DD-212F-6942-8557-E72BDC863B65}">
      <dsp:nvSpPr>
        <dsp:cNvPr id="0" name=""/>
        <dsp:cNvSpPr/>
      </dsp:nvSpPr>
      <dsp:spPr>
        <a:xfrm>
          <a:off x="2979246"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Deep-Learning-Systeme</a:t>
          </a:r>
        </a:p>
      </dsp:txBody>
      <dsp:txXfrm>
        <a:off x="2990321" y="2480407"/>
        <a:ext cx="573326" cy="355977"/>
      </dsp:txXfrm>
    </dsp:sp>
    <dsp:sp modelId="{CB0F3837-8628-9F4F-B1B4-6DB5D42C5D1E}">
      <dsp:nvSpPr>
        <dsp:cNvPr id="0" name=""/>
        <dsp:cNvSpPr/>
      </dsp:nvSpPr>
      <dsp:spPr>
        <a:xfrm>
          <a:off x="3640886"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B4CEF9-82ED-644D-A4E2-405D99EF89A1}">
      <dsp:nvSpPr>
        <dsp:cNvPr id="0" name=""/>
        <dsp:cNvSpPr/>
      </dsp:nvSpPr>
      <dsp:spPr>
        <a:xfrm>
          <a:off x="3707050"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Computervision</a:t>
          </a:r>
        </a:p>
      </dsp:txBody>
      <dsp:txXfrm>
        <a:off x="3718125" y="2480407"/>
        <a:ext cx="573326" cy="355977"/>
      </dsp:txXfrm>
    </dsp:sp>
    <dsp:sp modelId="{A15AC2A8-24EE-E34B-A26D-71C2CBA8CBEF}">
      <dsp:nvSpPr>
        <dsp:cNvPr id="0" name=""/>
        <dsp:cNvSpPr/>
      </dsp:nvSpPr>
      <dsp:spPr>
        <a:xfrm>
          <a:off x="4368691"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3838F3-731C-644F-86C1-B36BA336126D}">
      <dsp:nvSpPr>
        <dsp:cNvPr id="0" name=""/>
        <dsp:cNvSpPr/>
      </dsp:nvSpPr>
      <dsp:spPr>
        <a:xfrm>
          <a:off x="4434855"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Natürliche Sprachverarbeitung</a:t>
          </a:r>
        </a:p>
      </dsp:txBody>
      <dsp:txXfrm>
        <a:off x="4445930" y="2480407"/>
        <a:ext cx="573326" cy="355977"/>
      </dsp:txXfrm>
    </dsp:sp>
    <dsp:sp modelId="{E96C756D-D3B1-6046-B201-B29A44755C7F}">
      <dsp:nvSpPr>
        <dsp:cNvPr id="0" name=""/>
        <dsp:cNvSpPr/>
      </dsp:nvSpPr>
      <dsp:spPr>
        <a:xfrm>
          <a:off x="5096496"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39D758-0AA9-1D46-93F5-70CA2AC17D53}">
      <dsp:nvSpPr>
        <dsp:cNvPr id="0" name=""/>
        <dsp:cNvSpPr/>
      </dsp:nvSpPr>
      <dsp:spPr>
        <a:xfrm>
          <a:off x="5162660"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Robotik</a:t>
          </a:r>
        </a:p>
      </dsp:txBody>
      <dsp:txXfrm>
        <a:off x="5173735" y="2480407"/>
        <a:ext cx="573326" cy="3559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B24ED-4C0A-1B47-92D2-86002213A84D}">
      <dsp:nvSpPr>
        <dsp:cNvPr id="0" name=""/>
        <dsp:cNvSpPr/>
      </dsp:nvSpPr>
      <dsp:spPr>
        <a:xfrm>
          <a:off x="2832836" y="2222166"/>
          <a:ext cx="2534716" cy="172327"/>
        </a:xfrm>
        <a:custGeom>
          <a:avLst/>
          <a:gdLst/>
          <a:ahLst/>
          <a:cxnLst/>
          <a:rect l="0" t="0" r="0" b="0"/>
          <a:pathLst>
            <a:path>
              <a:moveTo>
                <a:pt x="0" y="0"/>
              </a:moveTo>
              <a:lnTo>
                <a:pt x="0" y="117436"/>
              </a:lnTo>
              <a:lnTo>
                <a:pt x="2534716" y="117436"/>
              </a:lnTo>
              <a:lnTo>
                <a:pt x="2534716"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CA068C-38BB-7E40-A464-6A85ECFBF1E0}">
      <dsp:nvSpPr>
        <dsp:cNvPr id="0" name=""/>
        <dsp:cNvSpPr/>
      </dsp:nvSpPr>
      <dsp:spPr>
        <a:xfrm>
          <a:off x="2832836" y="2222166"/>
          <a:ext cx="1810512" cy="172327"/>
        </a:xfrm>
        <a:custGeom>
          <a:avLst/>
          <a:gdLst/>
          <a:ahLst/>
          <a:cxnLst/>
          <a:rect l="0" t="0" r="0" b="0"/>
          <a:pathLst>
            <a:path>
              <a:moveTo>
                <a:pt x="0" y="0"/>
              </a:moveTo>
              <a:lnTo>
                <a:pt x="0" y="117436"/>
              </a:lnTo>
              <a:lnTo>
                <a:pt x="1810512" y="117436"/>
              </a:lnTo>
              <a:lnTo>
                <a:pt x="1810512"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CB8D21-5C4E-E845-83D5-1C89C9E428F1}">
      <dsp:nvSpPr>
        <dsp:cNvPr id="0" name=""/>
        <dsp:cNvSpPr/>
      </dsp:nvSpPr>
      <dsp:spPr>
        <a:xfrm>
          <a:off x="2832836" y="2222166"/>
          <a:ext cx="1086307" cy="172327"/>
        </a:xfrm>
        <a:custGeom>
          <a:avLst/>
          <a:gdLst/>
          <a:ahLst/>
          <a:cxnLst/>
          <a:rect l="0" t="0" r="0" b="0"/>
          <a:pathLst>
            <a:path>
              <a:moveTo>
                <a:pt x="0" y="0"/>
              </a:moveTo>
              <a:lnTo>
                <a:pt x="0" y="117436"/>
              </a:lnTo>
              <a:lnTo>
                <a:pt x="1086307" y="117436"/>
              </a:lnTo>
              <a:lnTo>
                <a:pt x="1086307"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3329A3-31D6-764A-80C7-94F18536DB5C}">
      <dsp:nvSpPr>
        <dsp:cNvPr id="0" name=""/>
        <dsp:cNvSpPr/>
      </dsp:nvSpPr>
      <dsp:spPr>
        <a:xfrm>
          <a:off x="2832836" y="2222166"/>
          <a:ext cx="362102" cy="172327"/>
        </a:xfrm>
        <a:custGeom>
          <a:avLst/>
          <a:gdLst/>
          <a:ahLst/>
          <a:cxnLst/>
          <a:rect l="0" t="0" r="0" b="0"/>
          <a:pathLst>
            <a:path>
              <a:moveTo>
                <a:pt x="0" y="0"/>
              </a:moveTo>
              <a:lnTo>
                <a:pt x="0" y="117436"/>
              </a:lnTo>
              <a:lnTo>
                <a:pt x="362102" y="117436"/>
              </a:lnTo>
              <a:lnTo>
                <a:pt x="362102"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DF3A9E-8228-3745-ACE4-8FC7DD2063E1}">
      <dsp:nvSpPr>
        <dsp:cNvPr id="0" name=""/>
        <dsp:cNvSpPr/>
      </dsp:nvSpPr>
      <dsp:spPr>
        <a:xfrm>
          <a:off x="2470734" y="2222166"/>
          <a:ext cx="362102" cy="172327"/>
        </a:xfrm>
        <a:custGeom>
          <a:avLst/>
          <a:gdLst/>
          <a:ahLst/>
          <a:cxnLst/>
          <a:rect l="0" t="0" r="0" b="0"/>
          <a:pathLst>
            <a:path>
              <a:moveTo>
                <a:pt x="362102" y="0"/>
              </a:moveTo>
              <a:lnTo>
                <a:pt x="362102"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85536B-0CFC-064E-81E4-02B4675CEB38}">
      <dsp:nvSpPr>
        <dsp:cNvPr id="0" name=""/>
        <dsp:cNvSpPr/>
      </dsp:nvSpPr>
      <dsp:spPr>
        <a:xfrm>
          <a:off x="1746529" y="2222166"/>
          <a:ext cx="1086307" cy="172327"/>
        </a:xfrm>
        <a:custGeom>
          <a:avLst/>
          <a:gdLst/>
          <a:ahLst/>
          <a:cxnLst/>
          <a:rect l="0" t="0" r="0" b="0"/>
          <a:pathLst>
            <a:path>
              <a:moveTo>
                <a:pt x="1086307" y="0"/>
              </a:moveTo>
              <a:lnTo>
                <a:pt x="1086307"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759E36-11CE-B24B-98CF-C16ED61E81AE}">
      <dsp:nvSpPr>
        <dsp:cNvPr id="0" name=""/>
        <dsp:cNvSpPr/>
      </dsp:nvSpPr>
      <dsp:spPr>
        <a:xfrm>
          <a:off x="1022324" y="2222166"/>
          <a:ext cx="1810512" cy="172327"/>
        </a:xfrm>
        <a:custGeom>
          <a:avLst/>
          <a:gdLst/>
          <a:ahLst/>
          <a:cxnLst/>
          <a:rect l="0" t="0" r="0" b="0"/>
          <a:pathLst>
            <a:path>
              <a:moveTo>
                <a:pt x="1810512" y="0"/>
              </a:moveTo>
              <a:lnTo>
                <a:pt x="1810512"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96D037-DFA8-3E4A-AE37-7AE1EC07FAEE}">
      <dsp:nvSpPr>
        <dsp:cNvPr id="0" name=""/>
        <dsp:cNvSpPr/>
      </dsp:nvSpPr>
      <dsp:spPr>
        <a:xfrm>
          <a:off x="298119" y="2222166"/>
          <a:ext cx="2534716" cy="172327"/>
        </a:xfrm>
        <a:custGeom>
          <a:avLst/>
          <a:gdLst/>
          <a:ahLst/>
          <a:cxnLst/>
          <a:rect l="0" t="0" r="0" b="0"/>
          <a:pathLst>
            <a:path>
              <a:moveTo>
                <a:pt x="2534716" y="0"/>
              </a:moveTo>
              <a:lnTo>
                <a:pt x="2534716"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D1B511-CA34-D443-8496-35A7492683A2}">
      <dsp:nvSpPr>
        <dsp:cNvPr id="0" name=""/>
        <dsp:cNvSpPr/>
      </dsp:nvSpPr>
      <dsp:spPr>
        <a:xfrm>
          <a:off x="2787116" y="1673581"/>
          <a:ext cx="91440" cy="172327"/>
        </a:xfrm>
        <a:custGeom>
          <a:avLst/>
          <a:gdLst/>
          <a:ahLst/>
          <a:cxnLst/>
          <a:rect l="0" t="0" r="0" b="0"/>
          <a:pathLst>
            <a:path>
              <a:moveTo>
                <a:pt x="45720" y="0"/>
              </a:moveTo>
              <a:lnTo>
                <a:pt x="4572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92CCD6-23AE-AB44-88ED-CCB9E5F1F23B}">
      <dsp:nvSpPr>
        <dsp:cNvPr id="0" name=""/>
        <dsp:cNvSpPr/>
      </dsp:nvSpPr>
      <dsp:spPr>
        <a:xfrm>
          <a:off x="2289682" y="1124995"/>
          <a:ext cx="543153" cy="172327"/>
        </a:xfrm>
        <a:custGeom>
          <a:avLst/>
          <a:gdLst/>
          <a:ahLst/>
          <a:cxnLst/>
          <a:rect l="0" t="0" r="0" b="0"/>
          <a:pathLst>
            <a:path>
              <a:moveTo>
                <a:pt x="0" y="0"/>
              </a:moveTo>
              <a:lnTo>
                <a:pt x="0" y="117436"/>
              </a:lnTo>
              <a:lnTo>
                <a:pt x="543153" y="117436"/>
              </a:lnTo>
              <a:lnTo>
                <a:pt x="543153" y="1723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3CB5D1-E520-4443-A200-9569A2B3DAA1}">
      <dsp:nvSpPr>
        <dsp:cNvPr id="0" name=""/>
        <dsp:cNvSpPr/>
      </dsp:nvSpPr>
      <dsp:spPr>
        <a:xfrm>
          <a:off x="1746529" y="1673581"/>
          <a:ext cx="362102" cy="172327"/>
        </a:xfrm>
        <a:custGeom>
          <a:avLst/>
          <a:gdLst/>
          <a:ahLst/>
          <a:cxnLst/>
          <a:rect l="0" t="0" r="0" b="0"/>
          <a:pathLst>
            <a:path>
              <a:moveTo>
                <a:pt x="0" y="0"/>
              </a:moveTo>
              <a:lnTo>
                <a:pt x="0" y="117436"/>
              </a:lnTo>
              <a:lnTo>
                <a:pt x="362102" y="117436"/>
              </a:lnTo>
              <a:lnTo>
                <a:pt x="362102"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32764B-3DEB-ED42-913A-AFDCD33448B0}">
      <dsp:nvSpPr>
        <dsp:cNvPr id="0" name=""/>
        <dsp:cNvSpPr/>
      </dsp:nvSpPr>
      <dsp:spPr>
        <a:xfrm>
          <a:off x="1384426" y="1673581"/>
          <a:ext cx="362102" cy="172327"/>
        </a:xfrm>
        <a:custGeom>
          <a:avLst/>
          <a:gdLst/>
          <a:ahLst/>
          <a:cxnLst/>
          <a:rect l="0" t="0" r="0" b="0"/>
          <a:pathLst>
            <a:path>
              <a:moveTo>
                <a:pt x="362102" y="0"/>
              </a:moveTo>
              <a:lnTo>
                <a:pt x="362102"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93AB0A-5DDB-204B-B211-35A9DB78A0EB}">
      <dsp:nvSpPr>
        <dsp:cNvPr id="0" name=""/>
        <dsp:cNvSpPr/>
      </dsp:nvSpPr>
      <dsp:spPr>
        <a:xfrm>
          <a:off x="1746529" y="1124995"/>
          <a:ext cx="543153" cy="172327"/>
        </a:xfrm>
        <a:custGeom>
          <a:avLst/>
          <a:gdLst/>
          <a:ahLst/>
          <a:cxnLst/>
          <a:rect l="0" t="0" r="0" b="0"/>
          <a:pathLst>
            <a:path>
              <a:moveTo>
                <a:pt x="543153" y="0"/>
              </a:moveTo>
              <a:lnTo>
                <a:pt x="543153" y="117436"/>
              </a:lnTo>
              <a:lnTo>
                <a:pt x="0" y="117436"/>
              </a:lnTo>
              <a:lnTo>
                <a:pt x="0" y="1723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E1AD33-45B6-5248-A660-33F2C2FA2901}">
      <dsp:nvSpPr>
        <dsp:cNvPr id="0" name=""/>
        <dsp:cNvSpPr/>
      </dsp:nvSpPr>
      <dsp:spPr>
        <a:xfrm>
          <a:off x="1993417" y="748738"/>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962CE2-A1A3-9349-A401-88A586FA0FCE}">
      <dsp:nvSpPr>
        <dsp:cNvPr id="0" name=""/>
        <dsp:cNvSpPr/>
      </dsp:nvSpPr>
      <dsp:spPr>
        <a:xfrm>
          <a:off x="2059254" y="811283"/>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Künstliche Intelligenz (KI)</a:t>
          </a:r>
        </a:p>
      </dsp:txBody>
      <dsp:txXfrm>
        <a:off x="2070274" y="822303"/>
        <a:ext cx="570491" cy="354217"/>
      </dsp:txXfrm>
    </dsp:sp>
    <dsp:sp modelId="{B39893D0-0C07-D642-A0A4-503355D5FD0B}">
      <dsp:nvSpPr>
        <dsp:cNvPr id="0" name=""/>
        <dsp:cNvSpPr/>
      </dsp:nvSpPr>
      <dsp:spPr>
        <a:xfrm>
          <a:off x="1450263" y="1297323"/>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8B83FD-A9CE-C843-BD3A-737244B0E5C0}">
      <dsp:nvSpPr>
        <dsp:cNvPr id="0" name=""/>
        <dsp:cNvSpPr/>
      </dsp:nvSpPr>
      <dsp:spPr>
        <a:xfrm>
          <a:off x="1516100" y="1359868"/>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Starke KI</a:t>
          </a:r>
        </a:p>
      </dsp:txBody>
      <dsp:txXfrm>
        <a:off x="1527120" y="1370888"/>
        <a:ext cx="570491" cy="354217"/>
      </dsp:txXfrm>
    </dsp:sp>
    <dsp:sp modelId="{FA982C46-266D-204D-BE1A-9297A68BE2A3}">
      <dsp:nvSpPr>
        <dsp:cNvPr id="0" name=""/>
        <dsp:cNvSpPr/>
      </dsp:nvSpPr>
      <dsp:spPr>
        <a:xfrm>
          <a:off x="1088161" y="1845908"/>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DC684B-541A-C74C-867F-993015E38567}">
      <dsp:nvSpPr>
        <dsp:cNvPr id="0" name=""/>
        <dsp:cNvSpPr/>
      </dsp:nvSpPr>
      <dsp:spPr>
        <a:xfrm>
          <a:off x="1153998" y="1908453"/>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Künstliche allgemeine Intelligenz</a:t>
          </a:r>
        </a:p>
      </dsp:txBody>
      <dsp:txXfrm>
        <a:off x="1165018" y="1919473"/>
        <a:ext cx="570491" cy="354217"/>
      </dsp:txXfrm>
    </dsp:sp>
    <dsp:sp modelId="{CF183058-A9CF-454E-99A9-865470E8E755}">
      <dsp:nvSpPr>
        <dsp:cNvPr id="0" name=""/>
        <dsp:cNvSpPr/>
      </dsp:nvSpPr>
      <dsp:spPr>
        <a:xfrm>
          <a:off x="1812366" y="1845908"/>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AC96B8-D912-9345-8AF5-796E1C6EA04F}">
      <dsp:nvSpPr>
        <dsp:cNvPr id="0" name=""/>
        <dsp:cNvSpPr/>
      </dsp:nvSpPr>
      <dsp:spPr>
        <a:xfrm>
          <a:off x="1878202" y="1908453"/>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Künstliche Super-intelligenz</a:t>
          </a:r>
        </a:p>
      </dsp:txBody>
      <dsp:txXfrm>
        <a:off x="1889222" y="1919473"/>
        <a:ext cx="570491" cy="354217"/>
      </dsp:txXfrm>
    </dsp:sp>
    <dsp:sp modelId="{10334DED-6B2B-C74F-ACA6-16B440EB648B}">
      <dsp:nvSpPr>
        <dsp:cNvPr id="0" name=""/>
        <dsp:cNvSpPr/>
      </dsp:nvSpPr>
      <dsp:spPr>
        <a:xfrm>
          <a:off x="2536570" y="1297323"/>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BA10E3-CC1A-534F-BC00-2A66FF5D1B66}">
      <dsp:nvSpPr>
        <dsp:cNvPr id="0" name=""/>
        <dsp:cNvSpPr/>
      </dsp:nvSpPr>
      <dsp:spPr>
        <a:xfrm>
          <a:off x="2602407" y="1359868"/>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Schwache KI</a:t>
          </a:r>
        </a:p>
      </dsp:txBody>
      <dsp:txXfrm>
        <a:off x="2613427" y="1370888"/>
        <a:ext cx="570491" cy="354217"/>
      </dsp:txXfrm>
    </dsp:sp>
    <dsp:sp modelId="{E4B9E52C-3F85-0249-85D4-DE999F01B739}">
      <dsp:nvSpPr>
        <dsp:cNvPr id="0" name=""/>
        <dsp:cNvSpPr/>
      </dsp:nvSpPr>
      <dsp:spPr>
        <a:xfrm>
          <a:off x="2536570" y="1845908"/>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4294A-7D4F-9249-B08A-D47C27F25B0A}">
      <dsp:nvSpPr>
        <dsp:cNvPr id="0" name=""/>
        <dsp:cNvSpPr/>
      </dsp:nvSpPr>
      <dsp:spPr>
        <a:xfrm>
          <a:off x="2602407" y="1908453"/>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Künstliche enge Intelligenz</a:t>
          </a:r>
        </a:p>
      </dsp:txBody>
      <dsp:txXfrm>
        <a:off x="2613427" y="1919473"/>
        <a:ext cx="570491" cy="354217"/>
      </dsp:txXfrm>
    </dsp:sp>
    <dsp:sp modelId="{33077BEB-F800-EA40-ADF9-86BF8627E906}">
      <dsp:nvSpPr>
        <dsp:cNvPr id="0" name=""/>
        <dsp:cNvSpPr/>
      </dsp:nvSpPr>
      <dsp:spPr>
        <a:xfrm>
          <a:off x="1854"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E225B9-5104-AA46-9426-70F95778E0A5}">
      <dsp:nvSpPr>
        <dsp:cNvPr id="0" name=""/>
        <dsp:cNvSpPr/>
      </dsp:nvSpPr>
      <dsp:spPr>
        <a:xfrm>
          <a:off x="67690"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Regelbasier-te Systeme</a:t>
          </a:r>
        </a:p>
      </dsp:txBody>
      <dsp:txXfrm>
        <a:off x="78710" y="2468059"/>
        <a:ext cx="570491" cy="354217"/>
      </dsp:txXfrm>
    </dsp:sp>
    <dsp:sp modelId="{1A912856-680E-C04C-95DA-012BBCEFA28C}">
      <dsp:nvSpPr>
        <dsp:cNvPr id="0" name=""/>
        <dsp:cNvSpPr/>
      </dsp:nvSpPr>
      <dsp:spPr>
        <a:xfrm>
          <a:off x="726058"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4CB99-0945-FA43-A567-2B0796CF641B}">
      <dsp:nvSpPr>
        <dsp:cNvPr id="0" name=""/>
        <dsp:cNvSpPr/>
      </dsp:nvSpPr>
      <dsp:spPr>
        <a:xfrm>
          <a:off x="791895"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Experten-systeme</a:t>
          </a:r>
        </a:p>
      </dsp:txBody>
      <dsp:txXfrm>
        <a:off x="802915" y="2468059"/>
        <a:ext cx="570491" cy="354217"/>
      </dsp:txXfrm>
    </dsp:sp>
    <dsp:sp modelId="{1561741F-CCB9-E24F-B3D3-67E5E74765F2}">
      <dsp:nvSpPr>
        <dsp:cNvPr id="0" name=""/>
        <dsp:cNvSpPr/>
      </dsp:nvSpPr>
      <dsp:spPr>
        <a:xfrm>
          <a:off x="1450263"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B65ED-9EE4-9A4B-BA7F-663987EEE4EC}">
      <dsp:nvSpPr>
        <dsp:cNvPr id="0" name=""/>
        <dsp:cNvSpPr/>
      </dsp:nvSpPr>
      <dsp:spPr>
        <a:xfrm>
          <a:off x="1516100"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Fuzzy-Logik-Systeme</a:t>
          </a:r>
        </a:p>
      </dsp:txBody>
      <dsp:txXfrm>
        <a:off x="1527120" y="2468059"/>
        <a:ext cx="570491" cy="354217"/>
      </dsp:txXfrm>
    </dsp:sp>
    <dsp:sp modelId="{F45B7361-EE77-F643-8655-2F89D5534521}">
      <dsp:nvSpPr>
        <dsp:cNvPr id="0" name=""/>
        <dsp:cNvSpPr/>
      </dsp:nvSpPr>
      <dsp:spPr>
        <a:xfrm>
          <a:off x="2174468"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CB44FA-3A66-4C43-9C4F-B68EA23E4797}">
      <dsp:nvSpPr>
        <dsp:cNvPr id="0" name=""/>
        <dsp:cNvSpPr/>
      </dsp:nvSpPr>
      <dsp:spPr>
        <a:xfrm>
          <a:off x="2240305"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Maschinell lernende Systeme</a:t>
          </a:r>
        </a:p>
      </dsp:txBody>
      <dsp:txXfrm>
        <a:off x="2251325" y="2468059"/>
        <a:ext cx="570491" cy="354217"/>
      </dsp:txXfrm>
    </dsp:sp>
    <dsp:sp modelId="{ED41B5C4-D2C4-2D49-B518-332ACBF0205D}">
      <dsp:nvSpPr>
        <dsp:cNvPr id="0" name=""/>
        <dsp:cNvSpPr/>
      </dsp:nvSpPr>
      <dsp:spPr>
        <a:xfrm>
          <a:off x="2898673"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D906DD-212F-6942-8557-E72BDC863B65}">
      <dsp:nvSpPr>
        <dsp:cNvPr id="0" name=""/>
        <dsp:cNvSpPr/>
      </dsp:nvSpPr>
      <dsp:spPr>
        <a:xfrm>
          <a:off x="2964510"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Deep-Learning-Systeme</a:t>
          </a:r>
        </a:p>
      </dsp:txBody>
      <dsp:txXfrm>
        <a:off x="2975530" y="2468059"/>
        <a:ext cx="570491" cy="354217"/>
      </dsp:txXfrm>
    </dsp:sp>
    <dsp:sp modelId="{CB0F3837-8628-9F4F-B1B4-6DB5D42C5D1E}">
      <dsp:nvSpPr>
        <dsp:cNvPr id="0" name=""/>
        <dsp:cNvSpPr/>
      </dsp:nvSpPr>
      <dsp:spPr>
        <a:xfrm>
          <a:off x="3622878"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B4CEF9-82ED-644D-A4E2-405D99EF89A1}">
      <dsp:nvSpPr>
        <dsp:cNvPr id="0" name=""/>
        <dsp:cNvSpPr/>
      </dsp:nvSpPr>
      <dsp:spPr>
        <a:xfrm>
          <a:off x="3688715"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Computer-vision</a:t>
          </a:r>
        </a:p>
      </dsp:txBody>
      <dsp:txXfrm>
        <a:off x="3699735" y="2468059"/>
        <a:ext cx="570491" cy="354217"/>
      </dsp:txXfrm>
    </dsp:sp>
    <dsp:sp modelId="{A15AC2A8-24EE-E34B-A26D-71C2CBA8CBEF}">
      <dsp:nvSpPr>
        <dsp:cNvPr id="0" name=""/>
        <dsp:cNvSpPr/>
      </dsp:nvSpPr>
      <dsp:spPr>
        <a:xfrm>
          <a:off x="4347083"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3838F3-731C-644F-86C1-B36BA336126D}">
      <dsp:nvSpPr>
        <dsp:cNvPr id="0" name=""/>
        <dsp:cNvSpPr/>
      </dsp:nvSpPr>
      <dsp:spPr>
        <a:xfrm>
          <a:off x="4412919"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Natürliche Sprachver-arbeitung</a:t>
          </a:r>
        </a:p>
      </dsp:txBody>
      <dsp:txXfrm>
        <a:off x="4423939" y="2468059"/>
        <a:ext cx="570491" cy="354217"/>
      </dsp:txXfrm>
    </dsp:sp>
    <dsp:sp modelId="{E96C756D-D3B1-6046-B201-B29A44755C7F}">
      <dsp:nvSpPr>
        <dsp:cNvPr id="0" name=""/>
        <dsp:cNvSpPr/>
      </dsp:nvSpPr>
      <dsp:spPr>
        <a:xfrm>
          <a:off x="5071287"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39D758-0AA9-1D46-93F5-70CA2AC17D53}">
      <dsp:nvSpPr>
        <dsp:cNvPr id="0" name=""/>
        <dsp:cNvSpPr/>
      </dsp:nvSpPr>
      <dsp:spPr>
        <a:xfrm>
          <a:off x="5137124"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Robotik</a:t>
          </a:r>
        </a:p>
      </dsp:txBody>
      <dsp:txXfrm>
        <a:off x="5148144" y="2468059"/>
        <a:ext cx="570491" cy="3542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3E14EE-F6B3-E34F-82E5-B286F8D3D73C}">
      <dsp:nvSpPr>
        <dsp:cNvPr id="0" name=""/>
        <dsp:cNvSpPr/>
      </dsp:nvSpPr>
      <dsp:spPr>
        <a:xfrm>
          <a:off x="966617" y="0"/>
          <a:ext cx="3826764" cy="36000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de-DE" sz="1000" kern="1200" dirty="0">
              <a:latin typeface="Georgia" panose="02040502050405020303" pitchFamily="18" charset="0"/>
            </a:rPr>
            <a:t>Bereich des Expertensystems</a:t>
          </a:r>
        </a:p>
      </dsp:txBody>
      <dsp:txXfrm>
        <a:off x="2211272" y="180000"/>
        <a:ext cx="1337454" cy="540000"/>
      </dsp:txXfrm>
    </dsp:sp>
    <dsp:sp modelId="{DD8D9741-F79C-B74F-9CF3-2301862C20D2}">
      <dsp:nvSpPr>
        <dsp:cNvPr id="0" name=""/>
        <dsp:cNvSpPr/>
      </dsp:nvSpPr>
      <dsp:spPr>
        <a:xfrm>
          <a:off x="1530000" y="900000"/>
          <a:ext cx="2700000" cy="2700000"/>
        </a:xfrm>
        <a:prstGeom prst="ellipse">
          <a:avLst/>
        </a:prstGeom>
        <a:solidFill>
          <a:srgbClr val="D0D95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de-DE" sz="1000" kern="1200" dirty="0">
              <a:latin typeface="Georgia" panose="02040502050405020303" pitchFamily="18" charset="0"/>
            </a:rPr>
            <a:t>Wissensbasis</a:t>
          </a:r>
        </a:p>
      </dsp:txBody>
      <dsp:txXfrm>
        <a:off x="2250900" y="1068750"/>
        <a:ext cx="1258200" cy="506250"/>
      </dsp:txXfrm>
    </dsp:sp>
    <dsp:sp modelId="{D4D5D3CB-A859-9F46-A2D8-DBD08754A165}">
      <dsp:nvSpPr>
        <dsp:cNvPr id="0" name=""/>
        <dsp:cNvSpPr/>
      </dsp:nvSpPr>
      <dsp:spPr>
        <a:xfrm>
          <a:off x="1980000" y="1800000"/>
          <a:ext cx="1800000" cy="1800000"/>
        </a:xfrm>
        <a:prstGeom prst="ellipse">
          <a:avLst/>
        </a:prstGeom>
        <a:solidFill>
          <a:srgbClr val="8EBAE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de-DE" sz="1000" kern="1200" dirty="0">
              <a:latin typeface="Georgia" panose="02040502050405020303" pitchFamily="18" charset="0"/>
            </a:rPr>
            <a:t>Fakten zum Bereich</a:t>
          </a:r>
        </a:p>
        <a:p>
          <a:pPr marL="0" lvl="0" indent="0" algn="ctr" defTabSz="444500">
            <a:lnSpc>
              <a:spcPct val="90000"/>
            </a:lnSpc>
            <a:spcBef>
              <a:spcPct val="0"/>
            </a:spcBef>
            <a:spcAft>
              <a:spcPct val="35000"/>
            </a:spcAft>
            <a:buNone/>
          </a:pPr>
          <a:r>
            <a:rPr lang="de-DE" sz="1000" kern="1200" dirty="0">
              <a:latin typeface="Georgia" panose="02040502050405020303" pitchFamily="18" charset="0"/>
            </a:rPr>
            <a:t>&amp;</a:t>
          </a:r>
        </a:p>
        <a:p>
          <a:pPr marL="0" lvl="0" indent="0" algn="ctr" defTabSz="444500">
            <a:lnSpc>
              <a:spcPct val="90000"/>
            </a:lnSpc>
            <a:spcBef>
              <a:spcPct val="0"/>
            </a:spcBef>
            <a:spcAft>
              <a:spcPct val="35000"/>
            </a:spcAft>
            <a:buNone/>
          </a:pPr>
          <a:r>
            <a:rPr lang="de-DE" sz="1000" kern="1200" dirty="0">
              <a:latin typeface="Georgia" panose="02040502050405020303" pitchFamily="18" charset="0"/>
            </a:rPr>
            <a:t>Heuristiken für den Bereich</a:t>
          </a:r>
        </a:p>
      </dsp:txBody>
      <dsp:txXfrm>
        <a:off x="2243603" y="2250000"/>
        <a:ext cx="1272792" cy="90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50E601-EB0C-8342-814F-FE18E13B635C}">
      <dsp:nvSpPr>
        <dsp:cNvPr id="0" name=""/>
        <dsp:cNvSpPr/>
      </dsp:nvSpPr>
      <dsp:spPr>
        <a:xfrm>
          <a:off x="2438399" y="67733"/>
          <a:ext cx="3251200" cy="32512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de-DE" sz="2200" kern="1200" dirty="0"/>
            <a:t>Datenerhebung und -standardisierung</a:t>
          </a:r>
        </a:p>
      </dsp:txBody>
      <dsp:txXfrm>
        <a:off x="2871893" y="636693"/>
        <a:ext cx="2384213" cy="1463040"/>
      </dsp:txXfrm>
    </dsp:sp>
    <dsp:sp modelId="{B4CD1DA4-0DD5-1748-9983-DFED34001AAF}">
      <dsp:nvSpPr>
        <dsp:cNvPr id="0" name=""/>
        <dsp:cNvSpPr/>
      </dsp:nvSpPr>
      <dsp:spPr>
        <a:xfrm>
          <a:off x="3611541" y="2099733"/>
          <a:ext cx="3251200" cy="32512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de-DE" sz="2200" kern="1200" dirty="0"/>
        </a:p>
      </dsp:txBody>
      <dsp:txXfrm>
        <a:off x="4605866" y="2939626"/>
        <a:ext cx="1950720" cy="1788160"/>
      </dsp:txXfrm>
    </dsp:sp>
    <dsp:sp modelId="{F1B3A569-9814-8145-861F-A57560215540}">
      <dsp:nvSpPr>
        <dsp:cNvPr id="0" name=""/>
        <dsp:cNvSpPr/>
      </dsp:nvSpPr>
      <dsp:spPr>
        <a:xfrm>
          <a:off x="1265258" y="2099733"/>
          <a:ext cx="3251200" cy="32512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de-DE" sz="2200" kern="1200" dirty="0"/>
            <a:t>Datensicherheit und Datenschutz</a:t>
          </a:r>
        </a:p>
      </dsp:txBody>
      <dsp:txXfrm>
        <a:off x="1571413" y="2939626"/>
        <a:ext cx="1950720" cy="17881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B24ED-4C0A-1B47-92D2-86002213A84D}">
      <dsp:nvSpPr>
        <dsp:cNvPr id="0" name=""/>
        <dsp:cNvSpPr/>
      </dsp:nvSpPr>
      <dsp:spPr>
        <a:xfrm>
          <a:off x="2846917" y="2233291"/>
          <a:ext cx="2547316" cy="173184"/>
        </a:xfrm>
        <a:custGeom>
          <a:avLst/>
          <a:gdLst/>
          <a:ahLst/>
          <a:cxnLst/>
          <a:rect l="0" t="0" r="0" b="0"/>
          <a:pathLst>
            <a:path>
              <a:moveTo>
                <a:pt x="0" y="0"/>
              </a:moveTo>
              <a:lnTo>
                <a:pt x="0" y="118020"/>
              </a:lnTo>
              <a:lnTo>
                <a:pt x="2547316" y="118020"/>
              </a:lnTo>
              <a:lnTo>
                <a:pt x="2547316"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CA068C-38BB-7E40-A464-6A85ECFBF1E0}">
      <dsp:nvSpPr>
        <dsp:cNvPr id="0" name=""/>
        <dsp:cNvSpPr/>
      </dsp:nvSpPr>
      <dsp:spPr>
        <a:xfrm>
          <a:off x="2846917" y="2233291"/>
          <a:ext cx="1819511" cy="173184"/>
        </a:xfrm>
        <a:custGeom>
          <a:avLst/>
          <a:gdLst/>
          <a:ahLst/>
          <a:cxnLst/>
          <a:rect l="0" t="0" r="0" b="0"/>
          <a:pathLst>
            <a:path>
              <a:moveTo>
                <a:pt x="0" y="0"/>
              </a:moveTo>
              <a:lnTo>
                <a:pt x="0" y="118020"/>
              </a:lnTo>
              <a:lnTo>
                <a:pt x="1819511" y="118020"/>
              </a:lnTo>
              <a:lnTo>
                <a:pt x="1819511"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CB8D21-5C4E-E845-83D5-1C89C9E428F1}">
      <dsp:nvSpPr>
        <dsp:cNvPr id="0" name=""/>
        <dsp:cNvSpPr/>
      </dsp:nvSpPr>
      <dsp:spPr>
        <a:xfrm>
          <a:off x="2846917" y="2233291"/>
          <a:ext cx="1091707" cy="173184"/>
        </a:xfrm>
        <a:custGeom>
          <a:avLst/>
          <a:gdLst/>
          <a:ahLst/>
          <a:cxnLst/>
          <a:rect l="0" t="0" r="0" b="0"/>
          <a:pathLst>
            <a:path>
              <a:moveTo>
                <a:pt x="0" y="0"/>
              </a:moveTo>
              <a:lnTo>
                <a:pt x="0" y="118020"/>
              </a:lnTo>
              <a:lnTo>
                <a:pt x="1091707" y="118020"/>
              </a:lnTo>
              <a:lnTo>
                <a:pt x="1091707"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3329A3-31D6-764A-80C7-94F18536DB5C}">
      <dsp:nvSpPr>
        <dsp:cNvPr id="0" name=""/>
        <dsp:cNvSpPr/>
      </dsp:nvSpPr>
      <dsp:spPr>
        <a:xfrm>
          <a:off x="2846917" y="2233291"/>
          <a:ext cx="363902" cy="173184"/>
        </a:xfrm>
        <a:custGeom>
          <a:avLst/>
          <a:gdLst/>
          <a:ahLst/>
          <a:cxnLst/>
          <a:rect l="0" t="0" r="0" b="0"/>
          <a:pathLst>
            <a:path>
              <a:moveTo>
                <a:pt x="0" y="0"/>
              </a:moveTo>
              <a:lnTo>
                <a:pt x="0" y="118020"/>
              </a:lnTo>
              <a:lnTo>
                <a:pt x="363902" y="118020"/>
              </a:lnTo>
              <a:lnTo>
                <a:pt x="363902"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DF3A9E-8228-3745-ACE4-8FC7DD2063E1}">
      <dsp:nvSpPr>
        <dsp:cNvPr id="0" name=""/>
        <dsp:cNvSpPr/>
      </dsp:nvSpPr>
      <dsp:spPr>
        <a:xfrm>
          <a:off x="2483015" y="2233291"/>
          <a:ext cx="363902" cy="173184"/>
        </a:xfrm>
        <a:custGeom>
          <a:avLst/>
          <a:gdLst/>
          <a:ahLst/>
          <a:cxnLst/>
          <a:rect l="0" t="0" r="0" b="0"/>
          <a:pathLst>
            <a:path>
              <a:moveTo>
                <a:pt x="363902" y="0"/>
              </a:moveTo>
              <a:lnTo>
                <a:pt x="363902"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85536B-0CFC-064E-81E4-02B4675CEB38}">
      <dsp:nvSpPr>
        <dsp:cNvPr id="0" name=""/>
        <dsp:cNvSpPr/>
      </dsp:nvSpPr>
      <dsp:spPr>
        <a:xfrm>
          <a:off x="1755210" y="2233291"/>
          <a:ext cx="1091707" cy="173184"/>
        </a:xfrm>
        <a:custGeom>
          <a:avLst/>
          <a:gdLst/>
          <a:ahLst/>
          <a:cxnLst/>
          <a:rect l="0" t="0" r="0" b="0"/>
          <a:pathLst>
            <a:path>
              <a:moveTo>
                <a:pt x="1091707" y="0"/>
              </a:moveTo>
              <a:lnTo>
                <a:pt x="1091707"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759E36-11CE-B24B-98CF-C16ED61E81AE}">
      <dsp:nvSpPr>
        <dsp:cNvPr id="0" name=""/>
        <dsp:cNvSpPr/>
      </dsp:nvSpPr>
      <dsp:spPr>
        <a:xfrm>
          <a:off x="1027406" y="2233291"/>
          <a:ext cx="1819511" cy="173184"/>
        </a:xfrm>
        <a:custGeom>
          <a:avLst/>
          <a:gdLst/>
          <a:ahLst/>
          <a:cxnLst/>
          <a:rect l="0" t="0" r="0" b="0"/>
          <a:pathLst>
            <a:path>
              <a:moveTo>
                <a:pt x="1819511" y="0"/>
              </a:moveTo>
              <a:lnTo>
                <a:pt x="1819511"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96D037-DFA8-3E4A-AE37-7AE1EC07FAEE}">
      <dsp:nvSpPr>
        <dsp:cNvPr id="0" name=""/>
        <dsp:cNvSpPr/>
      </dsp:nvSpPr>
      <dsp:spPr>
        <a:xfrm>
          <a:off x="299601" y="2233291"/>
          <a:ext cx="2547316" cy="173184"/>
        </a:xfrm>
        <a:custGeom>
          <a:avLst/>
          <a:gdLst/>
          <a:ahLst/>
          <a:cxnLst/>
          <a:rect l="0" t="0" r="0" b="0"/>
          <a:pathLst>
            <a:path>
              <a:moveTo>
                <a:pt x="2547316" y="0"/>
              </a:moveTo>
              <a:lnTo>
                <a:pt x="2547316"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D1B511-CA34-D443-8496-35A7492683A2}">
      <dsp:nvSpPr>
        <dsp:cNvPr id="0" name=""/>
        <dsp:cNvSpPr/>
      </dsp:nvSpPr>
      <dsp:spPr>
        <a:xfrm>
          <a:off x="2801197" y="1681979"/>
          <a:ext cx="91440" cy="173184"/>
        </a:xfrm>
        <a:custGeom>
          <a:avLst/>
          <a:gdLst/>
          <a:ahLst/>
          <a:cxnLst/>
          <a:rect l="0" t="0" r="0" b="0"/>
          <a:pathLst>
            <a:path>
              <a:moveTo>
                <a:pt x="45720" y="0"/>
              </a:moveTo>
              <a:lnTo>
                <a:pt x="4572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92CCD6-23AE-AB44-88ED-CCB9E5F1F23B}">
      <dsp:nvSpPr>
        <dsp:cNvPr id="0" name=""/>
        <dsp:cNvSpPr/>
      </dsp:nvSpPr>
      <dsp:spPr>
        <a:xfrm>
          <a:off x="2301064" y="1130667"/>
          <a:ext cx="545853" cy="173184"/>
        </a:xfrm>
        <a:custGeom>
          <a:avLst/>
          <a:gdLst/>
          <a:ahLst/>
          <a:cxnLst/>
          <a:rect l="0" t="0" r="0" b="0"/>
          <a:pathLst>
            <a:path>
              <a:moveTo>
                <a:pt x="0" y="0"/>
              </a:moveTo>
              <a:lnTo>
                <a:pt x="0" y="118020"/>
              </a:lnTo>
              <a:lnTo>
                <a:pt x="545853" y="118020"/>
              </a:lnTo>
              <a:lnTo>
                <a:pt x="545853" y="1731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3CB5D1-E520-4443-A200-9569A2B3DAA1}">
      <dsp:nvSpPr>
        <dsp:cNvPr id="0" name=""/>
        <dsp:cNvSpPr/>
      </dsp:nvSpPr>
      <dsp:spPr>
        <a:xfrm>
          <a:off x="1755210" y="1681979"/>
          <a:ext cx="363902" cy="173184"/>
        </a:xfrm>
        <a:custGeom>
          <a:avLst/>
          <a:gdLst/>
          <a:ahLst/>
          <a:cxnLst/>
          <a:rect l="0" t="0" r="0" b="0"/>
          <a:pathLst>
            <a:path>
              <a:moveTo>
                <a:pt x="0" y="0"/>
              </a:moveTo>
              <a:lnTo>
                <a:pt x="0" y="118020"/>
              </a:lnTo>
              <a:lnTo>
                <a:pt x="363902" y="118020"/>
              </a:lnTo>
              <a:lnTo>
                <a:pt x="363902"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32764B-3DEB-ED42-913A-AFDCD33448B0}">
      <dsp:nvSpPr>
        <dsp:cNvPr id="0" name=""/>
        <dsp:cNvSpPr/>
      </dsp:nvSpPr>
      <dsp:spPr>
        <a:xfrm>
          <a:off x="1391308" y="1681979"/>
          <a:ext cx="363902" cy="173184"/>
        </a:xfrm>
        <a:custGeom>
          <a:avLst/>
          <a:gdLst/>
          <a:ahLst/>
          <a:cxnLst/>
          <a:rect l="0" t="0" r="0" b="0"/>
          <a:pathLst>
            <a:path>
              <a:moveTo>
                <a:pt x="363902" y="0"/>
              </a:moveTo>
              <a:lnTo>
                <a:pt x="363902" y="118020"/>
              </a:lnTo>
              <a:lnTo>
                <a:pt x="0" y="118020"/>
              </a:lnTo>
              <a:lnTo>
                <a:pt x="0" y="173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93AB0A-5DDB-204B-B211-35A9DB78A0EB}">
      <dsp:nvSpPr>
        <dsp:cNvPr id="0" name=""/>
        <dsp:cNvSpPr/>
      </dsp:nvSpPr>
      <dsp:spPr>
        <a:xfrm>
          <a:off x="1755210" y="1130667"/>
          <a:ext cx="545853" cy="173184"/>
        </a:xfrm>
        <a:custGeom>
          <a:avLst/>
          <a:gdLst/>
          <a:ahLst/>
          <a:cxnLst/>
          <a:rect l="0" t="0" r="0" b="0"/>
          <a:pathLst>
            <a:path>
              <a:moveTo>
                <a:pt x="545853" y="0"/>
              </a:moveTo>
              <a:lnTo>
                <a:pt x="545853" y="118020"/>
              </a:lnTo>
              <a:lnTo>
                <a:pt x="0" y="118020"/>
              </a:lnTo>
              <a:lnTo>
                <a:pt x="0" y="1731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E1AD33-45B6-5248-A660-33F2C2FA2901}">
      <dsp:nvSpPr>
        <dsp:cNvPr id="0" name=""/>
        <dsp:cNvSpPr/>
      </dsp:nvSpPr>
      <dsp:spPr>
        <a:xfrm>
          <a:off x="2003326" y="752540"/>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962CE2-A1A3-9349-A401-88A586FA0FCE}">
      <dsp:nvSpPr>
        <dsp:cNvPr id="0" name=""/>
        <dsp:cNvSpPr/>
      </dsp:nvSpPr>
      <dsp:spPr>
        <a:xfrm>
          <a:off x="2069490" y="815396"/>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Künstliche Intelligenz (KI)</a:t>
          </a:r>
        </a:p>
      </dsp:txBody>
      <dsp:txXfrm>
        <a:off x="2080565" y="826471"/>
        <a:ext cx="573326" cy="355977"/>
      </dsp:txXfrm>
    </dsp:sp>
    <dsp:sp modelId="{B39893D0-0C07-D642-A0A4-503355D5FD0B}">
      <dsp:nvSpPr>
        <dsp:cNvPr id="0" name=""/>
        <dsp:cNvSpPr/>
      </dsp:nvSpPr>
      <dsp:spPr>
        <a:xfrm>
          <a:off x="1457472" y="1303852"/>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8B83FD-A9CE-C843-BD3A-737244B0E5C0}">
      <dsp:nvSpPr>
        <dsp:cNvPr id="0" name=""/>
        <dsp:cNvSpPr/>
      </dsp:nvSpPr>
      <dsp:spPr>
        <a:xfrm>
          <a:off x="1523636" y="1366708"/>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Starke KI</a:t>
          </a:r>
        </a:p>
      </dsp:txBody>
      <dsp:txXfrm>
        <a:off x="1534711" y="1377783"/>
        <a:ext cx="573326" cy="355977"/>
      </dsp:txXfrm>
    </dsp:sp>
    <dsp:sp modelId="{FA982C46-266D-204D-BE1A-9297A68BE2A3}">
      <dsp:nvSpPr>
        <dsp:cNvPr id="0" name=""/>
        <dsp:cNvSpPr/>
      </dsp:nvSpPr>
      <dsp:spPr>
        <a:xfrm>
          <a:off x="1093570" y="1855164"/>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DC684B-541A-C74C-867F-993015E38567}">
      <dsp:nvSpPr>
        <dsp:cNvPr id="0" name=""/>
        <dsp:cNvSpPr/>
      </dsp:nvSpPr>
      <dsp:spPr>
        <a:xfrm>
          <a:off x="1159734" y="1918020"/>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Künstliche allgemeine Intelligenz</a:t>
          </a:r>
        </a:p>
      </dsp:txBody>
      <dsp:txXfrm>
        <a:off x="1170809" y="1929095"/>
        <a:ext cx="573326" cy="355977"/>
      </dsp:txXfrm>
    </dsp:sp>
    <dsp:sp modelId="{CF183058-A9CF-454E-99A9-865470E8E755}">
      <dsp:nvSpPr>
        <dsp:cNvPr id="0" name=""/>
        <dsp:cNvSpPr/>
      </dsp:nvSpPr>
      <dsp:spPr>
        <a:xfrm>
          <a:off x="1821374" y="1855164"/>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AC96B8-D912-9345-8AF5-796E1C6EA04F}">
      <dsp:nvSpPr>
        <dsp:cNvPr id="0" name=""/>
        <dsp:cNvSpPr/>
      </dsp:nvSpPr>
      <dsp:spPr>
        <a:xfrm>
          <a:off x="1887539" y="1918020"/>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Künstliche Superintelligenz</a:t>
          </a:r>
        </a:p>
      </dsp:txBody>
      <dsp:txXfrm>
        <a:off x="1898614" y="1929095"/>
        <a:ext cx="573326" cy="355977"/>
      </dsp:txXfrm>
    </dsp:sp>
    <dsp:sp modelId="{10334DED-6B2B-C74F-ACA6-16B440EB648B}">
      <dsp:nvSpPr>
        <dsp:cNvPr id="0" name=""/>
        <dsp:cNvSpPr/>
      </dsp:nvSpPr>
      <dsp:spPr>
        <a:xfrm>
          <a:off x="2549179" y="1303852"/>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BA10E3-CC1A-534F-BC00-2A66FF5D1B66}">
      <dsp:nvSpPr>
        <dsp:cNvPr id="0" name=""/>
        <dsp:cNvSpPr/>
      </dsp:nvSpPr>
      <dsp:spPr>
        <a:xfrm>
          <a:off x="2615343" y="1366708"/>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Schwache KI</a:t>
          </a:r>
        </a:p>
      </dsp:txBody>
      <dsp:txXfrm>
        <a:off x="2626418" y="1377783"/>
        <a:ext cx="573326" cy="355977"/>
      </dsp:txXfrm>
    </dsp:sp>
    <dsp:sp modelId="{E4B9E52C-3F85-0249-85D4-DE999F01B739}">
      <dsp:nvSpPr>
        <dsp:cNvPr id="0" name=""/>
        <dsp:cNvSpPr/>
      </dsp:nvSpPr>
      <dsp:spPr>
        <a:xfrm>
          <a:off x="2549179" y="1855164"/>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4294A-7D4F-9249-B08A-D47C27F25B0A}">
      <dsp:nvSpPr>
        <dsp:cNvPr id="0" name=""/>
        <dsp:cNvSpPr/>
      </dsp:nvSpPr>
      <dsp:spPr>
        <a:xfrm>
          <a:off x="2615343" y="1918020"/>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Künstliche enge Intelligenz</a:t>
          </a:r>
        </a:p>
      </dsp:txBody>
      <dsp:txXfrm>
        <a:off x="2626418" y="1929095"/>
        <a:ext cx="573326" cy="355977"/>
      </dsp:txXfrm>
    </dsp:sp>
    <dsp:sp modelId="{33077BEB-F800-EA40-ADF9-86BF8627E906}">
      <dsp:nvSpPr>
        <dsp:cNvPr id="0" name=""/>
        <dsp:cNvSpPr/>
      </dsp:nvSpPr>
      <dsp:spPr>
        <a:xfrm>
          <a:off x="1863"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E225B9-5104-AA46-9426-70F95778E0A5}">
      <dsp:nvSpPr>
        <dsp:cNvPr id="0" name=""/>
        <dsp:cNvSpPr/>
      </dsp:nvSpPr>
      <dsp:spPr>
        <a:xfrm>
          <a:off x="68027"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Regelbasierte Systeme</a:t>
          </a:r>
        </a:p>
      </dsp:txBody>
      <dsp:txXfrm>
        <a:off x="79102" y="2480407"/>
        <a:ext cx="573326" cy="355977"/>
      </dsp:txXfrm>
    </dsp:sp>
    <dsp:sp modelId="{1A912856-680E-C04C-95DA-012BBCEFA28C}">
      <dsp:nvSpPr>
        <dsp:cNvPr id="0" name=""/>
        <dsp:cNvSpPr/>
      </dsp:nvSpPr>
      <dsp:spPr>
        <a:xfrm>
          <a:off x="729667"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4CB99-0945-FA43-A567-2B0796CF641B}">
      <dsp:nvSpPr>
        <dsp:cNvPr id="0" name=""/>
        <dsp:cNvSpPr/>
      </dsp:nvSpPr>
      <dsp:spPr>
        <a:xfrm>
          <a:off x="795832"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Expertensysteme</a:t>
          </a:r>
        </a:p>
      </dsp:txBody>
      <dsp:txXfrm>
        <a:off x="806907" y="2480407"/>
        <a:ext cx="573326" cy="355977"/>
      </dsp:txXfrm>
    </dsp:sp>
    <dsp:sp modelId="{1561741F-CCB9-E24F-B3D3-67E5E74765F2}">
      <dsp:nvSpPr>
        <dsp:cNvPr id="0" name=""/>
        <dsp:cNvSpPr/>
      </dsp:nvSpPr>
      <dsp:spPr>
        <a:xfrm>
          <a:off x="1457472"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B65ED-9EE4-9A4B-BA7F-663987EEE4EC}">
      <dsp:nvSpPr>
        <dsp:cNvPr id="0" name=""/>
        <dsp:cNvSpPr/>
      </dsp:nvSpPr>
      <dsp:spPr>
        <a:xfrm>
          <a:off x="1523636"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Fuzzy-Logik-Systeme</a:t>
          </a:r>
        </a:p>
      </dsp:txBody>
      <dsp:txXfrm>
        <a:off x="1534711" y="2480407"/>
        <a:ext cx="573326" cy="355977"/>
      </dsp:txXfrm>
    </dsp:sp>
    <dsp:sp modelId="{F45B7361-EE77-F643-8655-2F89D5534521}">
      <dsp:nvSpPr>
        <dsp:cNvPr id="0" name=""/>
        <dsp:cNvSpPr/>
      </dsp:nvSpPr>
      <dsp:spPr>
        <a:xfrm>
          <a:off x="2185277"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CB44FA-3A66-4C43-9C4F-B68EA23E4797}">
      <dsp:nvSpPr>
        <dsp:cNvPr id="0" name=""/>
        <dsp:cNvSpPr/>
      </dsp:nvSpPr>
      <dsp:spPr>
        <a:xfrm>
          <a:off x="2251441"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Maschinell lernende Systeme</a:t>
          </a:r>
        </a:p>
      </dsp:txBody>
      <dsp:txXfrm>
        <a:off x="2262516" y="2480407"/>
        <a:ext cx="573326" cy="355977"/>
      </dsp:txXfrm>
    </dsp:sp>
    <dsp:sp modelId="{ED41B5C4-D2C4-2D49-B518-332ACBF0205D}">
      <dsp:nvSpPr>
        <dsp:cNvPr id="0" name=""/>
        <dsp:cNvSpPr/>
      </dsp:nvSpPr>
      <dsp:spPr>
        <a:xfrm>
          <a:off x="2913082"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D906DD-212F-6942-8557-E72BDC863B65}">
      <dsp:nvSpPr>
        <dsp:cNvPr id="0" name=""/>
        <dsp:cNvSpPr/>
      </dsp:nvSpPr>
      <dsp:spPr>
        <a:xfrm>
          <a:off x="2979246"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Deep-Learning-Systeme</a:t>
          </a:r>
        </a:p>
      </dsp:txBody>
      <dsp:txXfrm>
        <a:off x="2990321" y="2480407"/>
        <a:ext cx="573326" cy="355977"/>
      </dsp:txXfrm>
    </dsp:sp>
    <dsp:sp modelId="{CB0F3837-8628-9F4F-B1B4-6DB5D42C5D1E}">
      <dsp:nvSpPr>
        <dsp:cNvPr id="0" name=""/>
        <dsp:cNvSpPr/>
      </dsp:nvSpPr>
      <dsp:spPr>
        <a:xfrm>
          <a:off x="3640886"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B4CEF9-82ED-644D-A4E2-405D99EF89A1}">
      <dsp:nvSpPr>
        <dsp:cNvPr id="0" name=""/>
        <dsp:cNvSpPr/>
      </dsp:nvSpPr>
      <dsp:spPr>
        <a:xfrm>
          <a:off x="3707050"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Computervision</a:t>
          </a:r>
        </a:p>
      </dsp:txBody>
      <dsp:txXfrm>
        <a:off x="3718125" y="2480407"/>
        <a:ext cx="573326" cy="355977"/>
      </dsp:txXfrm>
    </dsp:sp>
    <dsp:sp modelId="{A15AC2A8-24EE-E34B-A26D-71C2CBA8CBEF}">
      <dsp:nvSpPr>
        <dsp:cNvPr id="0" name=""/>
        <dsp:cNvSpPr/>
      </dsp:nvSpPr>
      <dsp:spPr>
        <a:xfrm>
          <a:off x="4368691"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3838F3-731C-644F-86C1-B36BA336126D}">
      <dsp:nvSpPr>
        <dsp:cNvPr id="0" name=""/>
        <dsp:cNvSpPr/>
      </dsp:nvSpPr>
      <dsp:spPr>
        <a:xfrm>
          <a:off x="4434855"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Natürliche Sprachverarbeitung</a:t>
          </a:r>
        </a:p>
      </dsp:txBody>
      <dsp:txXfrm>
        <a:off x="4445930" y="2480407"/>
        <a:ext cx="573326" cy="355977"/>
      </dsp:txXfrm>
    </dsp:sp>
    <dsp:sp modelId="{E96C756D-D3B1-6046-B201-B29A44755C7F}">
      <dsp:nvSpPr>
        <dsp:cNvPr id="0" name=""/>
        <dsp:cNvSpPr/>
      </dsp:nvSpPr>
      <dsp:spPr>
        <a:xfrm>
          <a:off x="5096496" y="2406476"/>
          <a:ext cx="595476" cy="3781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39D758-0AA9-1D46-93F5-70CA2AC17D53}">
      <dsp:nvSpPr>
        <dsp:cNvPr id="0" name=""/>
        <dsp:cNvSpPr/>
      </dsp:nvSpPr>
      <dsp:spPr>
        <a:xfrm>
          <a:off x="5162660" y="2469332"/>
          <a:ext cx="595476" cy="37812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t>Robotik</a:t>
          </a:r>
        </a:p>
      </dsp:txBody>
      <dsp:txXfrm>
        <a:off x="5173735" y="2480407"/>
        <a:ext cx="573326" cy="35597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B24ED-4C0A-1B47-92D2-86002213A84D}">
      <dsp:nvSpPr>
        <dsp:cNvPr id="0" name=""/>
        <dsp:cNvSpPr/>
      </dsp:nvSpPr>
      <dsp:spPr>
        <a:xfrm>
          <a:off x="2832836" y="2222166"/>
          <a:ext cx="2534716" cy="172327"/>
        </a:xfrm>
        <a:custGeom>
          <a:avLst/>
          <a:gdLst/>
          <a:ahLst/>
          <a:cxnLst/>
          <a:rect l="0" t="0" r="0" b="0"/>
          <a:pathLst>
            <a:path>
              <a:moveTo>
                <a:pt x="0" y="0"/>
              </a:moveTo>
              <a:lnTo>
                <a:pt x="0" y="117436"/>
              </a:lnTo>
              <a:lnTo>
                <a:pt x="2534716" y="117436"/>
              </a:lnTo>
              <a:lnTo>
                <a:pt x="2534716"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CA068C-38BB-7E40-A464-6A85ECFBF1E0}">
      <dsp:nvSpPr>
        <dsp:cNvPr id="0" name=""/>
        <dsp:cNvSpPr/>
      </dsp:nvSpPr>
      <dsp:spPr>
        <a:xfrm>
          <a:off x="2832836" y="2222166"/>
          <a:ext cx="1810512" cy="172327"/>
        </a:xfrm>
        <a:custGeom>
          <a:avLst/>
          <a:gdLst/>
          <a:ahLst/>
          <a:cxnLst/>
          <a:rect l="0" t="0" r="0" b="0"/>
          <a:pathLst>
            <a:path>
              <a:moveTo>
                <a:pt x="0" y="0"/>
              </a:moveTo>
              <a:lnTo>
                <a:pt x="0" y="117436"/>
              </a:lnTo>
              <a:lnTo>
                <a:pt x="1810512" y="117436"/>
              </a:lnTo>
              <a:lnTo>
                <a:pt x="1810512"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CB8D21-5C4E-E845-83D5-1C89C9E428F1}">
      <dsp:nvSpPr>
        <dsp:cNvPr id="0" name=""/>
        <dsp:cNvSpPr/>
      </dsp:nvSpPr>
      <dsp:spPr>
        <a:xfrm>
          <a:off x="2832836" y="2222166"/>
          <a:ext cx="1086307" cy="172327"/>
        </a:xfrm>
        <a:custGeom>
          <a:avLst/>
          <a:gdLst/>
          <a:ahLst/>
          <a:cxnLst/>
          <a:rect l="0" t="0" r="0" b="0"/>
          <a:pathLst>
            <a:path>
              <a:moveTo>
                <a:pt x="0" y="0"/>
              </a:moveTo>
              <a:lnTo>
                <a:pt x="0" y="117436"/>
              </a:lnTo>
              <a:lnTo>
                <a:pt x="1086307" y="117436"/>
              </a:lnTo>
              <a:lnTo>
                <a:pt x="1086307"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3329A3-31D6-764A-80C7-94F18536DB5C}">
      <dsp:nvSpPr>
        <dsp:cNvPr id="0" name=""/>
        <dsp:cNvSpPr/>
      </dsp:nvSpPr>
      <dsp:spPr>
        <a:xfrm>
          <a:off x="2832836" y="2222166"/>
          <a:ext cx="362102" cy="172327"/>
        </a:xfrm>
        <a:custGeom>
          <a:avLst/>
          <a:gdLst/>
          <a:ahLst/>
          <a:cxnLst/>
          <a:rect l="0" t="0" r="0" b="0"/>
          <a:pathLst>
            <a:path>
              <a:moveTo>
                <a:pt x="0" y="0"/>
              </a:moveTo>
              <a:lnTo>
                <a:pt x="0" y="117436"/>
              </a:lnTo>
              <a:lnTo>
                <a:pt x="362102" y="117436"/>
              </a:lnTo>
              <a:lnTo>
                <a:pt x="362102"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DF3A9E-8228-3745-ACE4-8FC7DD2063E1}">
      <dsp:nvSpPr>
        <dsp:cNvPr id="0" name=""/>
        <dsp:cNvSpPr/>
      </dsp:nvSpPr>
      <dsp:spPr>
        <a:xfrm>
          <a:off x="2470734" y="2222166"/>
          <a:ext cx="362102" cy="172327"/>
        </a:xfrm>
        <a:custGeom>
          <a:avLst/>
          <a:gdLst/>
          <a:ahLst/>
          <a:cxnLst/>
          <a:rect l="0" t="0" r="0" b="0"/>
          <a:pathLst>
            <a:path>
              <a:moveTo>
                <a:pt x="362102" y="0"/>
              </a:moveTo>
              <a:lnTo>
                <a:pt x="362102"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85536B-0CFC-064E-81E4-02B4675CEB38}">
      <dsp:nvSpPr>
        <dsp:cNvPr id="0" name=""/>
        <dsp:cNvSpPr/>
      </dsp:nvSpPr>
      <dsp:spPr>
        <a:xfrm>
          <a:off x="1746529" y="2222166"/>
          <a:ext cx="1086307" cy="172327"/>
        </a:xfrm>
        <a:custGeom>
          <a:avLst/>
          <a:gdLst/>
          <a:ahLst/>
          <a:cxnLst/>
          <a:rect l="0" t="0" r="0" b="0"/>
          <a:pathLst>
            <a:path>
              <a:moveTo>
                <a:pt x="1086307" y="0"/>
              </a:moveTo>
              <a:lnTo>
                <a:pt x="1086307"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759E36-11CE-B24B-98CF-C16ED61E81AE}">
      <dsp:nvSpPr>
        <dsp:cNvPr id="0" name=""/>
        <dsp:cNvSpPr/>
      </dsp:nvSpPr>
      <dsp:spPr>
        <a:xfrm>
          <a:off x="1022324" y="2222166"/>
          <a:ext cx="1810512" cy="172327"/>
        </a:xfrm>
        <a:custGeom>
          <a:avLst/>
          <a:gdLst/>
          <a:ahLst/>
          <a:cxnLst/>
          <a:rect l="0" t="0" r="0" b="0"/>
          <a:pathLst>
            <a:path>
              <a:moveTo>
                <a:pt x="1810512" y="0"/>
              </a:moveTo>
              <a:lnTo>
                <a:pt x="1810512"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96D037-DFA8-3E4A-AE37-7AE1EC07FAEE}">
      <dsp:nvSpPr>
        <dsp:cNvPr id="0" name=""/>
        <dsp:cNvSpPr/>
      </dsp:nvSpPr>
      <dsp:spPr>
        <a:xfrm>
          <a:off x="298119" y="2222166"/>
          <a:ext cx="2534716" cy="172327"/>
        </a:xfrm>
        <a:custGeom>
          <a:avLst/>
          <a:gdLst/>
          <a:ahLst/>
          <a:cxnLst/>
          <a:rect l="0" t="0" r="0" b="0"/>
          <a:pathLst>
            <a:path>
              <a:moveTo>
                <a:pt x="2534716" y="0"/>
              </a:moveTo>
              <a:lnTo>
                <a:pt x="2534716"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D1B511-CA34-D443-8496-35A7492683A2}">
      <dsp:nvSpPr>
        <dsp:cNvPr id="0" name=""/>
        <dsp:cNvSpPr/>
      </dsp:nvSpPr>
      <dsp:spPr>
        <a:xfrm>
          <a:off x="2787116" y="1673581"/>
          <a:ext cx="91440" cy="172327"/>
        </a:xfrm>
        <a:custGeom>
          <a:avLst/>
          <a:gdLst/>
          <a:ahLst/>
          <a:cxnLst/>
          <a:rect l="0" t="0" r="0" b="0"/>
          <a:pathLst>
            <a:path>
              <a:moveTo>
                <a:pt x="45720" y="0"/>
              </a:moveTo>
              <a:lnTo>
                <a:pt x="4572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92CCD6-23AE-AB44-88ED-CCB9E5F1F23B}">
      <dsp:nvSpPr>
        <dsp:cNvPr id="0" name=""/>
        <dsp:cNvSpPr/>
      </dsp:nvSpPr>
      <dsp:spPr>
        <a:xfrm>
          <a:off x="2289682" y="1124995"/>
          <a:ext cx="543153" cy="172327"/>
        </a:xfrm>
        <a:custGeom>
          <a:avLst/>
          <a:gdLst/>
          <a:ahLst/>
          <a:cxnLst/>
          <a:rect l="0" t="0" r="0" b="0"/>
          <a:pathLst>
            <a:path>
              <a:moveTo>
                <a:pt x="0" y="0"/>
              </a:moveTo>
              <a:lnTo>
                <a:pt x="0" y="117436"/>
              </a:lnTo>
              <a:lnTo>
                <a:pt x="543153" y="117436"/>
              </a:lnTo>
              <a:lnTo>
                <a:pt x="543153" y="1723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3CB5D1-E520-4443-A200-9569A2B3DAA1}">
      <dsp:nvSpPr>
        <dsp:cNvPr id="0" name=""/>
        <dsp:cNvSpPr/>
      </dsp:nvSpPr>
      <dsp:spPr>
        <a:xfrm>
          <a:off x="1746529" y="1673581"/>
          <a:ext cx="362102" cy="172327"/>
        </a:xfrm>
        <a:custGeom>
          <a:avLst/>
          <a:gdLst/>
          <a:ahLst/>
          <a:cxnLst/>
          <a:rect l="0" t="0" r="0" b="0"/>
          <a:pathLst>
            <a:path>
              <a:moveTo>
                <a:pt x="0" y="0"/>
              </a:moveTo>
              <a:lnTo>
                <a:pt x="0" y="117436"/>
              </a:lnTo>
              <a:lnTo>
                <a:pt x="362102" y="117436"/>
              </a:lnTo>
              <a:lnTo>
                <a:pt x="362102"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32764B-3DEB-ED42-913A-AFDCD33448B0}">
      <dsp:nvSpPr>
        <dsp:cNvPr id="0" name=""/>
        <dsp:cNvSpPr/>
      </dsp:nvSpPr>
      <dsp:spPr>
        <a:xfrm>
          <a:off x="1384426" y="1673581"/>
          <a:ext cx="362102" cy="172327"/>
        </a:xfrm>
        <a:custGeom>
          <a:avLst/>
          <a:gdLst/>
          <a:ahLst/>
          <a:cxnLst/>
          <a:rect l="0" t="0" r="0" b="0"/>
          <a:pathLst>
            <a:path>
              <a:moveTo>
                <a:pt x="362102" y="0"/>
              </a:moveTo>
              <a:lnTo>
                <a:pt x="362102" y="117436"/>
              </a:lnTo>
              <a:lnTo>
                <a:pt x="0" y="117436"/>
              </a:lnTo>
              <a:lnTo>
                <a:pt x="0" y="172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93AB0A-5DDB-204B-B211-35A9DB78A0EB}">
      <dsp:nvSpPr>
        <dsp:cNvPr id="0" name=""/>
        <dsp:cNvSpPr/>
      </dsp:nvSpPr>
      <dsp:spPr>
        <a:xfrm>
          <a:off x="1746529" y="1124995"/>
          <a:ext cx="543153" cy="172327"/>
        </a:xfrm>
        <a:custGeom>
          <a:avLst/>
          <a:gdLst/>
          <a:ahLst/>
          <a:cxnLst/>
          <a:rect l="0" t="0" r="0" b="0"/>
          <a:pathLst>
            <a:path>
              <a:moveTo>
                <a:pt x="543153" y="0"/>
              </a:moveTo>
              <a:lnTo>
                <a:pt x="543153" y="117436"/>
              </a:lnTo>
              <a:lnTo>
                <a:pt x="0" y="117436"/>
              </a:lnTo>
              <a:lnTo>
                <a:pt x="0" y="1723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E1AD33-45B6-5248-A660-33F2C2FA2901}">
      <dsp:nvSpPr>
        <dsp:cNvPr id="0" name=""/>
        <dsp:cNvSpPr/>
      </dsp:nvSpPr>
      <dsp:spPr>
        <a:xfrm>
          <a:off x="1993417" y="748738"/>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962CE2-A1A3-9349-A401-88A586FA0FCE}">
      <dsp:nvSpPr>
        <dsp:cNvPr id="0" name=""/>
        <dsp:cNvSpPr/>
      </dsp:nvSpPr>
      <dsp:spPr>
        <a:xfrm>
          <a:off x="2059254" y="811283"/>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Künstliche Intelligenz (KI)</a:t>
          </a:r>
        </a:p>
      </dsp:txBody>
      <dsp:txXfrm>
        <a:off x="2070274" y="822303"/>
        <a:ext cx="570491" cy="354217"/>
      </dsp:txXfrm>
    </dsp:sp>
    <dsp:sp modelId="{B39893D0-0C07-D642-A0A4-503355D5FD0B}">
      <dsp:nvSpPr>
        <dsp:cNvPr id="0" name=""/>
        <dsp:cNvSpPr/>
      </dsp:nvSpPr>
      <dsp:spPr>
        <a:xfrm>
          <a:off x="1450263" y="1297323"/>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8B83FD-A9CE-C843-BD3A-737244B0E5C0}">
      <dsp:nvSpPr>
        <dsp:cNvPr id="0" name=""/>
        <dsp:cNvSpPr/>
      </dsp:nvSpPr>
      <dsp:spPr>
        <a:xfrm>
          <a:off x="1516100" y="1359868"/>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Starke KI</a:t>
          </a:r>
        </a:p>
      </dsp:txBody>
      <dsp:txXfrm>
        <a:off x="1527120" y="1370888"/>
        <a:ext cx="570491" cy="354217"/>
      </dsp:txXfrm>
    </dsp:sp>
    <dsp:sp modelId="{FA982C46-266D-204D-BE1A-9297A68BE2A3}">
      <dsp:nvSpPr>
        <dsp:cNvPr id="0" name=""/>
        <dsp:cNvSpPr/>
      </dsp:nvSpPr>
      <dsp:spPr>
        <a:xfrm>
          <a:off x="1088161" y="1845908"/>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DC684B-541A-C74C-867F-993015E38567}">
      <dsp:nvSpPr>
        <dsp:cNvPr id="0" name=""/>
        <dsp:cNvSpPr/>
      </dsp:nvSpPr>
      <dsp:spPr>
        <a:xfrm>
          <a:off x="1153998" y="1908453"/>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Künstliche allgemeine Intelligenz</a:t>
          </a:r>
        </a:p>
      </dsp:txBody>
      <dsp:txXfrm>
        <a:off x="1165018" y="1919473"/>
        <a:ext cx="570491" cy="354217"/>
      </dsp:txXfrm>
    </dsp:sp>
    <dsp:sp modelId="{CF183058-A9CF-454E-99A9-865470E8E755}">
      <dsp:nvSpPr>
        <dsp:cNvPr id="0" name=""/>
        <dsp:cNvSpPr/>
      </dsp:nvSpPr>
      <dsp:spPr>
        <a:xfrm>
          <a:off x="1812366" y="1845908"/>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AC96B8-D912-9345-8AF5-796E1C6EA04F}">
      <dsp:nvSpPr>
        <dsp:cNvPr id="0" name=""/>
        <dsp:cNvSpPr/>
      </dsp:nvSpPr>
      <dsp:spPr>
        <a:xfrm>
          <a:off x="1878202" y="1908453"/>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Künstliche Super-intelligenz</a:t>
          </a:r>
        </a:p>
      </dsp:txBody>
      <dsp:txXfrm>
        <a:off x="1889222" y="1919473"/>
        <a:ext cx="570491" cy="354217"/>
      </dsp:txXfrm>
    </dsp:sp>
    <dsp:sp modelId="{10334DED-6B2B-C74F-ACA6-16B440EB648B}">
      <dsp:nvSpPr>
        <dsp:cNvPr id="0" name=""/>
        <dsp:cNvSpPr/>
      </dsp:nvSpPr>
      <dsp:spPr>
        <a:xfrm>
          <a:off x="2536570" y="1297323"/>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BA10E3-CC1A-534F-BC00-2A66FF5D1B66}">
      <dsp:nvSpPr>
        <dsp:cNvPr id="0" name=""/>
        <dsp:cNvSpPr/>
      </dsp:nvSpPr>
      <dsp:spPr>
        <a:xfrm>
          <a:off x="2602407" y="1359868"/>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Schwache KI</a:t>
          </a:r>
        </a:p>
      </dsp:txBody>
      <dsp:txXfrm>
        <a:off x="2613427" y="1370888"/>
        <a:ext cx="570491" cy="354217"/>
      </dsp:txXfrm>
    </dsp:sp>
    <dsp:sp modelId="{E4B9E52C-3F85-0249-85D4-DE999F01B739}">
      <dsp:nvSpPr>
        <dsp:cNvPr id="0" name=""/>
        <dsp:cNvSpPr/>
      </dsp:nvSpPr>
      <dsp:spPr>
        <a:xfrm>
          <a:off x="2536570" y="1845908"/>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4294A-7D4F-9249-B08A-D47C27F25B0A}">
      <dsp:nvSpPr>
        <dsp:cNvPr id="0" name=""/>
        <dsp:cNvSpPr/>
      </dsp:nvSpPr>
      <dsp:spPr>
        <a:xfrm>
          <a:off x="2602407" y="1908453"/>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Künstliche enge Intelligenz</a:t>
          </a:r>
        </a:p>
      </dsp:txBody>
      <dsp:txXfrm>
        <a:off x="2613427" y="1919473"/>
        <a:ext cx="570491" cy="354217"/>
      </dsp:txXfrm>
    </dsp:sp>
    <dsp:sp modelId="{33077BEB-F800-EA40-ADF9-86BF8627E906}">
      <dsp:nvSpPr>
        <dsp:cNvPr id="0" name=""/>
        <dsp:cNvSpPr/>
      </dsp:nvSpPr>
      <dsp:spPr>
        <a:xfrm>
          <a:off x="1854"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E225B9-5104-AA46-9426-70F95778E0A5}">
      <dsp:nvSpPr>
        <dsp:cNvPr id="0" name=""/>
        <dsp:cNvSpPr/>
      </dsp:nvSpPr>
      <dsp:spPr>
        <a:xfrm>
          <a:off x="67690"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Regelbasier-te Systeme</a:t>
          </a:r>
        </a:p>
      </dsp:txBody>
      <dsp:txXfrm>
        <a:off x="78710" y="2468059"/>
        <a:ext cx="570491" cy="354217"/>
      </dsp:txXfrm>
    </dsp:sp>
    <dsp:sp modelId="{1A912856-680E-C04C-95DA-012BBCEFA28C}">
      <dsp:nvSpPr>
        <dsp:cNvPr id="0" name=""/>
        <dsp:cNvSpPr/>
      </dsp:nvSpPr>
      <dsp:spPr>
        <a:xfrm>
          <a:off x="726058"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4CB99-0945-FA43-A567-2B0796CF641B}">
      <dsp:nvSpPr>
        <dsp:cNvPr id="0" name=""/>
        <dsp:cNvSpPr/>
      </dsp:nvSpPr>
      <dsp:spPr>
        <a:xfrm>
          <a:off x="791895"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Experten-systeme</a:t>
          </a:r>
        </a:p>
      </dsp:txBody>
      <dsp:txXfrm>
        <a:off x="802915" y="2468059"/>
        <a:ext cx="570491" cy="354217"/>
      </dsp:txXfrm>
    </dsp:sp>
    <dsp:sp modelId="{1561741F-CCB9-E24F-B3D3-67E5E74765F2}">
      <dsp:nvSpPr>
        <dsp:cNvPr id="0" name=""/>
        <dsp:cNvSpPr/>
      </dsp:nvSpPr>
      <dsp:spPr>
        <a:xfrm>
          <a:off x="1450263"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B65ED-9EE4-9A4B-BA7F-663987EEE4EC}">
      <dsp:nvSpPr>
        <dsp:cNvPr id="0" name=""/>
        <dsp:cNvSpPr/>
      </dsp:nvSpPr>
      <dsp:spPr>
        <a:xfrm>
          <a:off x="1516100"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Fuzzy-Logik-Systeme</a:t>
          </a:r>
        </a:p>
      </dsp:txBody>
      <dsp:txXfrm>
        <a:off x="1527120" y="2468059"/>
        <a:ext cx="570491" cy="354217"/>
      </dsp:txXfrm>
    </dsp:sp>
    <dsp:sp modelId="{F45B7361-EE77-F643-8655-2F89D5534521}">
      <dsp:nvSpPr>
        <dsp:cNvPr id="0" name=""/>
        <dsp:cNvSpPr/>
      </dsp:nvSpPr>
      <dsp:spPr>
        <a:xfrm>
          <a:off x="2174468"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CB44FA-3A66-4C43-9C4F-B68EA23E4797}">
      <dsp:nvSpPr>
        <dsp:cNvPr id="0" name=""/>
        <dsp:cNvSpPr/>
      </dsp:nvSpPr>
      <dsp:spPr>
        <a:xfrm>
          <a:off x="2240305"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Maschinell lernende Systeme</a:t>
          </a:r>
        </a:p>
      </dsp:txBody>
      <dsp:txXfrm>
        <a:off x="2251325" y="2468059"/>
        <a:ext cx="570491" cy="354217"/>
      </dsp:txXfrm>
    </dsp:sp>
    <dsp:sp modelId="{ED41B5C4-D2C4-2D49-B518-332ACBF0205D}">
      <dsp:nvSpPr>
        <dsp:cNvPr id="0" name=""/>
        <dsp:cNvSpPr/>
      </dsp:nvSpPr>
      <dsp:spPr>
        <a:xfrm>
          <a:off x="2898673"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D906DD-212F-6942-8557-E72BDC863B65}">
      <dsp:nvSpPr>
        <dsp:cNvPr id="0" name=""/>
        <dsp:cNvSpPr/>
      </dsp:nvSpPr>
      <dsp:spPr>
        <a:xfrm>
          <a:off x="2964510"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Deep-Learning-Systeme</a:t>
          </a:r>
        </a:p>
      </dsp:txBody>
      <dsp:txXfrm>
        <a:off x="2975530" y="2468059"/>
        <a:ext cx="570491" cy="354217"/>
      </dsp:txXfrm>
    </dsp:sp>
    <dsp:sp modelId="{CB0F3837-8628-9F4F-B1B4-6DB5D42C5D1E}">
      <dsp:nvSpPr>
        <dsp:cNvPr id="0" name=""/>
        <dsp:cNvSpPr/>
      </dsp:nvSpPr>
      <dsp:spPr>
        <a:xfrm>
          <a:off x="3622878"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B4CEF9-82ED-644D-A4E2-405D99EF89A1}">
      <dsp:nvSpPr>
        <dsp:cNvPr id="0" name=""/>
        <dsp:cNvSpPr/>
      </dsp:nvSpPr>
      <dsp:spPr>
        <a:xfrm>
          <a:off x="3688715"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Computer-vision</a:t>
          </a:r>
        </a:p>
      </dsp:txBody>
      <dsp:txXfrm>
        <a:off x="3699735" y="2468059"/>
        <a:ext cx="570491" cy="354217"/>
      </dsp:txXfrm>
    </dsp:sp>
    <dsp:sp modelId="{A15AC2A8-24EE-E34B-A26D-71C2CBA8CBEF}">
      <dsp:nvSpPr>
        <dsp:cNvPr id="0" name=""/>
        <dsp:cNvSpPr/>
      </dsp:nvSpPr>
      <dsp:spPr>
        <a:xfrm>
          <a:off x="4347083"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3838F3-731C-644F-86C1-B36BA336126D}">
      <dsp:nvSpPr>
        <dsp:cNvPr id="0" name=""/>
        <dsp:cNvSpPr/>
      </dsp:nvSpPr>
      <dsp:spPr>
        <a:xfrm>
          <a:off x="4412919"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Natürliche Sprachver-arbeitung</a:t>
          </a:r>
        </a:p>
      </dsp:txBody>
      <dsp:txXfrm>
        <a:off x="4423939" y="2468059"/>
        <a:ext cx="570491" cy="354217"/>
      </dsp:txXfrm>
    </dsp:sp>
    <dsp:sp modelId="{E96C756D-D3B1-6046-B201-B29A44755C7F}">
      <dsp:nvSpPr>
        <dsp:cNvPr id="0" name=""/>
        <dsp:cNvSpPr/>
      </dsp:nvSpPr>
      <dsp:spPr>
        <a:xfrm>
          <a:off x="5071287" y="2394494"/>
          <a:ext cx="592531" cy="376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39D758-0AA9-1D46-93F5-70CA2AC17D53}">
      <dsp:nvSpPr>
        <dsp:cNvPr id="0" name=""/>
        <dsp:cNvSpPr/>
      </dsp:nvSpPr>
      <dsp:spPr>
        <a:xfrm>
          <a:off x="5137124" y="2457039"/>
          <a:ext cx="592531" cy="376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e-DE" sz="700" kern="1200" dirty="0">
              <a:latin typeface="Georgia" panose="02040502050405020303" pitchFamily="18" charset="0"/>
            </a:rPr>
            <a:t>Robotik</a:t>
          </a:r>
        </a:p>
      </dsp:txBody>
      <dsp:txXfrm>
        <a:off x="5148144" y="2468059"/>
        <a:ext cx="570491" cy="354217"/>
      </dsp:txXfrm>
    </dsp:sp>
  </dsp:spTree>
</dsp:drawing>
</file>

<file path=ppt/diagrams/layout1.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5.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DBB4E7-6DFB-4ECF-960C-706F87E4DA8A}" type="datetimeFigureOut">
              <a:rPr lang="de-DE" smtClean="0"/>
              <a:t>31.08.25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48F132-C65A-4F91-93B5-F06A5D035BDD}" type="slidenum">
              <a:rPr lang="de-DE" smtClean="0"/>
              <a:t>‹Nr.›</a:t>
            </a:fld>
            <a:endParaRPr lang="de-DE"/>
          </a:p>
        </p:txBody>
      </p:sp>
    </p:spTree>
    <p:extLst>
      <p:ext uri="{BB962C8B-B14F-4D97-AF65-F5344CB8AC3E}">
        <p14:creationId xmlns:p14="http://schemas.microsoft.com/office/powerpoint/2010/main" val="677391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048F132-C65A-4F91-93B5-F06A5D035BDD}" type="slidenum">
              <a:rPr lang="de-DE" smtClean="0"/>
              <a:t>1</a:t>
            </a:fld>
            <a:endParaRPr lang="de-DE"/>
          </a:p>
        </p:txBody>
      </p:sp>
    </p:spTree>
    <p:extLst>
      <p:ext uri="{BB962C8B-B14F-4D97-AF65-F5344CB8AC3E}">
        <p14:creationId xmlns:p14="http://schemas.microsoft.com/office/powerpoint/2010/main" val="3292651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haben uns geeinigt, dass nicht immer alle an den Meetings teilnehmen. Kommunikation wird vor allem mit Jakob stattfinden.</a:t>
            </a:r>
          </a:p>
        </p:txBody>
      </p:sp>
      <p:sp>
        <p:nvSpPr>
          <p:cNvPr id="4" name="Foliennummernplatzhalter 3"/>
          <p:cNvSpPr>
            <a:spLocks noGrp="1"/>
          </p:cNvSpPr>
          <p:nvPr>
            <p:ph type="sldNum" sz="quarter" idx="5"/>
          </p:nvPr>
        </p:nvSpPr>
        <p:spPr/>
        <p:txBody>
          <a:bodyPr/>
          <a:lstStyle/>
          <a:p>
            <a:fld id="{1048F132-C65A-4F91-93B5-F06A5D035BDD}" type="slidenum">
              <a:rPr lang="de-DE" smtClean="0"/>
              <a:t>3</a:t>
            </a:fld>
            <a:endParaRPr lang="de-DE"/>
          </a:p>
        </p:txBody>
      </p:sp>
    </p:spTree>
    <p:extLst>
      <p:ext uri="{BB962C8B-B14F-4D97-AF65-F5344CB8AC3E}">
        <p14:creationId xmlns:p14="http://schemas.microsoft.com/office/powerpoint/2010/main" val="3904581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Kriterien sollen das Thema </a:t>
            </a:r>
            <a:r>
              <a:rPr lang="de-DE"/>
              <a:t>besser eingrenzen</a:t>
            </a:r>
            <a:endParaRPr lang="de-DE" dirty="0"/>
          </a:p>
        </p:txBody>
      </p:sp>
      <p:sp>
        <p:nvSpPr>
          <p:cNvPr id="4" name="Foliennummernplatzhalter 3"/>
          <p:cNvSpPr>
            <a:spLocks noGrp="1"/>
          </p:cNvSpPr>
          <p:nvPr>
            <p:ph type="sldNum" sz="quarter" idx="5"/>
          </p:nvPr>
        </p:nvSpPr>
        <p:spPr/>
        <p:txBody>
          <a:bodyPr/>
          <a:lstStyle/>
          <a:p>
            <a:fld id="{1048F132-C65A-4F91-93B5-F06A5D035BDD}" type="slidenum">
              <a:rPr lang="de-DE" smtClean="0"/>
              <a:t>4</a:t>
            </a:fld>
            <a:endParaRPr lang="de-DE"/>
          </a:p>
        </p:txBody>
      </p:sp>
    </p:spTree>
    <p:extLst>
      <p:ext uri="{BB962C8B-B14F-4D97-AF65-F5344CB8AC3E}">
        <p14:creationId xmlns:p14="http://schemas.microsoft.com/office/powerpoint/2010/main" val="1379276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048F132-C65A-4F91-93B5-F06A5D035BDD}" type="slidenum">
              <a:rPr lang="de-DE" smtClean="0"/>
              <a:t>16</a:t>
            </a:fld>
            <a:endParaRPr lang="de-DE"/>
          </a:p>
        </p:txBody>
      </p:sp>
    </p:spTree>
    <p:extLst>
      <p:ext uri="{BB962C8B-B14F-4D97-AF65-F5344CB8AC3E}">
        <p14:creationId xmlns:p14="http://schemas.microsoft.com/office/powerpoint/2010/main" val="1448251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048F132-C65A-4F91-93B5-F06A5D035BDD}" type="slidenum">
              <a:rPr lang="de-DE" smtClean="0"/>
              <a:t>20</a:t>
            </a:fld>
            <a:endParaRPr lang="de-DE"/>
          </a:p>
        </p:txBody>
      </p:sp>
    </p:spTree>
    <p:extLst>
      <p:ext uri="{BB962C8B-B14F-4D97-AF65-F5344CB8AC3E}">
        <p14:creationId xmlns:p14="http://schemas.microsoft.com/office/powerpoint/2010/main" val="1992516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7213C-FDC7-A04A-757B-090DDF01A3E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45DEFAA-9B67-4D77-64A9-6E4E4B61FA7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B7B1085-04F8-E3F5-5217-1D3AE86824A7}"/>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3E4B3794-F276-61CC-EB98-543341220419}"/>
              </a:ext>
            </a:extLst>
          </p:cNvPr>
          <p:cNvSpPr>
            <a:spLocks noGrp="1"/>
          </p:cNvSpPr>
          <p:nvPr>
            <p:ph type="sldNum" sz="quarter" idx="5"/>
          </p:nvPr>
        </p:nvSpPr>
        <p:spPr/>
        <p:txBody>
          <a:bodyPr/>
          <a:lstStyle/>
          <a:p>
            <a:fld id="{1048F132-C65A-4F91-93B5-F06A5D035BDD}" type="slidenum">
              <a:rPr lang="de-DE" smtClean="0"/>
              <a:t>21</a:t>
            </a:fld>
            <a:endParaRPr lang="de-DE"/>
          </a:p>
        </p:txBody>
      </p:sp>
    </p:spTree>
    <p:extLst>
      <p:ext uri="{BB962C8B-B14F-4D97-AF65-F5344CB8AC3E}">
        <p14:creationId xmlns:p14="http://schemas.microsoft.com/office/powerpoint/2010/main" val="1817524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01F34-DEA0-7A13-F85E-F1CAC4F2D64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FDB9A5D-037B-E87F-2E71-B8E0087ED0B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DA9BB97-B830-B291-3566-71519027C487}"/>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6686A6A2-D35B-2A5F-2F84-E413023DCB1C}"/>
              </a:ext>
            </a:extLst>
          </p:cNvPr>
          <p:cNvSpPr>
            <a:spLocks noGrp="1"/>
          </p:cNvSpPr>
          <p:nvPr>
            <p:ph type="sldNum" sz="quarter" idx="5"/>
          </p:nvPr>
        </p:nvSpPr>
        <p:spPr/>
        <p:txBody>
          <a:bodyPr/>
          <a:lstStyle/>
          <a:p>
            <a:fld id="{1048F132-C65A-4F91-93B5-F06A5D035BDD}" type="slidenum">
              <a:rPr lang="de-DE" smtClean="0"/>
              <a:t>22</a:t>
            </a:fld>
            <a:endParaRPr lang="de-DE"/>
          </a:p>
        </p:txBody>
      </p:sp>
    </p:spTree>
    <p:extLst>
      <p:ext uri="{BB962C8B-B14F-4D97-AF65-F5344CB8AC3E}">
        <p14:creationId xmlns:p14="http://schemas.microsoft.com/office/powerpoint/2010/main" val="2212374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048F132-C65A-4F91-93B5-F06A5D035BDD}" type="slidenum">
              <a:rPr lang="de-DE" smtClean="0"/>
              <a:t>27</a:t>
            </a:fld>
            <a:endParaRPr lang="de-DE"/>
          </a:p>
        </p:txBody>
      </p:sp>
    </p:spTree>
    <p:extLst>
      <p:ext uri="{BB962C8B-B14F-4D97-AF65-F5344CB8AC3E}">
        <p14:creationId xmlns:p14="http://schemas.microsoft.com/office/powerpoint/2010/main" val="3322674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048F132-C65A-4F91-93B5-F06A5D035BDD}" type="slidenum">
              <a:rPr lang="de-DE" smtClean="0"/>
              <a:t>29</a:t>
            </a:fld>
            <a:endParaRPr lang="de-DE"/>
          </a:p>
        </p:txBody>
      </p:sp>
    </p:spTree>
    <p:extLst>
      <p:ext uri="{BB962C8B-B14F-4D97-AF65-F5344CB8AC3E}">
        <p14:creationId xmlns:p14="http://schemas.microsoft.com/office/powerpoint/2010/main" val="2076011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B2175-EC99-FB38-6DEB-DB11A6E2DB9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C2A3A27-8E04-C08E-8E3B-EFDA52E743C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40709CC-AD12-558E-0556-B85045C8B8C6}"/>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D8C76C44-6F27-BC20-A506-3F5CD2A4CA7A}"/>
              </a:ext>
            </a:extLst>
          </p:cNvPr>
          <p:cNvSpPr>
            <a:spLocks noGrp="1"/>
          </p:cNvSpPr>
          <p:nvPr>
            <p:ph type="sldNum" sz="quarter" idx="5"/>
          </p:nvPr>
        </p:nvSpPr>
        <p:spPr/>
        <p:txBody>
          <a:bodyPr/>
          <a:lstStyle/>
          <a:p>
            <a:fld id="{1048F132-C65A-4F91-93B5-F06A5D035BDD}" type="slidenum">
              <a:rPr lang="de-DE" smtClean="0"/>
              <a:t>32</a:t>
            </a:fld>
            <a:endParaRPr lang="de-DE"/>
          </a:p>
        </p:txBody>
      </p:sp>
    </p:spTree>
    <p:extLst>
      <p:ext uri="{BB962C8B-B14F-4D97-AF65-F5344CB8AC3E}">
        <p14:creationId xmlns:p14="http://schemas.microsoft.com/office/powerpoint/2010/main" val="2488857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62C46-E34F-3873-1E10-E0889A00D00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50D35D8-A19E-8231-B871-ED56E0D7B44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5E6979A-455A-00A0-1F65-EB16080005C4}"/>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A9F8B7AF-19EE-1E0A-3BBA-0B7E94724BB8}"/>
              </a:ext>
            </a:extLst>
          </p:cNvPr>
          <p:cNvSpPr>
            <a:spLocks noGrp="1"/>
          </p:cNvSpPr>
          <p:nvPr>
            <p:ph type="sldNum" sz="quarter" idx="5"/>
          </p:nvPr>
        </p:nvSpPr>
        <p:spPr/>
        <p:txBody>
          <a:bodyPr/>
          <a:lstStyle/>
          <a:p>
            <a:fld id="{1048F132-C65A-4F91-93B5-F06A5D035BDD}" type="slidenum">
              <a:rPr lang="de-DE" smtClean="0"/>
              <a:t>34</a:t>
            </a:fld>
            <a:endParaRPr lang="de-DE"/>
          </a:p>
        </p:txBody>
      </p:sp>
    </p:spTree>
    <p:extLst>
      <p:ext uri="{BB962C8B-B14F-4D97-AF65-F5344CB8AC3E}">
        <p14:creationId xmlns:p14="http://schemas.microsoft.com/office/powerpoint/2010/main" val="1487392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A9016-FDDD-BDAF-5BF0-D2839B9CCDD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20A20AC-2A58-9E5C-DBF4-4184865B34B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55C81BB-FB14-6776-E9E2-31585C832954}"/>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E2832951-EFFA-3747-E880-5BBEC48C2A81}"/>
              </a:ext>
            </a:extLst>
          </p:cNvPr>
          <p:cNvSpPr>
            <a:spLocks noGrp="1"/>
          </p:cNvSpPr>
          <p:nvPr>
            <p:ph type="sldNum" sz="quarter" idx="5"/>
          </p:nvPr>
        </p:nvSpPr>
        <p:spPr/>
        <p:txBody>
          <a:bodyPr/>
          <a:lstStyle/>
          <a:p>
            <a:fld id="{1048F132-C65A-4F91-93B5-F06A5D035BDD}" type="slidenum">
              <a:rPr lang="de-DE" smtClean="0"/>
              <a:t>35</a:t>
            </a:fld>
            <a:endParaRPr lang="de-DE"/>
          </a:p>
        </p:txBody>
      </p:sp>
    </p:spTree>
    <p:extLst>
      <p:ext uri="{BB962C8B-B14F-4D97-AF65-F5344CB8AC3E}">
        <p14:creationId xmlns:p14="http://schemas.microsoft.com/office/powerpoint/2010/main" val="702529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048F132-C65A-4F91-93B5-F06A5D035BDD}" type="slidenum">
              <a:rPr lang="de-DE" smtClean="0"/>
              <a:t>40</a:t>
            </a:fld>
            <a:endParaRPr lang="de-DE"/>
          </a:p>
        </p:txBody>
      </p:sp>
    </p:spTree>
    <p:extLst>
      <p:ext uri="{BB962C8B-B14F-4D97-AF65-F5344CB8AC3E}">
        <p14:creationId xmlns:p14="http://schemas.microsoft.com/office/powerpoint/2010/main" val="3334791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1/3 Farbe">
    <p:spTree>
      <p:nvGrpSpPr>
        <p:cNvPr id="1" name=""/>
        <p:cNvGrpSpPr/>
        <p:nvPr/>
      </p:nvGrpSpPr>
      <p:grpSpPr>
        <a:xfrm>
          <a:off x="0" y="0"/>
          <a:ext cx="0" cy="0"/>
          <a:chOff x="0" y="0"/>
          <a:chExt cx="0" cy="0"/>
        </a:xfrm>
      </p:grpSpPr>
      <p:sp>
        <p:nvSpPr>
          <p:cNvPr id="4" name="Rechteck 3"/>
          <p:cNvSpPr/>
          <p:nvPr userDrawn="1"/>
        </p:nvSpPr>
        <p:spPr>
          <a:xfrm>
            <a:off x="0" y="0"/>
            <a:ext cx="12192000" cy="23129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288000" bIns="0" anchor="ctr"/>
          <a:lstStyle/>
          <a:p>
            <a:pPr algn="ctr" fontAlgn="auto">
              <a:spcBef>
                <a:spcPts val="0"/>
              </a:spcBef>
              <a:spcAft>
                <a:spcPts val="0"/>
              </a:spcAft>
              <a:defRPr/>
            </a:pPr>
            <a:endParaRPr lang="de-DE" sz="1800">
              <a:solidFill>
                <a:schemeClr val="bg1"/>
              </a:solidFill>
            </a:endParaRPr>
          </a:p>
        </p:txBody>
      </p:sp>
      <p:sp>
        <p:nvSpPr>
          <p:cNvPr id="5" name="Title 1"/>
          <p:cNvSpPr>
            <a:spLocks noGrp="1"/>
          </p:cNvSpPr>
          <p:nvPr>
            <p:ph type="ctrTitle"/>
          </p:nvPr>
        </p:nvSpPr>
        <p:spPr>
          <a:xfrm>
            <a:off x="384000" y="2487600"/>
            <a:ext cx="11424000" cy="540000"/>
          </a:xfrm>
          <a:prstGeom prst="rect">
            <a:avLst/>
          </a:prstGeom>
        </p:spPr>
        <p:txBody>
          <a:bodyPr lIns="0" tIns="0" rIns="0" bIns="0" anchor="t" anchorCtr="0">
            <a:noAutofit/>
          </a:bodyPr>
          <a:lstStyle>
            <a:lvl1pPr algn="l">
              <a:lnSpc>
                <a:spcPct val="100000"/>
              </a:lnSpc>
              <a:spcAft>
                <a:spcPts val="600"/>
              </a:spcAft>
              <a:defRPr sz="3200" b="1">
                <a:solidFill>
                  <a:schemeClr val="tx2"/>
                </a:solidFill>
                <a:latin typeface="Arial" panose="020B0604020202020204" pitchFamily="34" charset="0"/>
                <a:cs typeface="Arial" panose="020B0604020202020204" pitchFamily="34" charset="0"/>
              </a:defRPr>
            </a:lvl1pPr>
          </a:lstStyle>
          <a:p>
            <a:r>
              <a:rPr lang="de-DE" dirty="0"/>
              <a:t>Titelmasterformat durch Klicken bearbeiten</a:t>
            </a:r>
            <a:endParaRPr lang="en-US" dirty="0"/>
          </a:p>
        </p:txBody>
      </p:sp>
      <p:sp>
        <p:nvSpPr>
          <p:cNvPr id="6" name="Subtitle 2"/>
          <p:cNvSpPr>
            <a:spLocks noGrp="1"/>
          </p:cNvSpPr>
          <p:nvPr>
            <p:ph type="subTitle" idx="1"/>
          </p:nvPr>
        </p:nvSpPr>
        <p:spPr>
          <a:xfrm>
            <a:off x="384000" y="3202212"/>
            <a:ext cx="11424000" cy="1655762"/>
          </a:xfrm>
          <a:prstGeom prst="rect">
            <a:avLst/>
          </a:prstGeom>
        </p:spPr>
        <p:txBody>
          <a:bodyPr lIns="0" tIns="0" rIns="0" bIns="0"/>
          <a:lstStyle>
            <a:lvl1pPr marL="0" indent="0" algn="l">
              <a:lnSpc>
                <a:spcPct val="100000"/>
              </a:lnSpc>
              <a:spcAft>
                <a:spcPts val="600"/>
              </a:spcAft>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Formatvorlage des Untertitelmasters durch Klicken bearbeiten</a:t>
            </a:r>
            <a:endParaRPr lang="en-US" dirty="0"/>
          </a:p>
        </p:txBody>
      </p:sp>
    </p:spTree>
    <p:extLst>
      <p:ext uri="{BB962C8B-B14F-4D97-AF65-F5344CB8AC3E}">
        <p14:creationId xmlns:p14="http://schemas.microsoft.com/office/powerpoint/2010/main" val="2805344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_2/3 mit Foto">
    <p:spTree>
      <p:nvGrpSpPr>
        <p:cNvPr id="1" name=""/>
        <p:cNvGrpSpPr/>
        <p:nvPr/>
      </p:nvGrpSpPr>
      <p:grpSpPr>
        <a:xfrm>
          <a:off x="0" y="0"/>
          <a:ext cx="0" cy="0"/>
          <a:chOff x="0" y="0"/>
          <a:chExt cx="0" cy="0"/>
        </a:xfrm>
      </p:grpSpPr>
      <p:sp>
        <p:nvSpPr>
          <p:cNvPr id="5" name="Title 1"/>
          <p:cNvSpPr>
            <a:spLocks noGrp="1"/>
          </p:cNvSpPr>
          <p:nvPr>
            <p:ph type="ctrTitle"/>
          </p:nvPr>
        </p:nvSpPr>
        <p:spPr>
          <a:xfrm>
            <a:off x="384000" y="2487600"/>
            <a:ext cx="11424000" cy="540000"/>
          </a:xfrm>
          <a:prstGeom prst="rect">
            <a:avLst/>
          </a:prstGeom>
        </p:spPr>
        <p:txBody>
          <a:bodyPr lIns="0" tIns="0" rIns="0" bIns="0" anchor="t" anchorCtr="0">
            <a:noAutofit/>
          </a:bodyPr>
          <a:lstStyle>
            <a:lvl1pPr algn="l">
              <a:lnSpc>
                <a:spcPct val="100000"/>
              </a:lnSpc>
              <a:spcAft>
                <a:spcPts val="600"/>
              </a:spcAft>
              <a:defRPr sz="3200" b="1">
                <a:solidFill>
                  <a:schemeClr val="tx2"/>
                </a:solidFill>
                <a:latin typeface="Arial" panose="020B0604020202020204" pitchFamily="34" charset="0"/>
                <a:cs typeface="Arial" panose="020B0604020202020204" pitchFamily="34" charset="0"/>
              </a:defRPr>
            </a:lvl1pPr>
          </a:lstStyle>
          <a:p>
            <a:r>
              <a:rPr lang="de-DE" dirty="0"/>
              <a:t>Titelmasterformat durch Klicken bearbeiten</a:t>
            </a:r>
            <a:endParaRPr lang="en-US" dirty="0"/>
          </a:p>
        </p:txBody>
      </p:sp>
      <p:sp>
        <p:nvSpPr>
          <p:cNvPr id="6" name="Subtitle 2"/>
          <p:cNvSpPr>
            <a:spLocks noGrp="1"/>
          </p:cNvSpPr>
          <p:nvPr>
            <p:ph type="subTitle" idx="1"/>
          </p:nvPr>
        </p:nvSpPr>
        <p:spPr>
          <a:xfrm>
            <a:off x="384000" y="3196366"/>
            <a:ext cx="11424000" cy="1655762"/>
          </a:xfrm>
          <a:prstGeom prst="rect">
            <a:avLst/>
          </a:prstGeom>
        </p:spPr>
        <p:txBody>
          <a:bodyPr lIns="0" tIns="0" rIns="0" bIns="0"/>
          <a:lstStyle>
            <a:lvl1pPr marL="0" indent="0" algn="l">
              <a:lnSpc>
                <a:spcPct val="100000"/>
              </a:lnSpc>
              <a:spcAft>
                <a:spcPts val="600"/>
              </a:spcAft>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Formatvorlage des Untertitelmasters durch Klicken bearbeiten</a:t>
            </a:r>
            <a:endParaRPr lang="en-US" dirty="0"/>
          </a:p>
        </p:txBody>
      </p:sp>
      <p:pic>
        <p:nvPicPr>
          <p:cNvPr id="9" name="Grafik 8"/>
          <p:cNvPicPr>
            <a:picLocks noChangeAspect="1"/>
          </p:cNvPicPr>
          <p:nvPr userDrawn="1"/>
        </p:nvPicPr>
        <p:blipFill rotWithShape="1">
          <a:blip r:embed="rId2" cstate="print">
            <a:extLst>
              <a:ext uri="{28A0092B-C50C-407E-A947-70E740481C1C}">
                <a14:useLocalDpi xmlns:a14="http://schemas.microsoft.com/office/drawing/2010/main"/>
              </a:ext>
            </a:extLst>
          </a:blip>
          <a:srcRect l="-452"/>
          <a:stretch/>
        </p:blipFill>
        <p:spPr>
          <a:xfrm>
            <a:off x="-65902" y="-16476"/>
            <a:ext cx="12257903" cy="2413687"/>
          </a:xfrm>
          <a:prstGeom prst="rect">
            <a:avLst/>
          </a:prstGeom>
        </p:spPr>
      </p:pic>
    </p:spTree>
    <p:extLst>
      <p:ext uri="{BB962C8B-B14F-4D97-AF65-F5344CB8AC3E}">
        <p14:creationId xmlns:p14="http://schemas.microsoft.com/office/powerpoint/2010/main" val="2464822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_3/3 Foto groß">
    <p:spTree>
      <p:nvGrpSpPr>
        <p:cNvPr id="1" name=""/>
        <p:cNvGrpSpPr/>
        <p:nvPr/>
      </p:nvGrpSpPr>
      <p:grpSpPr>
        <a:xfrm>
          <a:off x="0" y="0"/>
          <a:ext cx="0" cy="0"/>
          <a:chOff x="0" y="0"/>
          <a:chExt cx="0" cy="0"/>
        </a:xfrm>
      </p:grpSpPr>
      <p:sp>
        <p:nvSpPr>
          <p:cNvPr id="10" name="Title 1"/>
          <p:cNvSpPr>
            <a:spLocks noGrp="1"/>
          </p:cNvSpPr>
          <p:nvPr>
            <p:ph type="ctrTitle"/>
          </p:nvPr>
        </p:nvSpPr>
        <p:spPr>
          <a:xfrm>
            <a:off x="384000" y="4737600"/>
            <a:ext cx="11424000" cy="540000"/>
          </a:xfrm>
          <a:prstGeom prst="rect">
            <a:avLst/>
          </a:prstGeom>
        </p:spPr>
        <p:txBody>
          <a:bodyPr lIns="0" tIns="0" rIns="0" bIns="0" anchor="t" anchorCtr="0">
            <a:noAutofit/>
          </a:bodyPr>
          <a:lstStyle>
            <a:lvl1pPr algn="l">
              <a:lnSpc>
                <a:spcPct val="100000"/>
              </a:lnSpc>
              <a:spcAft>
                <a:spcPts val="600"/>
              </a:spcAft>
              <a:defRPr sz="3200" b="1">
                <a:solidFill>
                  <a:schemeClr val="tx2"/>
                </a:solidFill>
                <a:latin typeface="Arial" panose="020B0604020202020204" pitchFamily="34" charset="0"/>
                <a:cs typeface="Arial" panose="020B0604020202020204" pitchFamily="34" charset="0"/>
              </a:defRPr>
            </a:lvl1pPr>
          </a:lstStyle>
          <a:p>
            <a:r>
              <a:rPr lang="de-DE" dirty="0"/>
              <a:t>Titelmasterformat durch Klicken bearbeiten</a:t>
            </a:r>
            <a:endParaRPr lang="en-US" dirty="0"/>
          </a:p>
        </p:txBody>
      </p:sp>
      <p:sp>
        <p:nvSpPr>
          <p:cNvPr id="11" name="Subtitle 2"/>
          <p:cNvSpPr>
            <a:spLocks noGrp="1"/>
          </p:cNvSpPr>
          <p:nvPr>
            <p:ph type="subTitle" idx="1"/>
          </p:nvPr>
        </p:nvSpPr>
        <p:spPr>
          <a:xfrm>
            <a:off x="384000" y="5316289"/>
            <a:ext cx="11424000" cy="812813"/>
          </a:xfrm>
          <a:prstGeom prst="rect">
            <a:avLst/>
          </a:prstGeom>
        </p:spPr>
        <p:txBody>
          <a:bodyPr lIns="0" tIns="0" rIns="0" bIns="0"/>
          <a:lstStyle>
            <a:lvl1pPr marL="0" indent="0" algn="l">
              <a:lnSpc>
                <a:spcPct val="100000"/>
              </a:lnSpc>
              <a:spcAft>
                <a:spcPts val="600"/>
              </a:spcAft>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Formatvorlage des Untertitelmasters durch Klicken bearbeiten</a:t>
            </a:r>
            <a:endParaRPr lang="en-US" dirty="0"/>
          </a:p>
        </p:txBody>
      </p:sp>
      <p:pic>
        <p:nvPicPr>
          <p:cNvPr id="2" name="Grafik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197727" cy="4553450"/>
          </a:xfrm>
          <a:prstGeom prst="rect">
            <a:avLst/>
          </a:prstGeom>
        </p:spPr>
      </p:pic>
    </p:spTree>
    <p:extLst>
      <p:ext uri="{BB962C8B-B14F-4D97-AF65-F5344CB8AC3E}">
        <p14:creationId xmlns:p14="http://schemas.microsoft.com/office/powerpoint/2010/main" val="894927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Zwischenfolie">
    <p:spTree>
      <p:nvGrpSpPr>
        <p:cNvPr id="1" name=""/>
        <p:cNvGrpSpPr/>
        <p:nvPr/>
      </p:nvGrpSpPr>
      <p:grpSpPr>
        <a:xfrm>
          <a:off x="0" y="0"/>
          <a:ext cx="0" cy="0"/>
          <a:chOff x="0" y="0"/>
          <a:chExt cx="0" cy="0"/>
        </a:xfrm>
      </p:grpSpPr>
      <p:pic>
        <p:nvPicPr>
          <p:cNvPr id="2" name="Grafik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197727" cy="3896497"/>
          </a:xfrm>
          <a:prstGeom prst="rect">
            <a:avLst/>
          </a:prstGeom>
        </p:spPr>
      </p:pic>
      <p:sp>
        <p:nvSpPr>
          <p:cNvPr id="10" name="Title 1"/>
          <p:cNvSpPr>
            <a:spLocks noGrp="1"/>
          </p:cNvSpPr>
          <p:nvPr>
            <p:ph type="ctrTitle" hasCustomPrompt="1"/>
          </p:nvPr>
        </p:nvSpPr>
        <p:spPr>
          <a:xfrm>
            <a:off x="384000" y="3950857"/>
            <a:ext cx="11424000" cy="540000"/>
          </a:xfrm>
          <a:prstGeom prst="rect">
            <a:avLst/>
          </a:prstGeom>
        </p:spPr>
        <p:txBody>
          <a:bodyPr lIns="0" tIns="0" rIns="0" bIns="0" anchor="t" anchorCtr="0">
            <a:noAutofit/>
          </a:bodyPr>
          <a:lstStyle>
            <a:lvl1pPr algn="l">
              <a:lnSpc>
                <a:spcPct val="100000"/>
              </a:lnSpc>
              <a:spcAft>
                <a:spcPts val="600"/>
              </a:spcAft>
              <a:defRPr sz="3200" b="1">
                <a:solidFill>
                  <a:schemeClr val="tx2"/>
                </a:solidFill>
                <a:latin typeface="Arial" panose="020B0604020202020204" pitchFamily="34" charset="0"/>
                <a:cs typeface="Arial" panose="020B0604020202020204" pitchFamily="34" charset="0"/>
              </a:defRPr>
            </a:lvl1pPr>
          </a:lstStyle>
          <a:p>
            <a:r>
              <a:rPr lang="de-DE" dirty="0"/>
              <a:t>Zwischenfolie durch Klicken bearbeiten</a:t>
            </a:r>
            <a:endParaRPr lang="en-US" dirty="0"/>
          </a:p>
        </p:txBody>
      </p:sp>
      <p:sp>
        <p:nvSpPr>
          <p:cNvPr id="11" name="Subtitle 2"/>
          <p:cNvSpPr>
            <a:spLocks noGrp="1"/>
          </p:cNvSpPr>
          <p:nvPr>
            <p:ph type="subTitle" idx="1"/>
          </p:nvPr>
        </p:nvSpPr>
        <p:spPr>
          <a:xfrm>
            <a:off x="384000" y="4578903"/>
            <a:ext cx="11424000" cy="1442726"/>
          </a:xfrm>
          <a:prstGeom prst="rect">
            <a:avLst/>
          </a:prstGeom>
        </p:spPr>
        <p:txBody>
          <a:bodyPr lIns="0" tIns="0" rIns="0" bIns="0"/>
          <a:lstStyle>
            <a:lvl1pPr marL="0" indent="0" algn="l">
              <a:lnSpc>
                <a:spcPct val="100000"/>
              </a:lnSpc>
              <a:spcAft>
                <a:spcPts val="600"/>
              </a:spcAft>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Formatvorlage des Untertitelmasters durch Klicken bearbeiten</a:t>
            </a:r>
            <a:endParaRPr lang="en-US" dirty="0"/>
          </a:p>
        </p:txBody>
      </p:sp>
      <p:sp>
        <p:nvSpPr>
          <p:cNvPr id="3" name="Rechteck 2"/>
          <p:cNvSpPr/>
          <p:nvPr userDrawn="1"/>
        </p:nvSpPr>
        <p:spPr>
          <a:xfrm>
            <a:off x="1" y="2166551"/>
            <a:ext cx="12197727" cy="1748754"/>
          </a:xfrm>
          <a:prstGeom prst="rect">
            <a:avLst/>
          </a:prstGeom>
          <a:gradFill>
            <a:gsLst>
              <a:gs pos="0">
                <a:schemeClr val="bg1">
                  <a:alpha val="0"/>
                  <a:lumMod val="100000"/>
                </a:schemeClr>
              </a:gs>
              <a:gs pos="7500">
                <a:srgbClr val="FFFFFF">
                  <a:alpha val="5000"/>
                </a:srgbClr>
              </a:gs>
              <a:gs pos="0">
                <a:schemeClr val="bg1">
                  <a:alpha val="0"/>
                </a:schemeClr>
              </a:gs>
              <a:gs pos="19000">
                <a:schemeClr val="bg1">
                  <a:alpha val="21000"/>
                </a:schemeClr>
              </a:gs>
              <a:gs pos="50444">
                <a:srgbClr val="FFFFFF">
                  <a:alpha val="58000"/>
                </a:srgbClr>
              </a:gs>
              <a:gs pos="68000">
                <a:srgbClr val="FFFFFF">
                  <a:alpha val="69000"/>
                </a:srgbClr>
              </a:gs>
              <a:gs pos="98230">
                <a:schemeClr val="bg1">
                  <a:alpha val="93000"/>
                </a:schemeClr>
              </a:gs>
              <a:gs pos="92000">
                <a:schemeClr val="bg1">
                  <a:alpha val="83000"/>
                </a:schemeClr>
              </a:gs>
              <a:gs pos="79000">
                <a:schemeClr val="bg1">
                  <a:alpha val="78000"/>
                </a:schemeClr>
              </a:gs>
              <a:gs pos="35000">
                <a:schemeClr val="bg1">
                  <a:alpha val="46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Tree>
    <p:extLst>
      <p:ext uri="{BB962C8B-B14F-4D97-AF65-F5344CB8AC3E}">
        <p14:creationId xmlns:p14="http://schemas.microsoft.com/office/powerpoint/2010/main" val="3112872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_Aufzählung">
    <p:spTree>
      <p:nvGrpSpPr>
        <p:cNvPr id="1" name=""/>
        <p:cNvGrpSpPr/>
        <p:nvPr/>
      </p:nvGrpSpPr>
      <p:grpSpPr>
        <a:xfrm>
          <a:off x="0" y="0"/>
          <a:ext cx="0" cy="0"/>
          <a:chOff x="0" y="0"/>
          <a:chExt cx="0" cy="0"/>
        </a:xfrm>
      </p:grpSpPr>
      <p:sp>
        <p:nvSpPr>
          <p:cNvPr id="11" name="Textplatzhalter 11">
            <a:extLst>
              <a:ext uri="{FF2B5EF4-FFF2-40B4-BE49-F238E27FC236}">
                <a16:creationId xmlns:a16="http://schemas.microsoft.com/office/drawing/2014/main" id="{864B4910-C4BD-4F93-AB30-137363533152}"/>
              </a:ext>
            </a:extLst>
          </p:cNvPr>
          <p:cNvSpPr>
            <a:spLocks noGrp="1"/>
          </p:cNvSpPr>
          <p:nvPr>
            <p:ph type="body" sz="quarter" idx="13"/>
          </p:nvPr>
        </p:nvSpPr>
        <p:spPr>
          <a:xfrm>
            <a:off x="384379" y="1208314"/>
            <a:ext cx="11429796" cy="4849586"/>
          </a:xfrm>
          <a:prstGeom prst="rect">
            <a:avLst/>
          </a:prstGeom>
        </p:spPr>
        <p:txBody>
          <a:bodyPr lIns="0" tIns="0" rIns="0" bIns="0"/>
          <a:lstStyle>
            <a:lvl1pPr marL="215900" indent="-215900">
              <a:spcAft>
                <a:spcPts val="1200"/>
              </a:spcAft>
              <a:buFont typeface="Wingdings 3" panose="05040102010807070707" pitchFamily="18" charset="2"/>
              <a:buChar char=""/>
              <a:defRPr/>
            </a:lvl1pPr>
            <a:lvl2pPr marL="431800" indent="-215900">
              <a:spcAft>
                <a:spcPts val="1200"/>
              </a:spcAft>
              <a:buFont typeface="Wingdings" panose="05000000000000000000" pitchFamily="2" charset="2"/>
              <a:buChar char="§"/>
              <a:defRPr/>
            </a:lvl2pPr>
            <a:lvl3pPr marL="647700" indent="-215900">
              <a:spcAft>
                <a:spcPts val="1200"/>
              </a:spcAft>
              <a:buFont typeface="Wingdings 3" panose="05040102010807070707" pitchFamily="18" charset="2"/>
              <a:buChar char=""/>
              <a:defRPr/>
            </a:lvl3pPr>
            <a:lvl4pPr>
              <a:spcAft>
                <a:spcPts val="1200"/>
              </a:spcAft>
              <a:defRPr/>
            </a:lvl4pPr>
          </a:lstStyle>
          <a:p>
            <a:pPr lvl="0"/>
            <a:r>
              <a:rPr lang="de-DE" dirty="0"/>
              <a:t>Textmasterformat bearbeiten</a:t>
            </a:r>
          </a:p>
          <a:p>
            <a:pPr lvl="1"/>
            <a:r>
              <a:rPr lang="de-DE" dirty="0"/>
              <a:t>Zweite Ebene</a:t>
            </a:r>
          </a:p>
          <a:p>
            <a:pPr lvl="2"/>
            <a:r>
              <a:rPr lang="de-DE" dirty="0"/>
              <a:t>Dritte Ebene</a:t>
            </a:r>
          </a:p>
          <a:p>
            <a:pPr lvl="3"/>
            <a:r>
              <a:rPr lang="de-DE" dirty="0"/>
              <a:t>Vierte Ebene</a:t>
            </a:r>
          </a:p>
        </p:txBody>
      </p:sp>
      <p:sp>
        <p:nvSpPr>
          <p:cNvPr id="7" name="Foliennummernplatzhalter 18"/>
          <p:cNvSpPr>
            <a:spLocks noGrp="1"/>
          </p:cNvSpPr>
          <p:nvPr>
            <p:ph type="sldNum" sz="quarter" idx="4"/>
          </p:nvPr>
        </p:nvSpPr>
        <p:spPr>
          <a:xfrm>
            <a:off x="378205" y="6264677"/>
            <a:ext cx="561363" cy="365125"/>
          </a:xfrm>
          <a:prstGeom prst="rect">
            <a:avLst/>
          </a:prstGeom>
        </p:spPr>
        <p:txBody>
          <a:bodyPr vert="horz" lIns="91440" tIns="45720" rIns="91440" bIns="45720" rtlCol="0" anchor="ctr"/>
          <a:lstStyle>
            <a:lvl1pPr algn="l">
              <a:defRPr sz="900">
                <a:solidFill>
                  <a:srgbClr val="00549F"/>
                </a:solidFill>
              </a:defRPr>
            </a:lvl1pPr>
          </a:lstStyle>
          <a:p>
            <a:fld id="{13DF57E2-0006-4890-B490-C5A56CDD4B6C}" type="slidenum">
              <a:rPr lang="de-DE" smtClean="0"/>
              <a:pPr/>
              <a:t>‹Nr.›</a:t>
            </a:fld>
            <a:endParaRPr lang="de-DE" dirty="0"/>
          </a:p>
        </p:txBody>
      </p:sp>
      <p:sp>
        <p:nvSpPr>
          <p:cNvPr id="8" name="Datumsplatzhalter 17"/>
          <p:cNvSpPr>
            <a:spLocks noGrp="1"/>
          </p:cNvSpPr>
          <p:nvPr>
            <p:ph type="dt" sz="half" idx="2"/>
          </p:nvPr>
        </p:nvSpPr>
        <p:spPr>
          <a:xfrm>
            <a:off x="1155939" y="6264676"/>
            <a:ext cx="1033991" cy="365125"/>
          </a:xfrm>
          <a:prstGeom prst="rect">
            <a:avLst/>
          </a:prstGeom>
        </p:spPr>
        <p:txBody>
          <a:bodyPr vert="horz" lIns="91440" tIns="45720" rIns="91440" bIns="45720" rtlCol="0" anchor="ctr"/>
          <a:lstStyle>
            <a:lvl1pPr algn="l">
              <a:defRPr lang="de-DE" sz="900" kern="1200" smtClean="0">
                <a:solidFill>
                  <a:srgbClr val="00549F"/>
                </a:solidFill>
                <a:latin typeface="+mn-lt"/>
                <a:ea typeface="+mn-ea"/>
                <a:cs typeface="+mn-cs"/>
              </a:defRPr>
            </a:lvl1pPr>
          </a:lstStyle>
          <a:p>
            <a:r>
              <a:rPr lang="de-DE" dirty="0"/>
              <a:t>17</a:t>
            </a:r>
            <a:r>
              <a:rPr lang="en-DE"/>
              <a:t>.0</a:t>
            </a:r>
            <a:r>
              <a:rPr lang="de-DE" dirty="0"/>
              <a:t>6</a:t>
            </a:r>
            <a:r>
              <a:rPr lang="en-DE"/>
              <a:t>.202</a:t>
            </a:r>
            <a:r>
              <a:rPr lang="de-DE" dirty="0"/>
              <a:t>5</a:t>
            </a:r>
          </a:p>
        </p:txBody>
      </p:sp>
      <p:sp>
        <p:nvSpPr>
          <p:cNvPr id="10" name="Footer Placeholder 2">
            <a:extLst>
              <a:ext uri="{FF2B5EF4-FFF2-40B4-BE49-F238E27FC236}">
                <a16:creationId xmlns:a16="http://schemas.microsoft.com/office/drawing/2014/main" id="{B67AE838-D4A8-481C-89AC-8039E4CC3224}"/>
              </a:ext>
            </a:extLst>
          </p:cNvPr>
          <p:cNvSpPr>
            <a:spLocks noGrp="1"/>
          </p:cNvSpPr>
          <p:nvPr>
            <p:ph type="ftr" sz="quarter" idx="10"/>
          </p:nvPr>
        </p:nvSpPr>
        <p:spPr>
          <a:xfrm>
            <a:off x="2394066" y="6264678"/>
            <a:ext cx="5120641" cy="365125"/>
          </a:xfrm>
          <a:prstGeom prst="rect">
            <a:avLst/>
          </a:prstGeom>
        </p:spPr>
        <p:txBody>
          <a:bodyPr anchor="ctr"/>
          <a:lstStyle>
            <a:lvl1pPr>
              <a:defRPr lang="en-GB" sz="900" kern="1200" dirty="0" smtClean="0">
                <a:solidFill>
                  <a:srgbClr val="00549F"/>
                </a:solidFill>
                <a:latin typeface="+mn-lt"/>
                <a:ea typeface="+mn-ea"/>
                <a:cs typeface="+mn-cs"/>
              </a:defRPr>
            </a:lvl1pPr>
          </a:lstStyle>
          <a:p>
            <a:r>
              <a:rPr lang="da-DK" dirty="0" err="1"/>
              <a:t>Aeneas</a:t>
            </a:r>
            <a:r>
              <a:rPr lang="da-DK" dirty="0"/>
              <a:t> </a:t>
            </a:r>
            <a:r>
              <a:rPr lang="da-DK" dirty="0" err="1"/>
              <a:t>Molitor</a:t>
            </a:r>
            <a:endParaRPr lang="de-DE" dirty="0"/>
          </a:p>
        </p:txBody>
      </p:sp>
      <p:sp>
        <p:nvSpPr>
          <p:cNvPr id="14" name="Titel 1">
            <a:extLst>
              <a:ext uri="{FF2B5EF4-FFF2-40B4-BE49-F238E27FC236}">
                <a16:creationId xmlns:a16="http://schemas.microsoft.com/office/drawing/2014/main" id="{7BE43AD1-600B-4F4B-B102-3AEE60C7D9B8}"/>
              </a:ext>
            </a:extLst>
          </p:cNvPr>
          <p:cNvSpPr>
            <a:spLocks noGrp="1"/>
          </p:cNvSpPr>
          <p:nvPr>
            <p:ph type="title"/>
          </p:nvPr>
        </p:nvSpPr>
        <p:spPr>
          <a:xfrm>
            <a:off x="378205" y="170441"/>
            <a:ext cx="10515600" cy="514350"/>
          </a:xfrm>
        </p:spPr>
        <p:txBody>
          <a:bodyPr>
            <a:normAutofit/>
          </a:bodyPr>
          <a:lstStyle>
            <a:lvl1pPr>
              <a:defRPr sz="2600"/>
            </a:lvl1pPr>
          </a:lstStyle>
          <a:p>
            <a:r>
              <a:rPr lang="de-DE" dirty="0"/>
              <a:t>Mastertitelformat bearbeiten</a:t>
            </a:r>
            <a:endParaRPr lang="en-DE" dirty="0"/>
          </a:p>
        </p:txBody>
      </p:sp>
      <p:sp>
        <p:nvSpPr>
          <p:cNvPr id="9" name="Textplatzhalter 3">
            <a:extLst>
              <a:ext uri="{FF2B5EF4-FFF2-40B4-BE49-F238E27FC236}">
                <a16:creationId xmlns:a16="http://schemas.microsoft.com/office/drawing/2014/main" id="{0F9B3430-BE94-46E0-88FB-04BD345A2D44}"/>
              </a:ext>
            </a:extLst>
          </p:cNvPr>
          <p:cNvSpPr>
            <a:spLocks noGrp="1"/>
          </p:cNvSpPr>
          <p:nvPr>
            <p:ph type="body" sz="quarter" idx="18"/>
          </p:nvPr>
        </p:nvSpPr>
        <p:spPr>
          <a:xfrm>
            <a:off x="816746" y="701119"/>
            <a:ext cx="8932543" cy="306186"/>
          </a:xfrm>
          <a:prstGeom prst="rect">
            <a:avLst/>
          </a:prstGeom>
        </p:spPr>
        <p:txBody>
          <a:bodyPr/>
          <a:lstStyle>
            <a:lvl1pPr marL="271463" indent="-271463">
              <a:buClr>
                <a:srgbClr val="8EBAE5"/>
              </a:buClr>
              <a:buSzPct val="145000"/>
              <a:buFont typeface="Arial" panose="020B0604020202020204" pitchFamily="34" charset="0"/>
              <a:buChar char="»"/>
              <a:defRPr sz="2000" b="1">
                <a:solidFill>
                  <a:srgbClr val="8EBAE5"/>
                </a:solidFill>
              </a:defRPr>
            </a:lvl1pPr>
            <a:lvl2pPr marL="215900" indent="0">
              <a:buFontTx/>
              <a:buNone/>
              <a:defRPr/>
            </a:lvl2pPr>
            <a:lvl3pPr marL="431800" indent="0">
              <a:buFontTx/>
              <a:buNone/>
              <a:defRPr/>
            </a:lvl3pPr>
            <a:lvl4pPr marL="647700" indent="0">
              <a:buFontTx/>
              <a:buNone/>
              <a:defRPr/>
            </a:lvl4pPr>
            <a:lvl5pPr marL="647700" indent="0">
              <a:buFontTx/>
              <a:buNone/>
              <a:defRPr/>
            </a:lvl5pPr>
          </a:lstStyle>
          <a:p>
            <a:pPr lvl="0"/>
            <a:r>
              <a:rPr lang="de-DE" dirty="0"/>
              <a:t>Mastertextformat bearbeiten</a:t>
            </a:r>
          </a:p>
        </p:txBody>
      </p:sp>
    </p:spTree>
    <p:extLst>
      <p:ext uri="{BB962C8B-B14F-4D97-AF65-F5344CB8AC3E}">
        <p14:creationId xmlns:p14="http://schemas.microsoft.com/office/powerpoint/2010/main" val="511987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_Text">
    <p:spTree>
      <p:nvGrpSpPr>
        <p:cNvPr id="1" name=""/>
        <p:cNvGrpSpPr/>
        <p:nvPr/>
      </p:nvGrpSpPr>
      <p:grpSpPr>
        <a:xfrm>
          <a:off x="0" y="0"/>
          <a:ext cx="0" cy="0"/>
          <a:chOff x="0" y="0"/>
          <a:chExt cx="0" cy="0"/>
        </a:xfrm>
      </p:grpSpPr>
      <p:sp>
        <p:nvSpPr>
          <p:cNvPr id="13" name="Footer Placeholder 2">
            <a:extLst>
              <a:ext uri="{FF2B5EF4-FFF2-40B4-BE49-F238E27FC236}">
                <a16:creationId xmlns:a16="http://schemas.microsoft.com/office/drawing/2014/main" id="{8687CD54-2D8D-4972-A6E9-41999096E305}"/>
              </a:ext>
            </a:extLst>
          </p:cNvPr>
          <p:cNvSpPr>
            <a:spLocks noGrp="1"/>
          </p:cNvSpPr>
          <p:nvPr>
            <p:ph type="ftr" sz="quarter" idx="10"/>
          </p:nvPr>
        </p:nvSpPr>
        <p:spPr>
          <a:xfrm>
            <a:off x="2394066" y="6264678"/>
            <a:ext cx="5120641" cy="365125"/>
          </a:xfrm>
          <a:prstGeom prst="rect">
            <a:avLst/>
          </a:prstGeom>
        </p:spPr>
        <p:txBody>
          <a:bodyPr anchor="ctr"/>
          <a:lstStyle>
            <a:lvl1pPr>
              <a:defRPr lang="en-GB" sz="900" kern="1200" dirty="0" smtClean="0">
                <a:solidFill>
                  <a:srgbClr val="00549F"/>
                </a:solidFill>
                <a:latin typeface="+mn-lt"/>
                <a:ea typeface="+mn-ea"/>
                <a:cs typeface="+mn-cs"/>
              </a:defRPr>
            </a:lvl1pPr>
          </a:lstStyle>
          <a:p>
            <a:r>
              <a:rPr lang="da-DK"/>
              <a:t>Folienmaster ANTS rev2</a:t>
            </a:r>
            <a:endParaRPr lang="de-DE"/>
          </a:p>
        </p:txBody>
      </p:sp>
      <p:sp>
        <p:nvSpPr>
          <p:cNvPr id="14" name="Date Placeholder 3">
            <a:extLst>
              <a:ext uri="{FF2B5EF4-FFF2-40B4-BE49-F238E27FC236}">
                <a16:creationId xmlns:a16="http://schemas.microsoft.com/office/drawing/2014/main" id="{6E5D0C34-4260-4C4B-A901-BCBF48C948C2}"/>
              </a:ext>
            </a:extLst>
          </p:cNvPr>
          <p:cNvSpPr>
            <a:spLocks noGrp="1"/>
          </p:cNvSpPr>
          <p:nvPr>
            <p:ph type="dt" sz="half" idx="13"/>
          </p:nvPr>
        </p:nvSpPr>
        <p:spPr>
          <a:xfrm>
            <a:off x="1149822" y="6264678"/>
            <a:ext cx="1033991" cy="365125"/>
          </a:xfrm>
        </p:spPr>
        <p:txBody>
          <a:bodyPr/>
          <a:lstStyle/>
          <a:p>
            <a:r>
              <a:rPr lang="de-DE" dirty="0"/>
              <a:t>17</a:t>
            </a:r>
            <a:r>
              <a:rPr lang="en-DE"/>
              <a:t>.0</a:t>
            </a:r>
            <a:r>
              <a:rPr lang="de-DE" dirty="0"/>
              <a:t>6</a:t>
            </a:r>
            <a:r>
              <a:rPr lang="en-DE"/>
              <a:t>.202</a:t>
            </a:r>
            <a:r>
              <a:rPr lang="de-DE" dirty="0"/>
              <a:t>5</a:t>
            </a:r>
          </a:p>
        </p:txBody>
      </p:sp>
      <p:sp>
        <p:nvSpPr>
          <p:cNvPr id="15" name="Slide Number Placeholder 4">
            <a:extLst>
              <a:ext uri="{FF2B5EF4-FFF2-40B4-BE49-F238E27FC236}">
                <a16:creationId xmlns:a16="http://schemas.microsoft.com/office/drawing/2014/main" id="{5735E870-33AE-4D2D-8291-6E254529E206}"/>
              </a:ext>
            </a:extLst>
          </p:cNvPr>
          <p:cNvSpPr>
            <a:spLocks noGrp="1"/>
          </p:cNvSpPr>
          <p:nvPr>
            <p:ph type="sldNum" sz="quarter" idx="14"/>
          </p:nvPr>
        </p:nvSpPr>
        <p:spPr>
          <a:xfrm>
            <a:off x="378205" y="6264677"/>
            <a:ext cx="561363" cy="365125"/>
          </a:xfrm>
        </p:spPr>
        <p:txBody>
          <a:bodyPr/>
          <a:lstStyle/>
          <a:p>
            <a:fld id="{13DF57E2-0006-4890-B490-C5A56CDD4B6C}" type="slidenum">
              <a:rPr lang="de-DE" smtClean="0"/>
              <a:pPr/>
              <a:t>‹Nr.›</a:t>
            </a:fld>
            <a:endParaRPr lang="de-DE" dirty="0"/>
          </a:p>
        </p:txBody>
      </p:sp>
      <p:sp>
        <p:nvSpPr>
          <p:cNvPr id="3" name="Textplatzhalter 2">
            <a:extLst>
              <a:ext uri="{FF2B5EF4-FFF2-40B4-BE49-F238E27FC236}">
                <a16:creationId xmlns:a16="http://schemas.microsoft.com/office/drawing/2014/main" id="{54D65ECD-8163-4607-B810-A7070FCDE9E4}"/>
              </a:ext>
            </a:extLst>
          </p:cNvPr>
          <p:cNvSpPr>
            <a:spLocks noGrp="1"/>
          </p:cNvSpPr>
          <p:nvPr>
            <p:ph type="body" sz="quarter" idx="17"/>
          </p:nvPr>
        </p:nvSpPr>
        <p:spPr>
          <a:xfrm>
            <a:off x="377824" y="1208314"/>
            <a:ext cx="11422425" cy="4849586"/>
          </a:xfrm>
          <a:prstGeom prst="rect">
            <a:avLst/>
          </a:prstGeom>
        </p:spPr>
        <p:txBody>
          <a:bodyPr/>
          <a:lstStyle>
            <a:lvl1pPr marL="36000" indent="0">
              <a:buNone/>
              <a:defRPr/>
            </a:lvl1pPr>
            <a:lvl2pPr marL="215900" indent="0">
              <a:buNone/>
              <a:defRPr/>
            </a:lvl2pPr>
          </a:lstStyle>
          <a:p>
            <a:pPr lvl="0"/>
            <a:r>
              <a:rPr lang="de-DE" dirty="0"/>
              <a:t>Mastertextformat bearbeiten</a:t>
            </a:r>
          </a:p>
        </p:txBody>
      </p:sp>
      <p:sp>
        <p:nvSpPr>
          <p:cNvPr id="21" name="Titel 1">
            <a:extLst>
              <a:ext uri="{FF2B5EF4-FFF2-40B4-BE49-F238E27FC236}">
                <a16:creationId xmlns:a16="http://schemas.microsoft.com/office/drawing/2014/main" id="{845E2483-0324-4B58-B8EC-D42A302E6C6B}"/>
              </a:ext>
            </a:extLst>
          </p:cNvPr>
          <p:cNvSpPr>
            <a:spLocks noGrp="1"/>
          </p:cNvSpPr>
          <p:nvPr>
            <p:ph type="title"/>
          </p:nvPr>
        </p:nvSpPr>
        <p:spPr>
          <a:xfrm>
            <a:off x="378205" y="170441"/>
            <a:ext cx="10515600" cy="514350"/>
          </a:xfrm>
        </p:spPr>
        <p:txBody>
          <a:bodyPr>
            <a:normAutofit/>
          </a:bodyPr>
          <a:lstStyle>
            <a:lvl1pPr>
              <a:defRPr sz="2600"/>
            </a:lvl1pPr>
          </a:lstStyle>
          <a:p>
            <a:r>
              <a:rPr lang="de-DE" dirty="0"/>
              <a:t>Mastertitelformat bearbeiten</a:t>
            </a:r>
            <a:endParaRPr lang="en-DE" dirty="0"/>
          </a:p>
        </p:txBody>
      </p:sp>
      <p:sp>
        <p:nvSpPr>
          <p:cNvPr id="9" name="Textplatzhalter 3">
            <a:extLst>
              <a:ext uri="{FF2B5EF4-FFF2-40B4-BE49-F238E27FC236}">
                <a16:creationId xmlns:a16="http://schemas.microsoft.com/office/drawing/2014/main" id="{5728270C-0C34-4541-A95F-82D6D96EA969}"/>
              </a:ext>
            </a:extLst>
          </p:cNvPr>
          <p:cNvSpPr>
            <a:spLocks noGrp="1"/>
          </p:cNvSpPr>
          <p:nvPr>
            <p:ph type="body" sz="quarter" idx="18"/>
          </p:nvPr>
        </p:nvSpPr>
        <p:spPr>
          <a:xfrm>
            <a:off x="816746" y="701119"/>
            <a:ext cx="8932543" cy="306186"/>
          </a:xfrm>
          <a:prstGeom prst="rect">
            <a:avLst/>
          </a:prstGeom>
        </p:spPr>
        <p:txBody>
          <a:bodyPr/>
          <a:lstStyle>
            <a:lvl1pPr marL="271463" indent="-271463">
              <a:buClr>
                <a:srgbClr val="8EBAE5"/>
              </a:buClr>
              <a:buSzPct val="145000"/>
              <a:buFont typeface="Arial" panose="020B0604020202020204" pitchFamily="34" charset="0"/>
              <a:buChar char="»"/>
              <a:defRPr sz="2000" b="1">
                <a:solidFill>
                  <a:srgbClr val="8EBAE5"/>
                </a:solidFill>
              </a:defRPr>
            </a:lvl1pPr>
            <a:lvl2pPr marL="215900" indent="0">
              <a:buFontTx/>
              <a:buNone/>
              <a:defRPr/>
            </a:lvl2pPr>
            <a:lvl3pPr marL="431800" indent="0">
              <a:buFontTx/>
              <a:buNone/>
              <a:defRPr/>
            </a:lvl3pPr>
            <a:lvl4pPr marL="647700" indent="0">
              <a:buFontTx/>
              <a:buNone/>
              <a:defRPr/>
            </a:lvl4pPr>
            <a:lvl5pPr marL="647700" indent="0">
              <a:buFontTx/>
              <a:buNone/>
              <a:defRPr/>
            </a:lvl5pPr>
          </a:lstStyle>
          <a:p>
            <a:pPr lvl="0"/>
            <a:r>
              <a:rPr lang="de-DE" dirty="0"/>
              <a:t>Mastertextformat bearbeiten</a:t>
            </a:r>
          </a:p>
        </p:txBody>
      </p:sp>
    </p:spTree>
    <p:extLst>
      <p:ext uri="{BB962C8B-B14F-4D97-AF65-F5344CB8AC3E}">
        <p14:creationId xmlns:p14="http://schemas.microsoft.com/office/powerpoint/2010/main" val="3628493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Text_Bild">
    <p:spTree>
      <p:nvGrpSpPr>
        <p:cNvPr id="1" name=""/>
        <p:cNvGrpSpPr/>
        <p:nvPr/>
      </p:nvGrpSpPr>
      <p:grpSpPr>
        <a:xfrm>
          <a:off x="0" y="0"/>
          <a:ext cx="0" cy="0"/>
          <a:chOff x="0" y="0"/>
          <a:chExt cx="0" cy="0"/>
        </a:xfrm>
      </p:grpSpPr>
      <p:sp>
        <p:nvSpPr>
          <p:cNvPr id="11" name="Textplatzhalter 11">
            <a:extLst>
              <a:ext uri="{FF2B5EF4-FFF2-40B4-BE49-F238E27FC236}">
                <a16:creationId xmlns:a16="http://schemas.microsoft.com/office/drawing/2014/main" id="{6FFF5CFC-388D-469A-9CA4-F0254B01B222}"/>
              </a:ext>
            </a:extLst>
          </p:cNvPr>
          <p:cNvSpPr>
            <a:spLocks noGrp="1"/>
          </p:cNvSpPr>
          <p:nvPr>
            <p:ph type="body" sz="quarter" idx="13"/>
          </p:nvPr>
        </p:nvSpPr>
        <p:spPr>
          <a:xfrm>
            <a:off x="384379" y="1207619"/>
            <a:ext cx="7518490" cy="4849586"/>
          </a:xfrm>
          <a:prstGeom prst="rect">
            <a:avLst/>
          </a:prstGeom>
        </p:spPr>
        <p:txBody>
          <a:bodyPr lIns="0" tIns="0" rIns="0" bIns="0"/>
          <a:lstStyle>
            <a:lvl1pPr marL="215900" indent="-215900">
              <a:spcAft>
                <a:spcPts val="1200"/>
              </a:spcAft>
              <a:buFont typeface="Wingdings 3" panose="05040102010807070707" pitchFamily="18" charset="2"/>
              <a:buChar char=""/>
              <a:defRPr/>
            </a:lvl1pPr>
            <a:lvl2pPr marL="431800" indent="-215900">
              <a:spcAft>
                <a:spcPts val="1200"/>
              </a:spcAft>
              <a:buFont typeface="Wingdings" panose="05000000000000000000" pitchFamily="2" charset="2"/>
              <a:buChar char="§"/>
              <a:defRPr/>
            </a:lvl2pPr>
            <a:lvl3pPr marL="647700" indent="-215900">
              <a:spcAft>
                <a:spcPts val="1200"/>
              </a:spcAft>
              <a:buFont typeface="Wingdings 3" panose="05040102010807070707" pitchFamily="18" charset="2"/>
              <a:buChar char=""/>
              <a:defRPr/>
            </a:lvl3pPr>
            <a:lvl4pPr>
              <a:spcAft>
                <a:spcPts val="1200"/>
              </a:spcAft>
              <a:defRPr/>
            </a:lvl4pPr>
          </a:lstStyle>
          <a:p>
            <a:pPr lvl="0"/>
            <a:r>
              <a:rPr lang="de-DE" dirty="0"/>
              <a:t>Textmasterformat bearbeiten</a:t>
            </a:r>
          </a:p>
          <a:p>
            <a:pPr lvl="1"/>
            <a:r>
              <a:rPr lang="de-DE" dirty="0"/>
              <a:t>Zweite Ebene</a:t>
            </a:r>
          </a:p>
          <a:p>
            <a:pPr lvl="2"/>
            <a:r>
              <a:rPr lang="de-DE" dirty="0"/>
              <a:t>Dritte Ebene</a:t>
            </a:r>
          </a:p>
          <a:p>
            <a:pPr lvl="3"/>
            <a:r>
              <a:rPr lang="de-DE" dirty="0"/>
              <a:t>Vierte Ebene</a:t>
            </a:r>
          </a:p>
        </p:txBody>
      </p:sp>
      <p:sp>
        <p:nvSpPr>
          <p:cNvPr id="5" name="Bildplatzhalter 4"/>
          <p:cNvSpPr>
            <a:spLocks noGrp="1"/>
          </p:cNvSpPr>
          <p:nvPr>
            <p:ph type="pic" sz="quarter" idx="15"/>
          </p:nvPr>
        </p:nvSpPr>
        <p:spPr>
          <a:xfrm>
            <a:off x="8033048" y="1208314"/>
            <a:ext cx="3767202" cy="4849583"/>
          </a:xfrm>
          <a:prstGeom prst="rect">
            <a:avLst/>
          </a:prstGeom>
        </p:spPr>
        <p:txBody>
          <a:bodyPr/>
          <a:lstStyle/>
          <a:p>
            <a:endParaRPr lang="de-DE"/>
          </a:p>
        </p:txBody>
      </p:sp>
      <p:sp>
        <p:nvSpPr>
          <p:cNvPr id="6" name="Footer Placeholder 2">
            <a:extLst>
              <a:ext uri="{FF2B5EF4-FFF2-40B4-BE49-F238E27FC236}">
                <a16:creationId xmlns:a16="http://schemas.microsoft.com/office/drawing/2014/main" id="{96398E3B-A81F-40DF-8661-07AE5B5286D8}"/>
              </a:ext>
            </a:extLst>
          </p:cNvPr>
          <p:cNvSpPr>
            <a:spLocks noGrp="1"/>
          </p:cNvSpPr>
          <p:nvPr>
            <p:ph type="ftr" sz="quarter" idx="10"/>
          </p:nvPr>
        </p:nvSpPr>
        <p:spPr>
          <a:xfrm>
            <a:off x="2394066" y="6264678"/>
            <a:ext cx="5120641" cy="365125"/>
          </a:xfrm>
          <a:prstGeom prst="rect">
            <a:avLst/>
          </a:prstGeom>
        </p:spPr>
        <p:txBody>
          <a:bodyPr anchor="ctr"/>
          <a:lstStyle>
            <a:lvl1pPr>
              <a:defRPr lang="en-GB" sz="900" kern="1200" dirty="0" smtClean="0">
                <a:solidFill>
                  <a:srgbClr val="00549F"/>
                </a:solidFill>
                <a:latin typeface="+mn-lt"/>
                <a:ea typeface="+mn-ea"/>
                <a:cs typeface="+mn-cs"/>
              </a:defRPr>
            </a:lvl1pPr>
          </a:lstStyle>
          <a:p>
            <a:r>
              <a:rPr lang="da-DK"/>
              <a:t>Folienmaster ANTS rev2</a:t>
            </a:r>
            <a:endParaRPr lang="de-DE"/>
          </a:p>
        </p:txBody>
      </p:sp>
      <p:sp>
        <p:nvSpPr>
          <p:cNvPr id="7" name="Date Placeholder 3">
            <a:extLst>
              <a:ext uri="{FF2B5EF4-FFF2-40B4-BE49-F238E27FC236}">
                <a16:creationId xmlns:a16="http://schemas.microsoft.com/office/drawing/2014/main" id="{CFB2549A-3F0D-4852-8E0C-FB82B5B52916}"/>
              </a:ext>
            </a:extLst>
          </p:cNvPr>
          <p:cNvSpPr>
            <a:spLocks noGrp="1"/>
          </p:cNvSpPr>
          <p:nvPr>
            <p:ph type="dt" sz="half" idx="16"/>
          </p:nvPr>
        </p:nvSpPr>
        <p:spPr>
          <a:xfrm>
            <a:off x="1149822" y="6264678"/>
            <a:ext cx="1033991" cy="365125"/>
          </a:xfrm>
        </p:spPr>
        <p:txBody>
          <a:bodyPr/>
          <a:lstStyle/>
          <a:p>
            <a:r>
              <a:rPr lang="de-DE" dirty="0"/>
              <a:t>17</a:t>
            </a:r>
            <a:r>
              <a:rPr lang="en-DE"/>
              <a:t>.0</a:t>
            </a:r>
            <a:r>
              <a:rPr lang="de-DE" dirty="0"/>
              <a:t>6</a:t>
            </a:r>
            <a:r>
              <a:rPr lang="en-DE"/>
              <a:t>.202</a:t>
            </a:r>
            <a:r>
              <a:rPr lang="de-DE" dirty="0"/>
              <a:t>5</a:t>
            </a:r>
          </a:p>
        </p:txBody>
      </p:sp>
      <p:sp>
        <p:nvSpPr>
          <p:cNvPr id="8" name="Slide Number Placeholder 4">
            <a:extLst>
              <a:ext uri="{FF2B5EF4-FFF2-40B4-BE49-F238E27FC236}">
                <a16:creationId xmlns:a16="http://schemas.microsoft.com/office/drawing/2014/main" id="{68B23EAF-0D84-4AEF-915C-F604B5B8BB1E}"/>
              </a:ext>
            </a:extLst>
          </p:cNvPr>
          <p:cNvSpPr>
            <a:spLocks noGrp="1"/>
          </p:cNvSpPr>
          <p:nvPr>
            <p:ph type="sldNum" sz="quarter" idx="12"/>
          </p:nvPr>
        </p:nvSpPr>
        <p:spPr>
          <a:xfrm>
            <a:off x="378205" y="6264677"/>
            <a:ext cx="561363" cy="365125"/>
          </a:xfrm>
        </p:spPr>
        <p:txBody>
          <a:bodyPr/>
          <a:lstStyle/>
          <a:p>
            <a:fld id="{13DF57E2-0006-4890-B490-C5A56CDD4B6C}" type="slidenum">
              <a:rPr lang="de-DE" smtClean="0"/>
              <a:pPr/>
              <a:t>‹Nr.›</a:t>
            </a:fld>
            <a:endParaRPr lang="de-DE" dirty="0"/>
          </a:p>
        </p:txBody>
      </p:sp>
      <p:sp>
        <p:nvSpPr>
          <p:cNvPr id="13" name="Titel 1">
            <a:extLst>
              <a:ext uri="{FF2B5EF4-FFF2-40B4-BE49-F238E27FC236}">
                <a16:creationId xmlns:a16="http://schemas.microsoft.com/office/drawing/2014/main" id="{CF13ABED-FB59-4888-A8D0-B14CE1E663EF}"/>
              </a:ext>
            </a:extLst>
          </p:cNvPr>
          <p:cNvSpPr>
            <a:spLocks noGrp="1"/>
          </p:cNvSpPr>
          <p:nvPr>
            <p:ph type="title"/>
          </p:nvPr>
        </p:nvSpPr>
        <p:spPr>
          <a:xfrm>
            <a:off x="378205" y="170441"/>
            <a:ext cx="10515600" cy="514350"/>
          </a:xfrm>
        </p:spPr>
        <p:txBody>
          <a:bodyPr>
            <a:normAutofit/>
          </a:bodyPr>
          <a:lstStyle>
            <a:lvl1pPr>
              <a:defRPr sz="2600"/>
            </a:lvl1pPr>
          </a:lstStyle>
          <a:p>
            <a:r>
              <a:rPr lang="de-DE" dirty="0"/>
              <a:t>Mastertitelformat bearbeiten</a:t>
            </a:r>
            <a:endParaRPr lang="en-DE" dirty="0"/>
          </a:p>
        </p:txBody>
      </p:sp>
      <p:sp>
        <p:nvSpPr>
          <p:cNvPr id="12" name="Textplatzhalter 3">
            <a:extLst>
              <a:ext uri="{FF2B5EF4-FFF2-40B4-BE49-F238E27FC236}">
                <a16:creationId xmlns:a16="http://schemas.microsoft.com/office/drawing/2014/main" id="{CDAB94CE-DCFC-48E3-A2B5-C0C21FC00AF4}"/>
              </a:ext>
            </a:extLst>
          </p:cNvPr>
          <p:cNvSpPr>
            <a:spLocks noGrp="1"/>
          </p:cNvSpPr>
          <p:nvPr>
            <p:ph type="body" sz="quarter" idx="18"/>
          </p:nvPr>
        </p:nvSpPr>
        <p:spPr>
          <a:xfrm>
            <a:off x="816746" y="701119"/>
            <a:ext cx="8932543" cy="306186"/>
          </a:xfrm>
          <a:prstGeom prst="rect">
            <a:avLst/>
          </a:prstGeom>
        </p:spPr>
        <p:txBody>
          <a:bodyPr/>
          <a:lstStyle>
            <a:lvl1pPr marL="271463" indent="-271463">
              <a:buClr>
                <a:srgbClr val="8EBAE5"/>
              </a:buClr>
              <a:buSzPct val="145000"/>
              <a:buFont typeface="Arial" panose="020B0604020202020204" pitchFamily="34" charset="0"/>
              <a:buChar char="»"/>
              <a:defRPr sz="2000" b="1">
                <a:solidFill>
                  <a:srgbClr val="8EBAE5"/>
                </a:solidFill>
              </a:defRPr>
            </a:lvl1pPr>
            <a:lvl2pPr marL="215900" indent="0">
              <a:buFontTx/>
              <a:buNone/>
              <a:defRPr/>
            </a:lvl2pPr>
            <a:lvl3pPr marL="431800" indent="0">
              <a:buFontTx/>
              <a:buNone/>
              <a:defRPr/>
            </a:lvl3pPr>
            <a:lvl4pPr marL="647700" indent="0">
              <a:buFontTx/>
              <a:buNone/>
              <a:defRPr/>
            </a:lvl4pPr>
            <a:lvl5pPr marL="647700" indent="0">
              <a:buFontTx/>
              <a:buNone/>
              <a:defRPr/>
            </a:lvl5pPr>
          </a:lstStyle>
          <a:p>
            <a:pPr lvl="0"/>
            <a:r>
              <a:rPr lang="de-DE" dirty="0"/>
              <a:t>Mastertextformat bearbeiten</a:t>
            </a:r>
          </a:p>
        </p:txBody>
      </p:sp>
    </p:spTree>
    <p:extLst>
      <p:ext uri="{BB962C8B-B14F-4D97-AF65-F5344CB8AC3E}">
        <p14:creationId xmlns:p14="http://schemas.microsoft.com/office/powerpoint/2010/main" val="1248314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_Bild">
    <p:spTree>
      <p:nvGrpSpPr>
        <p:cNvPr id="1" name=""/>
        <p:cNvGrpSpPr/>
        <p:nvPr/>
      </p:nvGrpSpPr>
      <p:grpSpPr>
        <a:xfrm>
          <a:off x="0" y="0"/>
          <a:ext cx="0" cy="0"/>
          <a:chOff x="0" y="0"/>
          <a:chExt cx="0" cy="0"/>
        </a:xfrm>
      </p:grpSpPr>
      <p:sp>
        <p:nvSpPr>
          <p:cNvPr id="10" name="Textplatzhalter 9"/>
          <p:cNvSpPr>
            <a:spLocks noGrp="1"/>
          </p:cNvSpPr>
          <p:nvPr>
            <p:ph type="body" sz="quarter" idx="13"/>
          </p:nvPr>
        </p:nvSpPr>
        <p:spPr>
          <a:xfrm>
            <a:off x="1155940" y="5562400"/>
            <a:ext cx="10644310" cy="495500"/>
          </a:xfrm>
          <a:prstGeom prst="rect">
            <a:avLst/>
          </a:prstGeom>
        </p:spPr>
        <p:txBody>
          <a:bodyPr>
            <a:normAutofit/>
          </a:bodyPr>
          <a:lstStyle>
            <a:lvl1pPr marL="0" indent="0" algn="r">
              <a:buNone/>
              <a:defRPr sz="900" baseline="0"/>
            </a:lvl1pPr>
          </a:lstStyle>
          <a:p>
            <a:pPr lvl="0"/>
            <a:r>
              <a:rPr lang="de-DE"/>
              <a:t>Textmasterformat bearbeiten</a:t>
            </a:r>
          </a:p>
        </p:txBody>
      </p:sp>
      <p:sp>
        <p:nvSpPr>
          <p:cNvPr id="8" name="Bildplatzhalter 7"/>
          <p:cNvSpPr>
            <a:spLocks noGrp="1"/>
          </p:cNvSpPr>
          <p:nvPr>
            <p:ph type="pic" sz="quarter" idx="14"/>
          </p:nvPr>
        </p:nvSpPr>
        <p:spPr>
          <a:xfrm>
            <a:off x="377826" y="1200150"/>
            <a:ext cx="11422424" cy="4261757"/>
          </a:xfrm>
          <a:prstGeom prst="rect">
            <a:avLst/>
          </a:prstGeom>
        </p:spPr>
        <p:txBody>
          <a:bodyPr/>
          <a:lstStyle/>
          <a:p>
            <a:endParaRPr lang="de-DE"/>
          </a:p>
        </p:txBody>
      </p:sp>
      <p:sp>
        <p:nvSpPr>
          <p:cNvPr id="7" name="Foliennummernplatzhalter 18"/>
          <p:cNvSpPr>
            <a:spLocks noGrp="1"/>
          </p:cNvSpPr>
          <p:nvPr>
            <p:ph type="sldNum" sz="quarter" idx="4"/>
          </p:nvPr>
        </p:nvSpPr>
        <p:spPr>
          <a:xfrm>
            <a:off x="378205" y="6264677"/>
            <a:ext cx="561363" cy="365125"/>
          </a:xfrm>
          <a:prstGeom prst="rect">
            <a:avLst/>
          </a:prstGeom>
        </p:spPr>
        <p:txBody>
          <a:bodyPr vert="horz" lIns="91440" tIns="45720" rIns="91440" bIns="45720" rtlCol="0" anchor="ctr"/>
          <a:lstStyle>
            <a:lvl1pPr algn="l">
              <a:defRPr sz="900">
                <a:solidFill>
                  <a:srgbClr val="00549F"/>
                </a:solidFill>
              </a:defRPr>
            </a:lvl1pPr>
          </a:lstStyle>
          <a:p>
            <a:fld id="{13DF57E2-0006-4890-B490-C5A56CDD4B6C}" type="slidenum">
              <a:rPr lang="de-DE" smtClean="0"/>
              <a:pPr/>
              <a:t>‹Nr.›</a:t>
            </a:fld>
            <a:endParaRPr lang="de-DE" dirty="0"/>
          </a:p>
        </p:txBody>
      </p:sp>
      <p:sp>
        <p:nvSpPr>
          <p:cNvPr id="9" name="Datumsplatzhalter 17"/>
          <p:cNvSpPr>
            <a:spLocks noGrp="1"/>
          </p:cNvSpPr>
          <p:nvPr>
            <p:ph type="dt" sz="half" idx="2"/>
          </p:nvPr>
        </p:nvSpPr>
        <p:spPr>
          <a:xfrm>
            <a:off x="1155939" y="6264676"/>
            <a:ext cx="1033991" cy="365125"/>
          </a:xfrm>
          <a:prstGeom prst="rect">
            <a:avLst/>
          </a:prstGeom>
        </p:spPr>
        <p:txBody>
          <a:bodyPr vert="horz" lIns="91440" tIns="45720" rIns="91440" bIns="45720" rtlCol="0" anchor="ctr"/>
          <a:lstStyle>
            <a:lvl1pPr algn="l">
              <a:defRPr lang="de-DE" sz="900" kern="1200" smtClean="0">
                <a:solidFill>
                  <a:srgbClr val="00549F"/>
                </a:solidFill>
                <a:latin typeface="+mn-lt"/>
                <a:ea typeface="+mn-ea"/>
                <a:cs typeface="+mn-cs"/>
              </a:defRPr>
            </a:lvl1pPr>
          </a:lstStyle>
          <a:p>
            <a:r>
              <a:rPr lang="de-DE" dirty="0"/>
              <a:t>17</a:t>
            </a:r>
            <a:r>
              <a:rPr lang="en-DE"/>
              <a:t>.0</a:t>
            </a:r>
            <a:r>
              <a:rPr lang="de-DE" dirty="0"/>
              <a:t>6</a:t>
            </a:r>
            <a:r>
              <a:rPr lang="en-DE"/>
              <a:t>.202</a:t>
            </a:r>
            <a:r>
              <a:rPr lang="de-DE" dirty="0"/>
              <a:t>5</a:t>
            </a:r>
          </a:p>
        </p:txBody>
      </p:sp>
      <p:sp>
        <p:nvSpPr>
          <p:cNvPr id="12" name="Fußzeilenplatzhalter 16">
            <a:extLst>
              <a:ext uri="{FF2B5EF4-FFF2-40B4-BE49-F238E27FC236}">
                <a16:creationId xmlns:a16="http://schemas.microsoft.com/office/drawing/2014/main" id="{4BB3B8B2-2F4C-4984-8DB8-8FF0B31BDB16}"/>
              </a:ext>
            </a:extLst>
          </p:cNvPr>
          <p:cNvSpPr>
            <a:spLocks noGrp="1"/>
          </p:cNvSpPr>
          <p:nvPr>
            <p:ph type="ftr" sz="quarter" idx="3"/>
          </p:nvPr>
        </p:nvSpPr>
        <p:spPr>
          <a:xfrm>
            <a:off x="2406300" y="6264675"/>
            <a:ext cx="6799844" cy="365125"/>
          </a:xfrm>
          <a:prstGeom prst="rect">
            <a:avLst/>
          </a:prstGeom>
        </p:spPr>
        <p:txBody>
          <a:bodyPr vert="horz" lIns="91440" tIns="45720" rIns="91440" bIns="45720" rtlCol="0" anchor="ctr"/>
          <a:lstStyle>
            <a:lvl1pPr algn="l">
              <a:defRPr lang="de-DE" sz="900" kern="1200" dirty="0" smtClean="0">
                <a:solidFill>
                  <a:srgbClr val="00549F"/>
                </a:solidFill>
                <a:latin typeface="+mn-lt"/>
                <a:ea typeface="+mn-ea"/>
                <a:cs typeface="+mn-cs"/>
              </a:defRPr>
            </a:lvl1pPr>
          </a:lstStyle>
          <a:p>
            <a:r>
              <a:rPr lang="da-DK"/>
              <a:t>Folienmaster ANTS rev2</a:t>
            </a:r>
            <a:endParaRPr lang="en-US"/>
          </a:p>
        </p:txBody>
      </p:sp>
      <p:sp>
        <p:nvSpPr>
          <p:cNvPr id="15" name="Titel 1">
            <a:extLst>
              <a:ext uri="{FF2B5EF4-FFF2-40B4-BE49-F238E27FC236}">
                <a16:creationId xmlns:a16="http://schemas.microsoft.com/office/drawing/2014/main" id="{8EA51853-70EA-4A73-B302-ADD0AF360E3E}"/>
              </a:ext>
            </a:extLst>
          </p:cNvPr>
          <p:cNvSpPr>
            <a:spLocks noGrp="1"/>
          </p:cNvSpPr>
          <p:nvPr>
            <p:ph type="title"/>
          </p:nvPr>
        </p:nvSpPr>
        <p:spPr>
          <a:xfrm>
            <a:off x="378205" y="170441"/>
            <a:ext cx="10515600" cy="514350"/>
          </a:xfrm>
        </p:spPr>
        <p:txBody>
          <a:bodyPr>
            <a:normAutofit/>
          </a:bodyPr>
          <a:lstStyle>
            <a:lvl1pPr>
              <a:defRPr sz="2600"/>
            </a:lvl1pPr>
          </a:lstStyle>
          <a:p>
            <a:r>
              <a:rPr lang="de-DE" dirty="0"/>
              <a:t>Mastertitelformat bearbeiten</a:t>
            </a:r>
            <a:endParaRPr lang="en-DE" dirty="0"/>
          </a:p>
        </p:txBody>
      </p:sp>
      <p:sp>
        <p:nvSpPr>
          <p:cNvPr id="13" name="Textplatzhalter 3">
            <a:extLst>
              <a:ext uri="{FF2B5EF4-FFF2-40B4-BE49-F238E27FC236}">
                <a16:creationId xmlns:a16="http://schemas.microsoft.com/office/drawing/2014/main" id="{D55E480A-A185-4D9E-9E76-88C4ED06B40D}"/>
              </a:ext>
            </a:extLst>
          </p:cNvPr>
          <p:cNvSpPr>
            <a:spLocks noGrp="1"/>
          </p:cNvSpPr>
          <p:nvPr>
            <p:ph type="body" sz="quarter" idx="18"/>
          </p:nvPr>
        </p:nvSpPr>
        <p:spPr>
          <a:xfrm>
            <a:off x="816746" y="701119"/>
            <a:ext cx="8932543" cy="306186"/>
          </a:xfrm>
          <a:prstGeom prst="rect">
            <a:avLst/>
          </a:prstGeom>
        </p:spPr>
        <p:txBody>
          <a:bodyPr/>
          <a:lstStyle>
            <a:lvl1pPr marL="271463" indent="-271463">
              <a:buClr>
                <a:srgbClr val="8EBAE5"/>
              </a:buClr>
              <a:buSzPct val="145000"/>
              <a:buFont typeface="Arial" panose="020B0604020202020204" pitchFamily="34" charset="0"/>
              <a:buChar char="»"/>
              <a:defRPr sz="2000" b="1">
                <a:solidFill>
                  <a:srgbClr val="8EBAE5"/>
                </a:solidFill>
              </a:defRPr>
            </a:lvl1pPr>
            <a:lvl2pPr marL="215900" indent="0">
              <a:buFontTx/>
              <a:buNone/>
              <a:defRPr/>
            </a:lvl2pPr>
            <a:lvl3pPr marL="431800" indent="0">
              <a:buFontTx/>
              <a:buNone/>
              <a:defRPr/>
            </a:lvl3pPr>
            <a:lvl4pPr marL="647700" indent="0">
              <a:buFontTx/>
              <a:buNone/>
              <a:defRPr/>
            </a:lvl4pPr>
            <a:lvl5pPr marL="647700" indent="0">
              <a:buFontTx/>
              <a:buNone/>
              <a:defRPr/>
            </a:lvl5pPr>
          </a:lstStyle>
          <a:p>
            <a:pPr lvl="0"/>
            <a:r>
              <a:rPr lang="de-DE" dirty="0"/>
              <a:t>Mastertextformat bearbeiten</a:t>
            </a:r>
          </a:p>
        </p:txBody>
      </p:sp>
    </p:spTree>
    <p:extLst>
      <p:ext uri="{BB962C8B-B14F-4D97-AF65-F5344CB8AC3E}">
        <p14:creationId xmlns:p14="http://schemas.microsoft.com/office/powerpoint/2010/main" val="1467487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_Diagramm">
    <p:spTree>
      <p:nvGrpSpPr>
        <p:cNvPr id="1" name=""/>
        <p:cNvGrpSpPr/>
        <p:nvPr/>
      </p:nvGrpSpPr>
      <p:grpSpPr>
        <a:xfrm>
          <a:off x="0" y="0"/>
          <a:ext cx="0" cy="0"/>
          <a:chOff x="0" y="0"/>
          <a:chExt cx="0" cy="0"/>
        </a:xfrm>
      </p:grpSpPr>
      <p:sp>
        <p:nvSpPr>
          <p:cNvPr id="7" name="Foliennummernplatzhalter 18"/>
          <p:cNvSpPr>
            <a:spLocks noGrp="1"/>
          </p:cNvSpPr>
          <p:nvPr>
            <p:ph type="sldNum" sz="quarter" idx="4"/>
          </p:nvPr>
        </p:nvSpPr>
        <p:spPr>
          <a:xfrm>
            <a:off x="378205" y="6264677"/>
            <a:ext cx="561363" cy="365125"/>
          </a:xfrm>
          <a:prstGeom prst="rect">
            <a:avLst/>
          </a:prstGeom>
        </p:spPr>
        <p:txBody>
          <a:bodyPr vert="horz" lIns="91440" tIns="45720" rIns="91440" bIns="45720" rtlCol="0" anchor="ctr"/>
          <a:lstStyle>
            <a:lvl1pPr algn="l">
              <a:defRPr sz="900">
                <a:solidFill>
                  <a:srgbClr val="00549F"/>
                </a:solidFill>
              </a:defRPr>
            </a:lvl1pPr>
          </a:lstStyle>
          <a:p>
            <a:fld id="{13DF57E2-0006-4890-B490-C5A56CDD4B6C}" type="slidenum">
              <a:rPr lang="de-DE" smtClean="0"/>
              <a:pPr/>
              <a:t>‹Nr.›</a:t>
            </a:fld>
            <a:endParaRPr lang="de-DE" dirty="0"/>
          </a:p>
        </p:txBody>
      </p:sp>
      <p:sp>
        <p:nvSpPr>
          <p:cNvPr id="8" name="Datumsplatzhalter 17"/>
          <p:cNvSpPr>
            <a:spLocks noGrp="1"/>
          </p:cNvSpPr>
          <p:nvPr>
            <p:ph type="dt" sz="half" idx="2"/>
          </p:nvPr>
        </p:nvSpPr>
        <p:spPr>
          <a:xfrm>
            <a:off x="1155939" y="6264676"/>
            <a:ext cx="1033991" cy="365125"/>
          </a:xfrm>
          <a:prstGeom prst="rect">
            <a:avLst/>
          </a:prstGeom>
        </p:spPr>
        <p:txBody>
          <a:bodyPr vert="horz" lIns="91440" tIns="45720" rIns="91440" bIns="45720" rtlCol="0" anchor="ctr"/>
          <a:lstStyle>
            <a:lvl1pPr algn="l">
              <a:defRPr lang="de-DE" sz="900" kern="1200" smtClean="0">
                <a:solidFill>
                  <a:srgbClr val="00549F"/>
                </a:solidFill>
                <a:latin typeface="+mn-lt"/>
                <a:ea typeface="+mn-ea"/>
                <a:cs typeface="+mn-cs"/>
              </a:defRPr>
            </a:lvl1pPr>
          </a:lstStyle>
          <a:p>
            <a:r>
              <a:rPr lang="de-DE" dirty="0"/>
              <a:t>17</a:t>
            </a:r>
            <a:r>
              <a:rPr lang="en-DE"/>
              <a:t>.0</a:t>
            </a:r>
            <a:r>
              <a:rPr lang="de-DE" dirty="0"/>
              <a:t>6</a:t>
            </a:r>
            <a:r>
              <a:rPr lang="en-DE"/>
              <a:t>.202</a:t>
            </a:r>
            <a:r>
              <a:rPr lang="de-DE" dirty="0"/>
              <a:t>5</a:t>
            </a:r>
          </a:p>
        </p:txBody>
      </p:sp>
      <p:sp>
        <p:nvSpPr>
          <p:cNvPr id="11" name="Fußzeilenplatzhalter 16">
            <a:extLst>
              <a:ext uri="{FF2B5EF4-FFF2-40B4-BE49-F238E27FC236}">
                <a16:creationId xmlns:a16="http://schemas.microsoft.com/office/drawing/2014/main" id="{2622EFC8-7FFD-44A8-8439-F766FA7D9F4B}"/>
              </a:ext>
            </a:extLst>
          </p:cNvPr>
          <p:cNvSpPr>
            <a:spLocks noGrp="1"/>
          </p:cNvSpPr>
          <p:nvPr>
            <p:ph type="ftr" sz="quarter" idx="3"/>
          </p:nvPr>
        </p:nvSpPr>
        <p:spPr>
          <a:xfrm>
            <a:off x="2406300" y="6264675"/>
            <a:ext cx="6799844" cy="365125"/>
          </a:xfrm>
          <a:prstGeom prst="rect">
            <a:avLst/>
          </a:prstGeom>
        </p:spPr>
        <p:txBody>
          <a:bodyPr vert="horz" lIns="91440" tIns="45720" rIns="91440" bIns="45720" rtlCol="0" anchor="ctr"/>
          <a:lstStyle>
            <a:lvl1pPr algn="l">
              <a:defRPr lang="de-DE" sz="900" kern="1200" dirty="0" smtClean="0">
                <a:solidFill>
                  <a:srgbClr val="00549F"/>
                </a:solidFill>
                <a:latin typeface="+mn-lt"/>
                <a:ea typeface="+mn-ea"/>
                <a:cs typeface="+mn-cs"/>
              </a:defRPr>
            </a:lvl1pPr>
          </a:lstStyle>
          <a:p>
            <a:r>
              <a:rPr lang="da-DK"/>
              <a:t>Folienmaster ANTS rev2</a:t>
            </a:r>
            <a:endParaRPr lang="en-US"/>
          </a:p>
        </p:txBody>
      </p:sp>
      <p:sp>
        <p:nvSpPr>
          <p:cNvPr id="3" name="Diagrammplatzhalter 2">
            <a:extLst>
              <a:ext uri="{FF2B5EF4-FFF2-40B4-BE49-F238E27FC236}">
                <a16:creationId xmlns:a16="http://schemas.microsoft.com/office/drawing/2014/main" id="{EDA0AA68-FD1C-4C60-97B7-D5339BF8C390}"/>
              </a:ext>
            </a:extLst>
          </p:cNvPr>
          <p:cNvSpPr>
            <a:spLocks noGrp="1"/>
          </p:cNvSpPr>
          <p:nvPr>
            <p:ph type="chart" sz="quarter" idx="17"/>
          </p:nvPr>
        </p:nvSpPr>
        <p:spPr>
          <a:xfrm>
            <a:off x="385989" y="1208314"/>
            <a:ext cx="11436350" cy="4849586"/>
          </a:xfrm>
          <a:prstGeom prst="rect">
            <a:avLst/>
          </a:prstGeom>
        </p:spPr>
        <p:txBody>
          <a:bodyPr/>
          <a:lstStyle/>
          <a:p>
            <a:endParaRPr lang="en-DE"/>
          </a:p>
        </p:txBody>
      </p:sp>
      <p:sp>
        <p:nvSpPr>
          <p:cNvPr id="13" name="Titel 1">
            <a:extLst>
              <a:ext uri="{FF2B5EF4-FFF2-40B4-BE49-F238E27FC236}">
                <a16:creationId xmlns:a16="http://schemas.microsoft.com/office/drawing/2014/main" id="{55F477D5-C65D-4CDE-8710-2356A0E1B4BF}"/>
              </a:ext>
            </a:extLst>
          </p:cNvPr>
          <p:cNvSpPr>
            <a:spLocks noGrp="1"/>
          </p:cNvSpPr>
          <p:nvPr>
            <p:ph type="title"/>
          </p:nvPr>
        </p:nvSpPr>
        <p:spPr>
          <a:xfrm>
            <a:off x="378205" y="170441"/>
            <a:ext cx="10515600" cy="514350"/>
          </a:xfrm>
        </p:spPr>
        <p:txBody>
          <a:bodyPr>
            <a:normAutofit/>
          </a:bodyPr>
          <a:lstStyle>
            <a:lvl1pPr>
              <a:defRPr sz="2600"/>
            </a:lvl1pPr>
          </a:lstStyle>
          <a:p>
            <a:r>
              <a:rPr lang="de-DE" dirty="0"/>
              <a:t>Mastertitelformat bearbeiten</a:t>
            </a:r>
            <a:endParaRPr lang="en-DE" dirty="0"/>
          </a:p>
        </p:txBody>
      </p:sp>
      <p:sp>
        <p:nvSpPr>
          <p:cNvPr id="9" name="Textplatzhalter 3">
            <a:extLst>
              <a:ext uri="{FF2B5EF4-FFF2-40B4-BE49-F238E27FC236}">
                <a16:creationId xmlns:a16="http://schemas.microsoft.com/office/drawing/2014/main" id="{40804213-0CE3-4695-A195-86EFDF869B9C}"/>
              </a:ext>
            </a:extLst>
          </p:cNvPr>
          <p:cNvSpPr>
            <a:spLocks noGrp="1"/>
          </p:cNvSpPr>
          <p:nvPr>
            <p:ph type="body" sz="quarter" idx="18"/>
          </p:nvPr>
        </p:nvSpPr>
        <p:spPr>
          <a:xfrm>
            <a:off x="816746" y="701119"/>
            <a:ext cx="8932543" cy="306186"/>
          </a:xfrm>
          <a:prstGeom prst="rect">
            <a:avLst/>
          </a:prstGeom>
        </p:spPr>
        <p:txBody>
          <a:bodyPr/>
          <a:lstStyle>
            <a:lvl1pPr marL="271463" indent="-271463">
              <a:buClr>
                <a:srgbClr val="8EBAE5"/>
              </a:buClr>
              <a:buSzPct val="145000"/>
              <a:buFont typeface="Arial" panose="020B0604020202020204" pitchFamily="34" charset="0"/>
              <a:buChar char="»"/>
              <a:defRPr sz="2000" b="1">
                <a:solidFill>
                  <a:srgbClr val="8EBAE5"/>
                </a:solidFill>
              </a:defRPr>
            </a:lvl1pPr>
            <a:lvl2pPr marL="215900" indent="0">
              <a:buFontTx/>
              <a:buNone/>
              <a:defRPr/>
            </a:lvl2pPr>
            <a:lvl3pPr marL="431800" indent="0">
              <a:buFontTx/>
              <a:buNone/>
              <a:defRPr/>
            </a:lvl3pPr>
            <a:lvl4pPr marL="647700" indent="0">
              <a:buFontTx/>
              <a:buNone/>
              <a:defRPr/>
            </a:lvl4pPr>
            <a:lvl5pPr marL="647700" indent="0">
              <a:buFontTx/>
              <a:buNone/>
              <a:defRPr/>
            </a:lvl5pPr>
          </a:lstStyle>
          <a:p>
            <a:pPr lvl="0"/>
            <a:r>
              <a:rPr lang="de-DE" dirty="0"/>
              <a:t>Mastertextformat bearbeiten</a:t>
            </a:r>
          </a:p>
        </p:txBody>
      </p:sp>
    </p:spTree>
    <p:extLst>
      <p:ext uri="{BB962C8B-B14F-4D97-AF65-F5344CB8AC3E}">
        <p14:creationId xmlns:p14="http://schemas.microsoft.com/office/powerpoint/2010/main" val="1908686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yout_Tabelle">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1AF10F6E-73B6-4B44-8592-1088ACEF5397}"/>
              </a:ext>
            </a:extLst>
          </p:cNvPr>
          <p:cNvSpPr>
            <a:spLocks noGrp="1"/>
          </p:cNvSpPr>
          <p:nvPr>
            <p:ph type="ftr" sz="quarter" idx="10"/>
          </p:nvPr>
        </p:nvSpPr>
        <p:spPr/>
        <p:txBody>
          <a:bodyPr/>
          <a:lstStyle/>
          <a:p>
            <a:r>
              <a:rPr lang="da-DK"/>
              <a:t>Folienmaster ANTS rev2</a:t>
            </a:r>
            <a:endParaRPr lang="en-US" dirty="0"/>
          </a:p>
        </p:txBody>
      </p:sp>
      <p:sp>
        <p:nvSpPr>
          <p:cNvPr id="4" name="Datumsplatzhalter 3">
            <a:extLst>
              <a:ext uri="{FF2B5EF4-FFF2-40B4-BE49-F238E27FC236}">
                <a16:creationId xmlns:a16="http://schemas.microsoft.com/office/drawing/2014/main" id="{B9DF8B8C-8B06-4851-B03F-EFF2FFA1EFAC}"/>
              </a:ext>
            </a:extLst>
          </p:cNvPr>
          <p:cNvSpPr>
            <a:spLocks noGrp="1"/>
          </p:cNvSpPr>
          <p:nvPr>
            <p:ph type="dt" sz="half" idx="11"/>
          </p:nvPr>
        </p:nvSpPr>
        <p:spPr/>
        <p:txBody>
          <a:bodyPr/>
          <a:lstStyle/>
          <a:p>
            <a:r>
              <a:rPr lang="en-DE"/>
              <a:t>01.07.2021</a:t>
            </a:r>
            <a:endParaRPr lang="de-DE" dirty="0"/>
          </a:p>
        </p:txBody>
      </p:sp>
      <p:sp>
        <p:nvSpPr>
          <p:cNvPr id="5" name="Foliennummernplatzhalter 4">
            <a:extLst>
              <a:ext uri="{FF2B5EF4-FFF2-40B4-BE49-F238E27FC236}">
                <a16:creationId xmlns:a16="http://schemas.microsoft.com/office/drawing/2014/main" id="{DAC59EE4-E712-4592-9EE0-024551C1628E}"/>
              </a:ext>
            </a:extLst>
          </p:cNvPr>
          <p:cNvSpPr>
            <a:spLocks noGrp="1"/>
          </p:cNvSpPr>
          <p:nvPr>
            <p:ph type="sldNum" sz="quarter" idx="12"/>
          </p:nvPr>
        </p:nvSpPr>
        <p:spPr/>
        <p:txBody>
          <a:bodyPr/>
          <a:lstStyle/>
          <a:p>
            <a:fld id="{13DF57E2-0006-4890-B490-C5A56CDD4B6C}" type="slidenum">
              <a:rPr lang="de-DE" smtClean="0"/>
              <a:pPr/>
              <a:t>‹Nr.›</a:t>
            </a:fld>
            <a:endParaRPr lang="de-DE" dirty="0"/>
          </a:p>
        </p:txBody>
      </p:sp>
      <p:sp>
        <p:nvSpPr>
          <p:cNvPr id="9" name="Tabellenplatzhalter 8">
            <a:extLst>
              <a:ext uri="{FF2B5EF4-FFF2-40B4-BE49-F238E27FC236}">
                <a16:creationId xmlns:a16="http://schemas.microsoft.com/office/drawing/2014/main" id="{ED9893DE-4849-4A1C-811C-F7A4B79A8399}"/>
              </a:ext>
            </a:extLst>
          </p:cNvPr>
          <p:cNvSpPr>
            <a:spLocks noGrp="1"/>
          </p:cNvSpPr>
          <p:nvPr>
            <p:ph type="tbl" sz="quarter" idx="18"/>
          </p:nvPr>
        </p:nvSpPr>
        <p:spPr>
          <a:xfrm>
            <a:off x="377825" y="1208314"/>
            <a:ext cx="11426825" cy="4849586"/>
          </a:xfrm>
          <a:prstGeom prst="rect">
            <a:avLst/>
          </a:prstGeom>
        </p:spPr>
        <p:txBody>
          <a:bodyPr/>
          <a:lstStyle/>
          <a:p>
            <a:endParaRPr lang="en-DE"/>
          </a:p>
        </p:txBody>
      </p:sp>
      <p:sp>
        <p:nvSpPr>
          <p:cNvPr id="12" name="Titel 1">
            <a:extLst>
              <a:ext uri="{FF2B5EF4-FFF2-40B4-BE49-F238E27FC236}">
                <a16:creationId xmlns:a16="http://schemas.microsoft.com/office/drawing/2014/main" id="{AB444986-861B-4B2D-AD44-1169C61CDE98}"/>
              </a:ext>
            </a:extLst>
          </p:cNvPr>
          <p:cNvSpPr>
            <a:spLocks noGrp="1"/>
          </p:cNvSpPr>
          <p:nvPr>
            <p:ph type="title"/>
          </p:nvPr>
        </p:nvSpPr>
        <p:spPr>
          <a:xfrm>
            <a:off x="378205" y="170441"/>
            <a:ext cx="10515600" cy="514350"/>
          </a:xfrm>
        </p:spPr>
        <p:txBody>
          <a:bodyPr>
            <a:normAutofit/>
          </a:bodyPr>
          <a:lstStyle>
            <a:lvl1pPr>
              <a:defRPr sz="2600"/>
            </a:lvl1pPr>
          </a:lstStyle>
          <a:p>
            <a:r>
              <a:rPr lang="de-DE" dirty="0"/>
              <a:t>Mastertitelformat bearbeiten</a:t>
            </a:r>
            <a:endParaRPr lang="en-DE" dirty="0"/>
          </a:p>
        </p:txBody>
      </p:sp>
      <p:sp>
        <p:nvSpPr>
          <p:cNvPr id="13" name="Textplatzhalter 3">
            <a:extLst>
              <a:ext uri="{FF2B5EF4-FFF2-40B4-BE49-F238E27FC236}">
                <a16:creationId xmlns:a16="http://schemas.microsoft.com/office/drawing/2014/main" id="{E3D7B81C-16AB-4F80-AE30-D32F92EF1AC7}"/>
              </a:ext>
            </a:extLst>
          </p:cNvPr>
          <p:cNvSpPr>
            <a:spLocks noGrp="1"/>
          </p:cNvSpPr>
          <p:nvPr>
            <p:ph type="body" sz="quarter" idx="19"/>
          </p:nvPr>
        </p:nvSpPr>
        <p:spPr>
          <a:xfrm>
            <a:off x="816746" y="701119"/>
            <a:ext cx="8932543" cy="306186"/>
          </a:xfrm>
          <a:prstGeom prst="rect">
            <a:avLst/>
          </a:prstGeom>
        </p:spPr>
        <p:txBody>
          <a:bodyPr/>
          <a:lstStyle>
            <a:lvl1pPr marL="271463" indent="-271463">
              <a:buClr>
                <a:srgbClr val="8EBAE5"/>
              </a:buClr>
              <a:buSzPct val="145000"/>
              <a:buFont typeface="Arial" panose="020B0604020202020204" pitchFamily="34" charset="0"/>
              <a:buChar char="»"/>
              <a:defRPr sz="2000" b="1">
                <a:solidFill>
                  <a:srgbClr val="8EBAE5"/>
                </a:solidFill>
              </a:defRPr>
            </a:lvl1pPr>
            <a:lvl2pPr marL="215900" indent="0">
              <a:buFontTx/>
              <a:buNone/>
              <a:defRPr/>
            </a:lvl2pPr>
            <a:lvl3pPr marL="431800" indent="0">
              <a:buFontTx/>
              <a:buNone/>
              <a:defRPr/>
            </a:lvl3pPr>
            <a:lvl4pPr marL="647700" indent="0">
              <a:buFontTx/>
              <a:buNone/>
              <a:defRPr/>
            </a:lvl4pPr>
            <a:lvl5pPr marL="647700" indent="0">
              <a:buFontTx/>
              <a:buNone/>
              <a:defRPr/>
            </a:lvl5pPr>
          </a:lstStyle>
          <a:p>
            <a:pPr lvl="0"/>
            <a:r>
              <a:rPr lang="de-DE" dirty="0"/>
              <a:t>Mastertextformat bearbeiten</a:t>
            </a:r>
          </a:p>
        </p:txBody>
      </p:sp>
    </p:spTree>
    <p:extLst>
      <p:ext uri="{BB962C8B-B14F-4D97-AF65-F5344CB8AC3E}">
        <p14:creationId xmlns:p14="http://schemas.microsoft.com/office/powerpoint/2010/main" val="1716600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yout_Medien">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1AF10F6E-73B6-4B44-8592-1088ACEF5397}"/>
              </a:ext>
            </a:extLst>
          </p:cNvPr>
          <p:cNvSpPr>
            <a:spLocks noGrp="1"/>
          </p:cNvSpPr>
          <p:nvPr>
            <p:ph type="ftr" sz="quarter" idx="10"/>
          </p:nvPr>
        </p:nvSpPr>
        <p:spPr/>
        <p:txBody>
          <a:bodyPr/>
          <a:lstStyle/>
          <a:p>
            <a:r>
              <a:rPr lang="da-DK"/>
              <a:t>Folienmaster ANTS rev2</a:t>
            </a:r>
            <a:endParaRPr lang="en-US" dirty="0"/>
          </a:p>
        </p:txBody>
      </p:sp>
      <p:sp>
        <p:nvSpPr>
          <p:cNvPr id="4" name="Datumsplatzhalter 3">
            <a:extLst>
              <a:ext uri="{FF2B5EF4-FFF2-40B4-BE49-F238E27FC236}">
                <a16:creationId xmlns:a16="http://schemas.microsoft.com/office/drawing/2014/main" id="{B9DF8B8C-8B06-4851-B03F-EFF2FFA1EFAC}"/>
              </a:ext>
            </a:extLst>
          </p:cNvPr>
          <p:cNvSpPr>
            <a:spLocks noGrp="1"/>
          </p:cNvSpPr>
          <p:nvPr>
            <p:ph type="dt" sz="half" idx="11"/>
          </p:nvPr>
        </p:nvSpPr>
        <p:spPr/>
        <p:txBody>
          <a:bodyPr/>
          <a:lstStyle/>
          <a:p>
            <a:r>
              <a:rPr lang="en-DE"/>
              <a:t>01.07.2021</a:t>
            </a:r>
            <a:endParaRPr lang="de-DE" dirty="0"/>
          </a:p>
        </p:txBody>
      </p:sp>
      <p:sp>
        <p:nvSpPr>
          <p:cNvPr id="5" name="Foliennummernplatzhalter 4">
            <a:extLst>
              <a:ext uri="{FF2B5EF4-FFF2-40B4-BE49-F238E27FC236}">
                <a16:creationId xmlns:a16="http://schemas.microsoft.com/office/drawing/2014/main" id="{DAC59EE4-E712-4592-9EE0-024551C1628E}"/>
              </a:ext>
            </a:extLst>
          </p:cNvPr>
          <p:cNvSpPr>
            <a:spLocks noGrp="1"/>
          </p:cNvSpPr>
          <p:nvPr>
            <p:ph type="sldNum" sz="quarter" idx="12"/>
          </p:nvPr>
        </p:nvSpPr>
        <p:spPr/>
        <p:txBody>
          <a:bodyPr/>
          <a:lstStyle/>
          <a:p>
            <a:fld id="{13DF57E2-0006-4890-B490-C5A56CDD4B6C}" type="slidenum">
              <a:rPr lang="de-DE" smtClean="0"/>
              <a:pPr/>
              <a:t>‹Nr.›</a:t>
            </a:fld>
            <a:endParaRPr lang="de-DE" dirty="0"/>
          </a:p>
        </p:txBody>
      </p:sp>
      <p:sp>
        <p:nvSpPr>
          <p:cNvPr id="8" name="Medienplatzhalter 7">
            <a:extLst>
              <a:ext uri="{FF2B5EF4-FFF2-40B4-BE49-F238E27FC236}">
                <a16:creationId xmlns:a16="http://schemas.microsoft.com/office/drawing/2014/main" id="{8F6E8588-8BB6-47A9-A3CE-AF776B57758B}"/>
              </a:ext>
            </a:extLst>
          </p:cNvPr>
          <p:cNvSpPr>
            <a:spLocks noGrp="1"/>
          </p:cNvSpPr>
          <p:nvPr>
            <p:ph type="media" sz="quarter" idx="19"/>
          </p:nvPr>
        </p:nvSpPr>
        <p:spPr>
          <a:xfrm>
            <a:off x="377825" y="1208313"/>
            <a:ext cx="11426826" cy="4849586"/>
          </a:xfrm>
          <a:prstGeom prst="rect">
            <a:avLst/>
          </a:prstGeom>
        </p:spPr>
        <p:txBody>
          <a:bodyPr/>
          <a:lstStyle/>
          <a:p>
            <a:endParaRPr lang="en-DE"/>
          </a:p>
        </p:txBody>
      </p:sp>
      <p:sp>
        <p:nvSpPr>
          <p:cNvPr id="12" name="Titel 1">
            <a:extLst>
              <a:ext uri="{FF2B5EF4-FFF2-40B4-BE49-F238E27FC236}">
                <a16:creationId xmlns:a16="http://schemas.microsoft.com/office/drawing/2014/main" id="{5345F014-FA91-41D1-AACC-031010E08C5F}"/>
              </a:ext>
            </a:extLst>
          </p:cNvPr>
          <p:cNvSpPr>
            <a:spLocks noGrp="1"/>
          </p:cNvSpPr>
          <p:nvPr>
            <p:ph type="title"/>
          </p:nvPr>
        </p:nvSpPr>
        <p:spPr>
          <a:xfrm>
            <a:off x="378205" y="170441"/>
            <a:ext cx="10515600" cy="514350"/>
          </a:xfrm>
        </p:spPr>
        <p:txBody>
          <a:bodyPr>
            <a:normAutofit/>
          </a:bodyPr>
          <a:lstStyle>
            <a:lvl1pPr>
              <a:defRPr sz="2600"/>
            </a:lvl1pPr>
          </a:lstStyle>
          <a:p>
            <a:r>
              <a:rPr lang="de-DE" dirty="0"/>
              <a:t>Mastertitelformat bearbeiten</a:t>
            </a:r>
            <a:endParaRPr lang="en-DE" dirty="0"/>
          </a:p>
        </p:txBody>
      </p:sp>
    </p:spTree>
    <p:extLst>
      <p:ext uri="{BB962C8B-B14F-4D97-AF65-F5344CB8AC3E}">
        <p14:creationId xmlns:p14="http://schemas.microsoft.com/office/powerpoint/2010/main" val="15825404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bschlussfolie mit Bild">
    <p:spTree>
      <p:nvGrpSpPr>
        <p:cNvPr id="1" name=""/>
        <p:cNvGrpSpPr/>
        <p:nvPr/>
      </p:nvGrpSpPr>
      <p:grpSpPr>
        <a:xfrm>
          <a:off x="0" y="0"/>
          <a:ext cx="0" cy="0"/>
          <a:chOff x="0" y="0"/>
          <a:chExt cx="0" cy="0"/>
        </a:xfrm>
      </p:grpSpPr>
      <p:sp>
        <p:nvSpPr>
          <p:cNvPr id="5" name="Title 1"/>
          <p:cNvSpPr txBox="1">
            <a:spLocks/>
          </p:cNvSpPr>
          <p:nvPr userDrawn="1"/>
        </p:nvSpPr>
        <p:spPr>
          <a:xfrm>
            <a:off x="383116" y="3181252"/>
            <a:ext cx="11425767" cy="1079500"/>
          </a:xfrm>
          <a:prstGeom prst="rect">
            <a:avLst/>
          </a:prstGeom>
        </p:spPr>
        <p:txBody>
          <a:bodyPr lIns="0" tIns="0" rIns="0" bIns="0"/>
          <a:lstStyle>
            <a:lvl1pPr algn="l" defTabSz="914400" rtl="0" eaLnBrk="1" latinLnBrk="0" hangingPunct="1">
              <a:lnSpc>
                <a:spcPct val="90000"/>
              </a:lnSpc>
              <a:spcBef>
                <a:spcPct val="0"/>
              </a:spcBef>
              <a:buNone/>
              <a:defRPr sz="3200" b="1" kern="1200" baseline="0">
                <a:solidFill>
                  <a:schemeClr val="tx2"/>
                </a:solidFill>
                <a:latin typeface="Arial" panose="020B0604020202020204" pitchFamily="34" charset="0"/>
                <a:ea typeface="+mj-ea"/>
                <a:cs typeface="Arial" panose="020B0604020202020204" pitchFamily="34" charset="0"/>
              </a:defRPr>
            </a:lvl1pPr>
          </a:lstStyle>
          <a:p>
            <a:pPr fontAlgn="auto">
              <a:spcAft>
                <a:spcPts val="0"/>
              </a:spcAft>
              <a:defRPr/>
            </a:pPr>
            <a:r>
              <a:rPr lang="de-DE" sz="3200" dirty="0"/>
              <a:t>Vielen Dank für Ihre Aufmerksamkeit.</a:t>
            </a:r>
          </a:p>
          <a:p>
            <a:pPr fontAlgn="auto">
              <a:spcAft>
                <a:spcPts val="0"/>
              </a:spcAft>
              <a:defRPr/>
            </a:pPr>
            <a:r>
              <a:rPr lang="de-DE" sz="3200" dirty="0"/>
              <a:t>Gibt es Fragen?</a:t>
            </a:r>
            <a:endParaRPr lang="en-US" sz="3200" dirty="0"/>
          </a:p>
        </p:txBody>
      </p:sp>
      <p:sp>
        <p:nvSpPr>
          <p:cNvPr id="6" name="Textplatzhalter 24"/>
          <p:cNvSpPr>
            <a:spLocks noGrp="1"/>
          </p:cNvSpPr>
          <p:nvPr>
            <p:ph type="body" sz="quarter" idx="11" hasCustomPrompt="1"/>
          </p:nvPr>
        </p:nvSpPr>
        <p:spPr>
          <a:xfrm>
            <a:off x="383117" y="4253947"/>
            <a:ext cx="11425767" cy="1666227"/>
          </a:xfrm>
          <a:prstGeom prst="rect">
            <a:avLst/>
          </a:prstGeom>
        </p:spPr>
        <p:txBody>
          <a:bodyPr lIns="0" tIns="0" rIns="0" bIns="0"/>
          <a:lstStyle>
            <a:lvl1pPr marL="0" indent="0">
              <a:lnSpc>
                <a:spcPct val="100000"/>
              </a:lnSpc>
              <a:spcBef>
                <a:spcPts val="0"/>
              </a:spcBef>
              <a:spcAft>
                <a:spcPts val="600"/>
              </a:spcAft>
              <a:buFontTx/>
              <a:buNone/>
              <a:defRPr sz="1400" b="0" baseline="0">
                <a:solidFill>
                  <a:srgbClr val="00549F"/>
                </a:solidFill>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dirty="0"/>
              <a:t>Optionale Kontaktbox</a:t>
            </a:r>
          </a:p>
        </p:txBody>
      </p:sp>
      <p:sp>
        <p:nvSpPr>
          <p:cNvPr id="7" name="Textfeld 6"/>
          <p:cNvSpPr txBox="1"/>
          <p:nvPr userDrawn="1"/>
        </p:nvSpPr>
        <p:spPr>
          <a:xfrm>
            <a:off x="-3557899" y="3567114"/>
            <a:ext cx="3048000" cy="307777"/>
          </a:xfrm>
          <a:prstGeom prst="rect">
            <a:avLst/>
          </a:prstGeom>
          <a:noFill/>
        </p:spPr>
        <p:txBody>
          <a:bodyPr wrap="square" rtlCol="0">
            <a:spAutoFit/>
          </a:bodyPr>
          <a:lstStyle/>
          <a:p>
            <a:r>
              <a:rPr lang="de-DE" sz="1400" dirty="0"/>
              <a:t>Beispiel</a:t>
            </a:r>
            <a:r>
              <a:rPr lang="de-DE" sz="1400" baseline="0" dirty="0"/>
              <a:t> f</a:t>
            </a:r>
            <a:r>
              <a:rPr lang="de-DE" sz="1400" dirty="0"/>
              <a:t>ür</a:t>
            </a:r>
            <a:r>
              <a:rPr lang="de-DE" sz="1400" baseline="0" dirty="0"/>
              <a:t> Kontaktbox</a:t>
            </a:r>
            <a:endParaRPr lang="de-DE" sz="1400" dirty="0"/>
          </a:p>
        </p:txBody>
      </p:sp>
      <p:sp>
        <p:nvSpPr>
          <p:cNvPr id="10" name="Textfeld 9"/>
          <p:cNvSpPr txBox="1"/>
          <p:nvPr userDrawn="1"/>
        </p:nvSpPr>
        <p:spPr>
          <a:xfrm>
            <a:off x="-4368800" y="4006154"/>
            <a:ext cx="4368800" cy="1754326"/>
          </a:xfrm>
          <a:prstGeom prst="rect">
            <a:avLst/>
          </a:prstGeom>
          <a:noFill/>
        </p:spPr>
        <p:txBody>
          <a:bodyPr wrap="square" rtlCol="0">
            <a:spAutoFit/>
          </a:bodyPr>
          <a:lstStyle/>
          <a:p>
            <a:pPr lvl="0"/>
            <a:r>
              <a:rPr lang="de-DE" sz="1200" dirty="0"/>
              <a:t>Laura Hollerbach, M. Sc.</a:t>
            </a:r>
          </a:p>
          <a:p>
            <a:pPr lvl="0"/>
            <a:r>
              <a:rPr lang="de-DE" sz="1200" dirty="0"/>
              <a:t>Wissenschaftliche Mitarbeiterin</a:t>
            </a:r>
          </a:p>
          <a:p>
            <a:pPr lvl="0"/>
            <a:r>
              <a:rPr lang="de-DE" sz="1200" dirty="0"/>
              <a:t>Institut für Aufbereitung und Recycling (I.A.R.)</a:t>
            </a:r>
          </a:p>
          <a:p>
            <a:pPr lvl="0"/>
            <a:r>
              <a:rPr lang="de-DE" sz="1200"/>
              <a:t>RWTH Aachen</a:t>
            </a:r>
          </a:p>
          <a:p>
            <a:pPr lvl="0"/>
            <a:endParaRPr lang="de-DE" sz="1200" dirty="0"/>
          </a:p>
          <a:p>
            <a:pPr lvl="0"/>
            <a:r>
              <a:rPr lang="de-DE" sz="1200" dirty="0" err="1"/>
              <a:t>Wüllnerstr</a:t>
            </a:r>
            <a:r>
              <a:rPr lang="de-DE" sz="1200" dirty="0"/>
              <a:t>. 2, D-52062 Aachen</a:t>
            </a:r>
          </a:p>
          <a:p>
            <a:pPr lvl="0"/>
            <a:r>
              <a:rPr lang="de-DE" sz="1200" dirty="0"/>
              <a:t>Tel.: +49 241 80-99338</a:t>
            </a:r>
          </a:p>
          <a:p>
            <a:pPr lvl="0"/>
            <a:r>
              <a:rPr lang="de-DE" sz="1200" dirty="0"/>
              <a:t>Mail: laura.hollerbach@iar.rwth-aachen.de</a:t>
            </a:r>
          </a:p>
          <a:p>
            <a:pPr lvl="0"/>
            <a:r>
              <a:rPr lang="de-DE" sz="1200" dirty="0"/>
              <a:t>Web: http://www.iar.rwth-aachen.de</a:t>
            </a:r>
          </a:p>
        </p:txBody>
      </p:sp>
      <p:pic>
        <p:nvPicPr>
          <p:cNvPr id="9" name="Grafik 8">
            <a:extLst>
              <a:ext uri="{FF2B5EF4-FFF2-40B4-BE49-F238E27FC236}">
                <a16:creationId xmlns:a16="http://schemas.microsoft.com/office/drawing/2014/main" id="{C5C85304-0E23-4D1A-A5DE-6FE2F72E78F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452"/>
          <a:stretch/>
        </p:blipFill>
        <p:spPr>
          <a:xfrm>
            <a:off x="-65902" y="-16476"/>
            <a:ext cx="12257903" cy="3050233"/>
          </a:xfrm>
          <a:prstGeom prst="rect">
            <a:avLst/>
          </a:prstGeom>
        </p:spPr>
      </p:pic>
    </p:spTree>
    <p:extLst>
      <p:ext uri="{BB962C8B-B14F-4D97-AF65-F5344CB8AC3E}">
        <p14:creationId xmlns:p14="http://schemas.microsoft.com/office/powerpoint/2010/main" val="40993942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bschlussfolie mit Bild (eng)">
    <p:spTree>
      <p:nvGrpSpPr>
        <p:cNvPr id="1" name=""/>
        <p:cNvGrpSpPr/>
        <p:nvPr/>
      </p:nvGrpSpPr>
      <p:grpSpPr>
        <a:xfrm>
          <a:off x="0" y="0"/>
          <a:ext cx="0" cy="0"/>
          <a:chOff x="0" y="0"/>
          <a:chExt cx="0" cy="0"/>
        </a:xfrm>
      </p:grpSpPr>
      <p:pic>
        <p:nvPicPr>
          <p:cNvPr id="9" name="Grafik 8"/>
          <p:cNvPicPr>
            <a:picLocks noChangeAspect="1"/>
          </p:cNvPicPr>
          <p:nvPr userDrawn="1"/>
        </p:nvPicPr>
        <p:blipFill rotWithShape="1">
          <a:blip r:embed="rId2" cstate="print">
            <a:extLst>
              <a:ext uri="{28A0092B-C50C-407E-A947-70E740481C1C}">
                <a14:useLocalDpi xmlns:a14="http://schemas.microsoft.com/office/drawing/2010/main"/>
              </a:ext>
            </a:extLst>
          </a:blip>
          <a:srcRect l="-452"/>
          <a:stretch/>
        </p:blipFill>
        <p:spPr>
          <a:xfrm>
            <a:off x="-65902" y="-16476"/>
            <a:ext cx="12257903" cy="3050233"/>
          </a:xfrm>
          <a:prstGeom prst="rect">
            <a:avLst/>
          </a:prstGeom>
        </p:spPr>
      </p:pic>
      <p:sp>
        <p:nvSpPr>
          <p:cNvPr id="7" name="Title 1"/>
          <p:cNvSpPr txBox="1">
            <a:spLocks/>
          </p:cNvSpPr>
          <p:nvPr userDrawn="1"/>
        </p:nvSpPr>
        <p:spPr>
          <a:xfrm>
            <a:off x="384001" y="3255666"/>
            <a:ext cx="11425767" cy="1010548"/>
          </a:xfrm>
          <a:prstGeom prst="rect">
            <a:avLst/>
          </a:prstGeom>
        </p:spPr>
        <p:txBody>
          <a:bodyPr lIns="0" tIns="0" rIns="0" bIns="0"/>
          <a:lstStyle>
            <a:lvl1pPr algn="l" defTabSz="914400" rtl="0" eaLnBrk="1" latinLnBrk="0" hangingPunct="1">
              <a:lnSpc>
                <a:spcPct val="90000"/>
              </a:lnSpc>
              <a:spcBef>
                <a:spcPct val="0"/>
              </a:spcBef>
              <a:buNone/>
              <a:defRPr sz="3200" b="1" kern="1200" baseline="0">
                <a:solidFill>
                  <a:schemeClr val="tx2"/>
                </a:solidFill>
                <a:latin typeface="Arial" panose="020B0604020202020204" pitchFamily="34" charset="0"/>
                <a:ea typeface="+mj-ea"/>
                <a:cs typeface="Arial" panose="020B0604020202020204" pitchFamily="34" charset="0"/>
              </a:defRPr>
            </a:lvl1pPr>
          </a:lstStyle>
          <a:p>
            <a:pPr fontAlgn="auto">
              <a:spcAft>
                <a:spcPts val="0"/>
              </a:spcAft>
              <a:defRPr/>
            </a:pPr>
            <a:r>
              <a:rPr lang="en-US" sz="3200" dirty="0"/>
              <a:t>Thank you for your attention. </a:t>
            </a:r>
          </a:p>
          <a:p>
            <a:pPr fontAlgn="auto">
              <a:spcAft>
                <a:spcPts val="0"/>
              </a:spcAft>
              <a:defRPr/>
            </a:pPr>
            <a:r>
              <a:rPr lang="en-US" sz="3200" dirty="0"/>
              <a:t>Any questions?</a:t>
            </a:r>
          </a:p>
        </p:txBody>
      </p:sp>
      <p:sp>
        <p:nvSpPr>
          <p:cNvPr id="6" name="Textplatzhalter 24">
            <a:extLst>
              <a:ext uri="{FF2B5EF4-FFF2-40B4-BE49-F238E27FC236}">
                <a16:creationId xmlns:a16="http://schemas.microsoft.com/office/drawing/2014/main" id="{0FD39ACA-BE00-4B18-97CD-8A3FE658EC53}"/>
              </a:ext>
            </a:extLst>
          </p:cNvPr>
          <p:cNvSpPr>
            <a:spLocks noGrp="1"/>
          </p:cNvSpPr>
          <p:nvPr>
            <p:ph type="body" sz="quarter" idx="11" hasCustomPrompt="1"/>
          </p:nvPr>
        </p:nvSpPr>
        <p:spPr>
          <a:xfrm>
            <a:off x="383117" y="4253947"/>
            <a:ext cx="11425767" cy="1666227"/>
          </a:xfrm>
          <a:prstGeom prst="rect">
            <a:avLst/>
          </a:prstGeom>
        </p:spPr>
        <p:txBody>
          <a:bodyPr lIns="0" tIns="0" rIns="0" bIns="0"/>
          <a:lstStyle>
            <a:lvl1pPr marL="0" indent="0">
              <a:lnSpc>
                <a:spcPct val="100000"/>
              </a:lnSpc>
              <a:spcBef>
                <a:spcPts val="0"/>
              </a:spcBef>
              <a:spcAft>
                <a:spcPts val="600"/>
              </a:spcAft>
              <a:buFontTx/>
              <a:buNone/>
              <a:defRPr sz="1400" b="0" baseline="0">
                <a:solidFill>
                  <a:srgbClr val="00549F"/>
                </a:solidFill>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dirty="0"/>
              <a:t>Optionale Kontaktbox</a:t>
            </a:r>
          </a:p>
        </p:txBody>
      </p:sp>
    </p:spTree>
    <p:extLst>
      <p:ext uri="{BB962C8B-B14F-4D97-AF65-F5344CB8AC3E}">
        <p14:creationId xmlns:p14="http://schemas.microsoft.com/office/powerpoint/2010/main" val="28094212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7" name="Textfeld 6"/>
          <p:cNvSpPr txBox="1"/>
          <p:nvPr userDrawn="1"/>
        </p:nvSpPr>
        <p:spPr>
          <a:xfrm>
            <a:off x="-3810000" y="3567113"/>
            <a:ext cx="3048000" cy="307777"/>
          </a:xfrm>
          <a:prstGeom prst="rect">
            <a:avLst/>
          </a:prstGeom>
          <a:noFill/>
        </p:spPr>
        <p:txBody>
          <a:bodyPr wrap="square" rtlCol="0">
            <a:spAutoFit/>
          </a:bodyPr>
          <a:lstStyle/>
          <a:p>
            <a:r>
              <a:rPr lang="de-DE" sz="1400" dirty="0"/>
              <a:t>Beispiel</a:t>
            </a:r>
            <a:r>
              <a:rPr lang="de-DE" sz="1400" baseline="0" dirty="0"/>
              <a:t> f</a:t>
            </a:r>
            <a:r>
              <a:rPr lang="de-DE" sz="1400" dirty="0"/>
              <a:t>ür</a:t>
            </a:r>
            <a:r>
              <a:rPr lang="de-DE" sz="1400" baseline="0" dirty="0"/>
              <a:t> Kontaktbox</a:t>
            </a:r>
            <a:endParaRPr lang="de-DE" sz="1400" dirty="0"/>
          </a:p>
        </p:txBody>
      </p:sp>
      <p:sp>
        <p:nvSpPr>
          <p:cNvPr id="10" name="Textfeld 9"/>
          <p:cNvSpPr txBox="1"/>
          <p:nvPr userDrawn="1"/>
        </p:nvSpPr>
        <p:spPr>
          <a:xfrm>
            <a:off x="-3810000" y="3874891"/>
            <a:ext cx="4368800" cy="1754326"/>
          </a:xfrm>
          <a:prstGeom prst="rect">
            <a:avLst/>
          </a:prstGeom>
          <a:noFill/>
        </p:spPr>
        <p:txBody>
          <a:bodyPr wrap="square" rtlCol="0">
            <a:spAutoFit/>
          </a:bodyPr>
          <a:lstStyle/>
          <a:p>
            <a:pPr lvl="0"/>
            <a:r>
              <a:rPr lang="de-DE" sz="1200" dirty="0"/>
              <a:t>Nils Kroell, M. Sc.</a:t>
            </a:r>
          </a:p>
          <a:p>
            <a:pPr lvl="0"/>
            <a:r>
              <a:rPr lang="de-DE" sz="1200" dirty="0"/>
              <a:t>Wissenschaftlicher Mitarbeiter</a:t>
            </a:r>
          </a:p>
          <a:p>
            <a:pPr lvl="0"/>
            <a:r>
              <a:rPr lang="de-DE" sz="1200" dirty="0"/>
              <a:t>Institut für Anthropogene Stoffkreisläufe (ANTS)</a:t>
            </a:r>
          </a:p>
          <a:p>
            <a:pPr lvl="0"/>
            <a:r>
              <a:rPr lang="de-DE" sz="1200" dirty="0"/>
              <a:t>RWTH Aachen University</a:t>
            </a:r>
          </a:p>
          <a:p>
            <a:pPr lvl="0"/>
            <a:endParaRPr lang="de-DE" sz="1200" dirty="0"/>
          </a:p>
          <a:p>
            <a:pPr lvl="0"/>
            <a:r>
              <a:rPr lang="de-DE" sz="1200" dirty="0" err="1"/>
              <a:t>Wüllnerstr</a:t>
            </a:r>
            <a:r>
              <a:rPr lang="de-DE" sz="1200" dirty="0"/>
              <a:t>. 2, D-52062 Aachen</a:t>
            </a:r>
          </a:p>
          <a:p>
            <a:pPr lvl="0"/>
            <a:r>
              <a:rPr lang="de-DE" sz="1200" dirty="0"/>
              <a:t>Tel.: +49 241 80-99343</a:t>
            </a:r>
          </a:p>
          <a:p>
            <a:pPr lvl="0"/>
            <a:r>
              <a:rPr lang="de-DE" sz="1200" dirty="0"/>
              <a:t>Mail: nils.kroell@ants.rwth-aachen.de</a:t>
            </a:r>
          </a:p>
          <a:p>
            <a:pPr lvl="0"/>
            <a:r>
              <a:rPr lang="de-DE" sz="1200" dirty="0"/>
              <a:t>Web: www.ants.rwth-aachen.de</a:t>
            </a:r>
          </a:p>
        </p:txBody>
      </p:sp>
    </p:spTree>
    <p:extLst>
      <p:ext uri="{BB962C8B-B14F-4D97-AF65-F5344CB8AC3E}">
        <p14:creationId xmlns:p14="http://schemas.microsoft.com/office/powerpoint/2010/main" val="1190934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Fußzeilenplatzhalter 16"/>
          <p:cNvSpPr>
            <a:spLocks noGrp="1"/>
          </p:cNvSpPr>
          <p:nvPr>
            <p:ph type="ftr" sz="quarter" idx="3"/>
          </p:nvPr>
        </p:nvSpPr>
        <p:spPr>
          <a:xfrm>
            <a:off x="2406300" y="6264676"/>
            <a:ext cx="5406050" cy="365125"/>
          </a:xfrm>
          <a:prstGeom prst="rect">
            <a:avLst/>
          </a:prstGeom>
        </p:spPr>
        <p:txBody>
          <a:bodyPr vert="horz" lIns="91440" tIns="45720" rIns="91440" bIns="45720" rtlCol="0" anchor="ctr"/>
          <a:lstStyle>
            <a:lvl1pPr algn="l">
              <a:defRPr lang="de-DE" sz="900" kern="1200" dirty="0" smtClean="0">
                <a:solidFill>
                  <a:srgbClr val="00549F"/>
                </a:solidFill>
                <a:latin typeface="+mn-lt"/>
                <a:ea typeface="+mn-ea"/>
                <a:cs typeface="+mn-cs"/>
              </a:defRPr>
            </a:lvl1pPr>
          </a:lstStyle>
          <a:p>
            <a:r>
              <a:rPr lang="da-DK"/>
              <a:t>Folienmaster ANTS rev2</a:t>
            </a:r>
            <a:endParaRPr lang="en-US" dirty="0"/>
          </a:p>
        </p:txBody>
      </p:sp>
      <p:sp>
        <p:nvSpPr>
          <p:cNvPr id="18" name="Datumsplatzhalter 17"/>
          <p:cNvSpPr>
            <a:spLocks noGrp="1"/>
          </p:cNvSpPr>
          <p:nvPr>
            <p:ph type="dt" sz="half" idx="2"/>
          </p:nvPr>
        </p:nvSpPr>
        <p:spPr>
          <a:xfrm>
            <a:off x="1155939" y="6264676"/>
            <a:ext cx="1033991" cy="365125"/>
          </a:xfrm>
          <a:prstGeom prst="rect">
            <a:avLst/>
          </a:prstGeom>
        </p:spPr>
        <p:txBody>
          <a:bodyPr vert="horz" lIns="91440" tIns="45720" rIns="91440" bIns="45720" rtlCol="0" anchor="ctr"/>
          <a:lstStyle>
            <a:lvl1pPr algn="l">
              <a:defRPr lang="de-DE" sz="900" kern="1200" smtClean="0">
                <a:solidFill>
                  <a:srgbClr val="00549F"/>
                </a:solidFill>
                <a:latin typeface="+mn-lt"/>
                <a:ea typeface="+mn-ea"/>
                <a:cs typeface="+mn-cs"/>
              </a:defRPr>
            </a:lvl1pPr>
          </a:lstStyle>
          <a:p>
            <a:r>
              <a:rPr lang="de-DE" dirty="0"/>
              <a:t>17</a:t>
            </a:r>
            <a:r>
              <a:rPr lang="en-DE"/>
              <a:t>.0</a:t>
            </a:r>
            <a:r>
              <a:rPr lang="de-DE" dirty="0"/>
              <a:t>6</a:t>
            </a:r>
            <a:r>
              <a:rPr lang="en-DE"/>
              <a:t>.202</a:t>
            </a:r>
            <a:r>
              <a:rPr lang="de-DE" dirty="0"/>
              <a:t>5</a:t>
            </a:r>
          </a:p>
        </p:txBody>
      </p:sp>
      <p:sp>
        <p:nvSpPr>
          <p:cNvPr id="19" name="Foliennummernplatzhalter 18"/>
          <p:cNvSpPr>
            <a:spLocks noGrp="1"/>
          </p:cNvSpPr>
          <p:nvPr>
            <p:ph type="sldNum" sz="quarter" idx="4"/>
          </p:nvPr>
        </p:nvSpPr>
        <p:spPr>
          <a:xfrm>
            <a:off x="378205" y="6264677"/>
            <a:ext cx="561363" cy="365125"/>
          </a:xfrm>
          <a:prstGeom prst="rect">
            <a:avLst/>
          </a:prstGeom>
        </p:spPr>
        <p:txBody>
          <a:bodyPr vert="horz" lIns="91440" tIns="45720" rIns="91440" bIns="45720" rtlCol="0" anchor="ctr"/>
          <a:lstStyle>
            <a:lvl1pPr algn="l">
              <a:defRPr sz="900">
                <a:solidFill>
                  <a:srgbClr val="00549F"/>
                </a:solidFill>
              </a:defRPr>
            </a:lvl1pPr>
          </a:lstStyle>
          <a:p>
            <a:fld id="{13DF57E2-0006-4890-B490-C5A56CDD4B6C}" type="slidenum">
              <a:rPr lang="de-DE" smtClean="0"/>
              <a:pPr/>
              <a:t>‹Nr.›</a:t>
            </a:fld>
            <a:endParaRPr lang="de-DE" dirty="0"/>
          </a:p>
        </p:txBody>
      </p:sp>
      <p:sp>
        <p:nvSpPr>
          <p:cNvPr id="8" name="Titelplatzhalter 7">
            <a:extLst>
              <a:ext uri="{FF2B5EF4-FFF2-40B4-BE49-F238E27FC236}">
                <a16:creationId xmlns:a16="http://schemas.microsoft.com/office/drawing/2014/main" id="{2175A1F7-F8F4-4E1B-AF39-D59DED1D5828}"/>
              </a:ext>
            </a:extLst>
          </p:cNvPr>
          <p:cNvSpPr>
            <a:spLocks noGrp="1"/>
          </p:cNvSpPr>
          <p:nvPr>
            <p:ph type="title"/>
          </p:nvPr>
        </p:nvSpPr>
        <p:spPr>
          <a:xfrm>
            <a:off x="378205" y="0"/>
            <a:ext cx="10515600" cy="514350"/>
          </a:xfrm>
          <a:prstGeom prst="rect">
            <a:avLst/>
          </a:prstGeom>
        </p:spPr>
        <p:txBody>
          <a:bodyPr vert="horz" lIns="91440" tIns="45720" rIns="91440" bIns="45720" rtlCol="0" anchor="b">
            <a:normAutofit/>
          </a:bodyPr>
          <a:lstStyle/>
          <a:p>
            <a:r>
              <a:rPr lang="de-DE"/>
              <a:t>Mastertitelformat bearbeiten</a:t>
            </a:r>
            <a:endParaRPr lang="en-DE"/>
          </a:p>
        </p:txBody>
      </p:sp>
    </p:spTree>
    <p:extLst>
      <p:ext uri="{BB962C8B-B14F-4D97-AF65-F5344CB8AC3E}">
        <p14:creationId xmlns:p14="http://schemas.microsoft.com/office/powerpoint/2010/main" val="97234710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76" r:id="rId4"/>
    <p:sldLayoutId id="2147483668" r:id="rId5"/>
    <p:sldLayoutId id="2147483669" r:id="rId6"/>
    <p:sldLayoutId id="2147483670" r:id="rId7"/>
    <p:sldLayoutId id="2147483671" r:id="rId8"/>
    <p:sldLayoutId id="2147483672" r:id="rId9"/>
    <p:sldLayoutId id="2147483680" r:id="rId10"/>
    <p:sldLayoutId id="2147483681" r:id="rId11"/>
    <p:sldLayoutId id="2147483675" r:id="rId12"/>
    <p:sldLayoutId id="2147483677" r:id="rId13"/>
    <p:sldLayoutId id="2147483679" r:id="rId14"/>
  </p:sldLayoutIdLst>
  <p:hf hdr="0"/>
  <p:txStyles>
    <p:titleStyle>
      <a:lvl1pPr algn="l" rtl="0" eaLnBrk="1" fontAlgn="base" hangingPunct="1">
        <a:lnSpc>
          <a:spcPct val="90000"/>
        </a:lnSpc>
        <a:spcBef>
          <a:spcPct val="0"/>
        </a:spcBef>
        <a:spcAft>
          <a:spcPct val="0"/>
        </a:spcAft>
        <a:defRPr sz="2400" b="1" kern="1200">
          <a:solidFill>
            <a:schemeClr val="tx2"/>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5900" indent="-215900" algn="l" defTabSz="215900" rtl="0" eaLnBrk="1" fontAlgn="base" hangingPunct="1">
        <a:spcBef>
          <a:spcPct val="0"/>
        </a:spcBef>
        <a:spcAft>
          <a:spcPct val="0"/>
        </a:spcAft>
        <a:buClr>
          <a:schemeClr val="tx2"/>
        </a:buClr>
        <a:buFont typeface="Arial" pitchFamily="34" charset="0"/>
        <a:buChar char="•"/>
        <a:tabLst>
          <a:tab pos="215900" algn="l"/>
        </a:tabLst>
        <a:defRPr kern="1200">
          <a:solidFill>
            <a:schemeClr val="tx1"/>
          </a:solidFill>
          <a:latin typeface="Arial" panose="020B0604020202020204" pitchFamily="34" charset="0"/>
          <a:ea typeface="+mn-ea"/>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mn-ea"/>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mn-ea"/>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pitchFamily="34" charset="0"/>
        <a:buChar char="-"/>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0.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12.sv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85CB7D-A6B9-4DD1-A37A-490A87E4ED81}"/>
              </a:ext>
            </a:extLst>
          </p:cNvPr>
          <p:cNvSpPr>
            <a:spLocks noGrp="1"/>
          </p:cNvSpPr>
          <p:nvPr>
            <p:ph type="ctrTitle"/>
          </p:nvPr>
        </p:nvSpPr>
        <p:spPr/>
        <p:txBody>
          <a:bodyPr/>
          <a:lstStyle/>
          <a:p>
            <a:r>
              <a:rPr lang="de-DE" dirty="0"/>
              <a:t>Bachelorarbeit Aeneas Molitor</a:t>
            </a:r>
            <a:endParaRPr lang="en-DE"/>
          </a:p>
        </p:txBody>
      </p:sp>
      <p:sp>
        <p:nvSpPr>
          <p:cNvPr id="3" name="Untertitel 2">
            <a:extLst>
              <a:ext uri="{FF2B5EF4-FFF2-40B4-BE49-F238E27FC236}">
                <a16:creationId xmlns:a16="http://schemas.microsoft.com/office/drawing/2014/main" id="{C13E124B-951A-4DDB-B979-E4EB59F6A44C}"/>
              </a:ext>
            </a:extLst>
          </p:cNvPr>
          <p:cNvSpPr>
            <a:spLocks noGrp="1"/>
          </p:cNvSpPr>
          <p:nvPr>
            <p:ph type="subTitle" idx="1"/>
          </p:nvPr>
        </p:nvSpPr>
        <p:spPr/>
        <p:txBody>
          <a:bodyPr/>
          <a:lstStyle/>
          <a:p>
            <a:r>
              <a:rPr lang="de-DE" dirty="0"/>
              <a:t>Besprechungen &amp; Notizen</a:t>
            </a:r>
          </a:p>
          <a:p>
            <a:r>
              <a:rPr lang="de-DE" dirty="0"/>
              <a:t>21.05 – 10.09</a:t>
            </a:r>
            <a:endParaRPr lang="en-DE"/>
          </a:p>
        </p:txBody>
      </p:sp>
    </p:spTree>
    <p:extLst>
      <p:ext uri="{BB962C8B-B14F-4D97-AF65-F5344CB8AC3E}">
        <p14:creationId xmlns:p14="http://schemas.microsoft.com/office/powerpoint/2010/main" val="1776651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 1">
            <a:extLst>
              <a:ext uri="{FF2B5EF4-FFF2-40B4-BE49-F238E27FC236}">
                <a16:creationId xmlns:a16="http://schemas.microsoft.com/office/drawing/2014/main" id="{C67FFDEB-998D-59C6-49AE-7CB9885FD8D4}"/>
              </a:ext>
            </a:extLst>
          </p:cNvPr>
          <p:cNvGraphicFramePr/>
          <p:nvPr>
            <p:extLst>
              <p:ext uri="{D42A27DB-BD31-4B8C-83A1-F6EECF244321}">
                <p14:modId xmlns:p14="http://schemas.microsoft.com/office/powerpoint/2010/main" val="4021879347"/>
              </p:ext>
            </p:extLst>
          </p:nvPr>
        </p:nvGraphicFramePr>
        <p:xfrm>
          <a:off x="339969" y="515815"/>
          <a:ext cx="11512062" cy="608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0434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871B5BA-D1CF-4B07-A302-D96DAA3DC64F}"/>
              </a:ext>
            </a:extLst>
          </p:cNvPr>
          <p:cNvSpPr>
            <a:spLocks noGrp="1"/>
          </p:cNvSpPr>
          <p:nvPr>
            <p:ph type="body" sz="quarter" idx="13"/>
          </p:nvPr>
        </p:nvSpPr>
        <p:spPr/>
        <p:txBody>
          <a:bodyPr/>
          <a:lstStyle/>
          <a:p>
            <a:endParaRPr lang="de-DE" dirty="0"/>
          </a:p>
          <a:p>
            <a:pPr marL="0" indent="0">
              <a:buNone/>
            </a:pPr>
            <a:r>
              <a:rPr lang="de-DE" dirty="0"/>
              <a:t>Meine Fragen:</a:t>
            </a:r>
          </a:p>
          <a:p>
            <a:r>
              <a:rPr lang="de-DE" dirty="0"/>
              <a:t> PO (max. 50 Seiten) -&gt; Nur Text oder </a:t>
            </a:r>
            <a:r>
              <a:rPr lang="de-DE" dirty="0" err="1"/>
              <a:t>Gesamtdok</a:t>
            </a:r>
            <a:r>
              <a:rPr lang="de-DE" dirty="0"/>
              <a:t>. ?  </a:t>
            </a:r>
          </a:p>
          <a:p>
            <a:r>
              <a:rPr lang="de-DE" dirty="0"/>
              <a:t> Vorlage </a:t>
            </a:r>
            <a:r>
              <a:rPr lang="de-DE" dirty="0" err="1"/>
              <a:t>LaTex</a:t>
            </a:r>
            <a:r>
              <a:rPr lang="de-DE" dirty="0"/>
              <a:t> / Word (</a:t>
            </a:r>
            <a:r>
              <a:rPr lang="de-DE" dirty="0" err="1"/>
              <a:t>Overleaf</a:t>
            </a:r>
            <a:r>
              <a:rPr lang="de-DE" dirty="0"/>
              <a:t>) ?</a:t>
            </a:r>
          </a:p>
          <a:p>
            <a:r>
              <a:rPr lang="de-DE" dirty="0"/>
              <a:t> Darf ich anderes Literaturverwaltungsprogramm als Citavi verwenden</a:t>
            </a:r>
          </a:p>
          <a:p>
            <a:r>
              <a:rPr lang="de-DE" dirty="0"/>
              <a:t> Kommunikation über Teams möglich?</a:t>
            </a:r>
          </a:p>
          <a:p>
            <a:pPr marL="0" indent="0">
              <a:buNone/>
            </a:pPr>
            <a:r>
              <a:rPr lang="de-DE" dirty="0"/>
              <a:t>Antworten:</a:t>
            </a:r>
          </a:p>
          <a:p>
            <a:r>
              <a:rPr lang="de-DE" dirty="0"/>
              <a:t>  Es dürfen 50 Seiten Text sein</a:t>
            </a:r>
          </a:p>
          <a:p>
            <a:r>
              <a:rPr lang="de-DE" dirty="0"/>
              <a:t> Ich kann frei entscheiden (</a:t>
            </a:r>
            <a:r>
              <a:rPr lang="de-DE" dirty="0" err="1"/>
              <a:t>LaTex</a:t>
            </a:r>
            <a:r>
              <a:rPr lang="de-DE" dirty="0"/>
              <a:t> stand dass das </a:t>
            </a:r>
            <a:r>
              <a:rPr lang="de-DE" dirty="0" err="1"/>
              <a:t>Compile</a:t>
            </a:r>
            <a:r>
              <a:rPr lang="de-DE" dirty="0"/>
              <a:t> fast überschritten ist) Also Word, da gratis</a:t>
            </a:r>
          </a:p>
          <a:p>
            <a:r>
              <a:rPr lang="de-DE" dirty="0"/>
              <a:t> Ich kann das Literaturverwaltungsprogramm meiner Wahl verwenden</a:t>
            </a:r>
          </a:p>
          <a:p>
            <a:r>
              <a:rPr lang="de-DE" dirty="0"/>
              <a:t> Kommunikation mit Annalisa per Teams ✅ Kommunikation mit Jakob über </a:t>
            </a:r>
            <a:r>
              <a:rPr lang="de-DE" dirty="0" err="1"/>
              <a:t>slack</a:t>
            </a:r>
            <a:r>
              <a:rPr lang="de-DE" dirty="0"/>
              <a:t> ✅</a:t>
            </a:r>
          </a:p>
          <a:p>
            <a:pPr marL="0" indent="0">
              <a:buNone/>
            </a:pPr>
            <a:endParaRPr lang="en-US" dirty="0"/>
          </a:p>
        </p:txBody>
      </p:sp>
      <p:sp>
        <p:nvSpPr>
          <p:cNvPr id="3" name="Foliennummernplatzhalter 2">
            <a:extLst>
              <a:ext uri="{FF2B5EF4-FFF2-40B4-BE49-F238E27FC236}">
                <a16:creationId xmlns:a16="http://schemas.microsoft.com/office/drawing/2014/main" id="{B125A00E-B77D-4714-B7AA-58B8124448AE}"/>
              </a:ext>
            </a:extLst>
          </p:cNvPr>
          <p:cNvSpPr>
            <a:spLocks noGrp="1"/>
          </p:cNvSpPr>
          <p:nvPr>
            <p:ph type="sldNum" sz="quarter" idx="4"/>
          </p:nvPr>
        </p:nvSpPr>
        <p:spPr/>
        <p:txBody>
          <a:bodyPr/>
          <a:lstStyle/>
          <a:p>
            <a:fld id="{13DF57E2-0006-4890-B490-C5A56CDD4B6C}" type="slidenum">
              <a:rPr lang="de-DE" smtClean="0"/>
              <a:pPr/>
              <a:t>3</a:t>
            </a:fld>
            <a:endParaRPr lang="de-DE" dirty="0"/>
          </a:p>
        </p:txBody>
      </p:sp>
      <p:sp>
        <p:nvSpPr>
          <p:cNvPr id="4" name="Datumsplatzhalter 3">
            <a:extLst>
              <a:ext uri="{FF2B5EF4-FFF2-40B4-BE49-F238E27FC236}">
                <a16:creationId xmlns:a16="http://schemas.microsoft.com/office/drawing/2014/main" id="{3AC73478-3D90-4BFA-A8C0-0CDEFF830825}"/>
              </a:ext>
            </a:extLst>
          </p:cNvPr>
          <p:cNvSpPr>
            <a:spLocks noGrp="1"/>
          </p:cNvSpPr>
          <p:nvPr>
            <p:ph type="dt" sz="half" idx="2"/>
          </p:nvPr>
        </p:nvSpPr>
        <p:spPr/>
        <p:txBody>
          <a:bodyPr/>
          <a:lstStyle/>
          <a:p>
            <a:r>
              <a:rPr lang="en-DE"/>
              <a:t>01.07.2021</a:t>
            </a:r>
            <a:endParaRPr lang="de-DE" dirty="0"/>
          </a:p>
        </p:txBody>
      </p:sp>
      <p:sp>
        <p:nvSpPr>
          <p:cNvPr id="5" name="Fußzeilenplatzhalter 4">
            <a:extLst>
              <a:ext uri="{FF2B5EF4-FFF2-40B4-BE49-F238E27FC236}">
                <a16:creationId xmlns:a16="http://schemas.microsoft.com/office/drawing/2014/main" id="{15E46577-B717-464F-8D2F-FF6CAF0C679D}"/>
              </a:ext>
            </a:extLst>
          </p:cNvPr>
          <p:cNvSpPr>
            <a:spLocks noGrp="1"/>
          </p:cNvSpPr>
          <p:nvPr>
            <p:ph type="ftr" sz="quarter" idx="10"/>
          </p:nvPr>
        </p:nvSpPr>
        <p:spPr/>
        <p:txBody>
          <a:bodyPr/>
          <a:lstStyle/>
          <a:p>
            <a:r>
              <a:rPr lang="en-US"/>
              <a:t>Folienmaster ANTS rev2</a:t>
            </a:r>
            <a:endParaRPr lang="de-DE"/>
          </a:p>
        </p:txBody>
      </p:sp>
      <p:sp>
        <p:nvSpPr>
          <p:cNvPr id="6" name="Titel 5">
            <a:extLst>
              <a:ext uri="{FF2B5EF4-FFF2-40B4-BE49-F238E27FC236}">
                <a16:creationId xmlns:a16="http://schemas.microsoft.com/office/drawing/2014/main" id="{5E289DFD-1C98-43A9-BED0-F2AA470A7B2A}"/>
              </a:ext>
            </a:extLst>
          </p:cNvPr>
          <p:cNvSpPr>
            <a:spLocks noGrp="1"/>
          </p:cNvSpPr>
          <p:nvPr>
            <p:ph type="title"/>
          </p:nvPr>
        </p:nvSpPr>
        <p:spPr/>
        <p:txBody>
          <a:bodyPr/>
          <a:lstStyle/>
          <a:p>
            <a:r>
              <a:rPr lang="de-DE" dirty="0"/>
              <a:t>Kickoffmeeting</a:t>
            </a:r>
            <a:endParaRPr lang="en-US" dirty="0"/>
          </a:p>
        </p:txBody>
      </p:sp>
      <p:sp>
        <p:nvSpPr>
          <p:cNvPr id="7" name="Textplatzhalter 6">
            <a:extLst>
              <a:ext uri="{FF2B5EF4-FFF2-40B4-BE49-F238E27FC236}">
                <a16:creationId xmlns:a16="http://schemas.microsoft.com/office/drawing/2014/main" id="{17FB88A9-4BCB-46FF-98EA-9E2B5D9BFEFC}"/>
              </a:ext>
            </a:extLst>
          </p:cNvPr>
          <p:cNvSpPr>
            <a:spLocks noGrp="1"/>
          </p:cNvSpPr>
          <p:nvPr>
            <p:ph type="body" sz="quarter" idx="18"/>
          </p:nvPr>
        </p:nvSpPr>
        <p:spPr>
          <a:prstGeom prst="rect">
            <a:avLst/>
          </a:prstGeom>
        </p:spPr>
        <p:txBody>
          <a:bodyPr/>
          <a:lstStyle/>
          <a:p>
            <a:r>
              <a:rPr lang="de-DE" dirty="0"/>
              <a:t>20.05.25</a:t>
            </a:r>
          </a:p>
          <a:p>
            <a:endParaRPr lang="en-US" dirty="0"/>
          </a:p>
        </p:txBody>
      </p:sp>
    </p:spTree>
    <p:extLst>
      <p:ext uri="{BB962C8B-B14F-4D97-AF65-F5344CB8AC3E}">
        <p14:creationId xmlns:p14="http://schemas.microsoft.com/office/powerpoint/2010/main" val="521516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9D871D76-0E41-00D4-5784-3715E2F47476}"/>
              </a:ext>
            </a:extLst>
          </p:cNvPr>
          <p:cNvSpPr>
            <a:spLocks noGrp="1"/>
          </p:cNvSpPr>
          <p:nvPr>
            <p:ph type="body" sz="quarter" idx="13"/>
          </p:nvPr>
        </p:nvSpPr>
        <p:spPr/>
        <p:txBody>
          <a:bodyPr/>
          <a:lstStyle/>
          <a:p>
            <a:pPr marL="0" indent="0">
              <a:buNone/>
            </a:pPr>
            <a:endParaRPr lang="de-DE" dirty="0"/>
          </a:p>
          <a:p>
            <a:pPr marL="0" indent="0">
              <a:buNone/>
            </a:pPr>
            <a:r>
              <a:rPr lang="de-DE" dirty="0"/>
              <a:t>Ziele:</a:t>
            </a:r>
          </a:p>
          <a:p>
            <a:r>
              <a:rPr lang="de-DE" dirty="0"/>
              <a:t> Struktur der Arbeit (Kap. + </a:t>
            </a:r>
            <a:r>
              <a:rPr lang="de-DE" dirty="0" err="1"/>
              <a:t>Unterkap</a:t>
            </a:r>
            <a:r>
              <a:rPr lang="de-DE" dirty="0"/>
              <a:t>.) -&gt; Grobe Kapitelstruktur wurde erstellt</a:t>
            </a:r>
          </a:p>
          <a:p>
            <a:r>
              <a:rPr lang="de-DE" dirty="0"/>
              <a:t> Literaturrecherche -&gt; Zu jedem Thema was mir eingefallen ist habe ich paar Quellen in </a:t>
            </a:r>
            <a:r>
              <a:rPr lang="de-DE" dirty="0" err="1"/>
              <a:t>Zotero</a:t>
            </a:r>
            <a:r>
              <a:rPr lang="de-DE" dirty="0"/>
              <a:t> gesammelt</a:t>
            </a:r>
          </a:p>
          <a:p>
            <a:r>
              <a:rPr lang="de-DE" dirty="0"/>
              <a:t> Schreiben eines Beispieltextes</a:t>
            </a:r>
          </a:p>
          <a:p>
            <a:r>
              <a:rPr lang="de-DE" dirty="0"/>
              <a:t> Einleitung</a:t>
            </a:r>
          </a:p>
          <a:p>
            <a:r>
              <a:rPr lang="de-DE" dirty="0"/>
              <a:t> Kriterien zur Überschneidungsanalyse DACE u. DPP -&gt; das nochmal abklären (was ich denke, schonmal aufschreiben)</a:t>
            </a:r>
          </a:p>
          <a:p>
            <a:pPr marL="0" indent="0">
              <a:buNone/>
            </a:pPr>
            <a:endParaRPr lang="de-DE" dirty="0"/>
          </a:p>
        </p:txBody>
      </p:sp>
      <p:sp>
        <p:nvSpPr>
          <p:cNvPr id="3" name="Foliennummernplatzhalter 2">
            <a:extLst>
              <a:ext uri="{FF2B5EF4-FFF2-40B4-BE49-F238E27FC236}">
                <a16:creationId xmlns:a16="http://schemas.microsoft.com/office/drawing/2014/main" id="{2666B4BC-3542-D70F-73C6-F05F3717949B}"/>
              </a:ext>
            </a:extLst>
          </p:cNvPr>
          <p:cNvSpPr>
            <a:spLocks noGrp="1"/>
          </p:cNvSpPr>
          <p:nvPr>
            <p:ph type="sldNum" sz="quarter" idx="4"/>
          </p:nvPr>
        </p:nvSpPr>
        <p:spPr/>
        <p:txBody>
          <a:bodyPr/>
          <a:lstStyle/>
          <a:p>
            <a:fld id="{13DF57E2-0006-4890-B490-C5A56CDD4B6C}" type="slidenum">
              <a:rPr lang="de-DE" smtClean="0"/>
              <a:pPr/>
              <a:t>4</a:t>
            </a:fld>
            <a:endParaRPr lang="de-DE" dirty="0"/>
          </a:p>
        </p:txBody>
      </p:sp>
      <p:sp>
        <p:nvSpPr>
          <p:cNvPr id="4" name="Datumsplatzhalter 3">
            <a:extLst>
              <a:ext uri="{FF2B5EF4-FFF2-40B4-BE49-F238E27FC236}">
                <a16:creationId xmlns:a16="http://schemas.microsoft.com/office/drawing/2014/main" id="{1AD19632-E2C0-4C90-69D5-B721599A173A}"/>
              </a:ext>
            </a:extLst>
          </p:cNvPr>
          <p:cNvSpPr>
            <a:spLocks noGrp="1"/>
          </p:cNvSpPr>
          <p:nvPr>
            <p:ph type="dt" sz="half" idx="2"/>
          </p:nvPr>
        </p:nvSpPr>
        <p:spPr/>
        <p:txBody>
          <a:bodyPr/>
          <a:lstStyle/>
          <a:p>
            <a:r>
              <a:rPr lang="en-DE"/>
              <a:t>01.07.2021</a:t>
            </a:r>
            <a:endParaRPr lang="de-DE" dirty="0"/>
          </a:p>
        </p:txBody>
      </p:sp>
      <p:sp>
        <p:nvSpPr>
          <p:cNvPr id="5" name="Fußzeilenplatzhalter 4">
            <a:extLst>
              <a:ext uri="{FF2B5EF4-FFF2-40B4-BE49-F238E27FC236}">
                <a16:creationId xmlns:a16="http://schemas.microsoft.com/office/drawing/2014/main" id="{C6DE2B76-E542-1F7C-709E-2D43BF8FDAA1}"/>
              </a:ext>
            </a:extLst>
          </p:cNvPr>
          <p:cNvSpPr>
            <a:spLocks noGrp="1"/>
          </p:cNvSpPr>
          <p:nvPr>
            <p:ph type="ftr" sz="quarter" idx="10"/>
          </p:nvPr>
        </p:nvSpPr>
        <p:spPr/>
        <p:txBody>
          <a:bodyPr/>
          <a:lstStyle/>
          <a:p>
            <a:r>
              <a:rPr lang="da-DK"/>
              <a:t>Folienmaster ANTS rev2</a:t>
            </a:r>
            <a:endParaRPr lang="de-DE"/>
          </a:p>
        </p:txBody>
      </p:sp>
      <p:sp>
        <p:nvSpPr>
          <p:cNvPr id="6" name="Titel 5">
            <a:extLst>
              <a:ext uri="{FF2B5EF4-FFF2-40B4-BE49-F238E27FC236}">
                <a16:creationId xmlns:a16="http://schemas.microsoft.com/office/drawing/2014/main" id="{D6F30065-B274-96FF-2A1C-A769D2525C02}"/>
              </a:ext>
            </a:extLst>
          </p:cNvPr>
          <p:cNvSpPr>
            <a:spLocks noGrp="1"/>
          </p:cNvSpPr>
          <p:nvPr>
            <p:ph type="title"/>
          </p:nvPr>
        </p:nvSpPr>
        <p:spPr/>
        <p:txBody>
          <a:bodyPr/>
          <a:lstStyle/>
          <a:p>
            <a:r>
              <a:rPr lang="de-DE" dirty="0"/>
              <a:t>Ziele bis zum 10.06</a:t>
            </a:r>
          </a:p>
        </p:txBody>
      </p:sp>
      <p:sp>
        <p:nvSpPr>
          <p:cNvPr id="7" name="Textplatzhalter 6">
            <a:extLst>
              <a:ext uri="{FF2B5EF4-FFF2-40B4-BE49-F238E27FC236}">
                <a16:creationId xmlns:a16="http://schemas.microsoft.com/office/drawing/2014/main" id="{DA70ABBB-C395-AF90-0D7A-B4BE4F59BAED}"/>
              </a:ext>
            </a:extLst>
          </p:cNvPr>
          <p:cNvSpPr>
            <a:spLocks noGrp="1"/>
          </p:cNvSpPr>
          <p:nvPr>
            <p:ph type="body" sz="quarter" idx="18"/>
          </p:nvPr>
        </p:nvSpPr>
        <p:spPr/>
        <p:txBody>
          <a:bodyPr/>
          <a:lstStyle/>
          <a:p>
            <a:r>
              <a:rPr lang="de-DE" dirty="0"/>
              <a:t>Meeting </a:t>
            </a:r>
            <a:r>
              <a:rPr lang="de-DE" dirty="0" err="1"/>
              <a:t>vorraussichtl</a:t>
            </a:r>
            <a:r>
              <a:rPr lang="de-DE" dirty="0"/>
              <a:t>. nur mit Jakob</a:t>
            </a:r>
          </a:p>
        </p:txBody>
      </p:sp>
    </p:spTree>
    <p:extLst>
      <p:ext uri="{BB962C8B-B14F-4D97-AF65-F5344CB8AC3E}">
        <p14:creationId xmlns:p14="http://schemas.microsoft.com/office/powerpoint/2010/main" val="1720998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BE7836A7-B7DB-2089-5665-B12C3277D568}"/>
              </a:ext>
            </a:extLst>
          </p:cNvPr>
          <p:cNvSpPr>
            <a:spLocks noGrp="1"/>
          </p:cNvSpPr>
          <p:nvPr>
            <p:ph type="body" sz="quarter" idx="13"/>
          </p:nvPr>
        </p:nvSpPr>
        <p:spPr/>
        <p:txBody>
          <a:bodyPr/>
          <a:lstStyle/>
          <a:p>
            <a:pPr marL="0" indent="0">
              <a:buNone/>
            </a:pPr>
            <a:endParaRPr lang="de-DE" dirty="0"/>
          </a:p>
          <a:p>
            <a:pPr marL="0" indent="0">
              <a:buNone/>
            </a:pPr>
            <a:r>
              <a:rPr lang="de-DE" dirty="0"/>
              <a:t>Meine Fragen:</a:t>
            </a:r>
          </a:p>
          <a:p>
            <a:r>
              <a:rPr lang="de-DE" dirty="0"/>
              <a:t> Kriterien Überschneidungsanalyse DACE DPP (sind völlig verschieden oder habe ich da was falsch verstanden?)</a:t>
            </a:r>
          </a:p>
          <a:p>
            <a:r>
              <a:rPr lang="de-DE" dirty="0"/>
              <a:t> Inhaltsverzeichnis diskutieren</a:t>
            </a:r>
          </a:p>
          <a:p>
            <a:r>
              <a:rPr lang="de-DE" dirty="0"/>
              <a:t> Gibt es eine einheitliche „Einteilung“ von KI nach welchen Kriterien soll ich verschiedene KI-Ansätze bewerten?</a:t>
            </a:r>
          </a:p>
          <a:p>
            <a:pPr marL="0" indent="0">
              <a:buNone/>
            </a:pPr>
            <a:r>
              <a:rPr lang="de-DE" dirty="0"/>
              <a:t>Antworten:</a:t>
            </a:r>
          </a:p>
          <a:p>
            <a:r>
              <a:rPr lang="de-DE" dirty="0"/>
              <a:t> Probleme identifizieren für die KI angewendet werden soll</a:t>
            </a:r>
          </a:p>
          <a:p>
            <a:r>
              <a:rPr lang="de-DE" dirty="0"/>
              <a:t> Ich bekomme </a:t>
            </a:r>
            <a:r>
              <a:rPr lang="de-DE" dirty="0" err="1"/>
              <a:t>infos</a:t>
            </a:r>
            <a:r>
              <a:rPr lang="de-DE" dirty="0"/>
              <a:t> zu DACE damit ich das mit dem Datenraum besser verstehe</a:t>
            </a:r>
          </a:p>
          <a:p>
            <a:r>
              <a:rPr lang="de-DE" dirty="0"/>
              <a:t> Kriterien hat sich geklärt, ich soll Unternehmen suchen, die vom DPP betroffen sind und von KI profitieren können Kriterien für KI festlegen. Im laufe der Arbeit die Kriterien verfeinern</a:t>
            </a:r>
          </a:p>
          <a:p>
            <a:pPr marL="0" indent="0">
              <a:buNone/>
            </a:pPr>
            <a:endParaRPr lang="de-DE" dirty="0"/>
          </a:p>
        </p:txBody>
      </p:sp>
      <p:sp>
        <p:nvSpPr>
          <p:cNvPr id="3" name="Foliennummernplatzhalter 2">
            <a:extLst>
              <a:ext uri="{FF2B5EF4-FFF2-40B4-BE49-F238E27FC236}">
                <a16:creationId xmlns:a16="http://schemas.microsoft.com/office/drawing/2014/main" id="{3F31C485-F2DC-3215-019B-AEFAFC3A9A0C}"/>
              </a:ext>
            </a:extLst>
          </p:cNvPr>
          <p:cNvSpPr>
            <a:spLocks noGrp="1"/>
          </p:cNvSpPr>
          <p:nvPr>
            <p:ph type="sldNum" sz="quarter" idx="4"/>
          </p:nvPr>
        </p:nvSpPr>
        <p:spPr/>
        <p:txBody>
          <a:bodyPr/>
          <a:lstStyle/>
          <a:p>
            <a:fld id="{13DF57E2-0006-4890-B490-C5A56CDD4B6C}" type="slidenum">
              <a:rPr lang="de-DE" smtClean="0"/>
              <a:pPr/>
              <a:t>5</a:t>
            </a:fld>
            <a:endParaRPr lang="de-DE" dirty="0"/>
          </a:p>
        </p:txBody>
      </p:sp>
      <p:sp>
        <p:nvSpPr>
          <p:cNvPr id="4" name="Datumsplatzhalter 3">
            <a:extLst>
              <a:ext uri="{FF2B5EF4-FFF2-40B4-BE49-F238E27FC236}">
                <a16:creationId xmlns:a16="http://schemas.microsoft.com/office/drawing/2014/main" id="{A08C9234-B689-DAC1-17CC-23195EFA175B}"/>
              </a:ext>
            </a:extLst>
          </p:cNvPr>
          <p:cNvSpPr>
            <a:spLocks noGrp="1"/>
          </p:cNvSpPr>
          <p:nvPr>
            <p:ph type="dt" sz="half" idx="2"/>
          </p:nvPr>
        </p:nvSpPr>
        <p:spPr/>
        <p:txBody>
          <a:bodyPr/>
          <a:lstStyle/>
          <a:p>
            <a:r>
              <a:rPr lang="en-DE"/>
              <a:t>01.07.2021</a:t>
            </a:r>
            <a:endParaRPr lang="de-DE" dirty="0"/>
          </a:p>
        </p:txBody>
      </p:sp>
      <p:sp>
        <p:nvSpPr>
          <p:cNvPr id="5" name="Fußzeilenplatzhalter 4">
            <a:extLst>
              <a:ext uri="{FF2B5EF4-FFF2-40B4-BE49-F238E27FC236}">
                <a16:creationId xmlns:a16="http://schemas.microsoft.com/office/drawing/2014/main" id="{6B1D4108-B5D6-4C95-CC0C-4481F13994C6}"/>
              </a:ext>
            </a:extLst>
          </p:cNvPr>
          <p:cNvSpPr>
            <a:spLocks noGrp="1"/>
          </p:cNvSpPr>
          <p:nvPr>
            <p:ph type="ftr" sz="quarter" idx="10"/>
          </p:nvPr>
        </p:nvSpPr>
        <p:spPr/>
        <p:txBody>
          <a:bodyPr/>
          <a:lstStyle/>
          <a:p>
            <a:r>
              <a:rPr lang="da-DK"/>
              <a:t>Folienmaster ANTS rev2</a:t>
            </a:r>
            <a:endParaRPr lang="de-DE"/>
          </a:p>
        </p:txBody>
      </p:sp>
      <p:sp>
        <p:nvSpPr>
          <p:cNvPr id="6" name="Titel 5">
            <a:extLst>
              <a:ext uri="{FF2B5EF4-FFF2-40B4-BE49-F238E27FC236}">
                <a16:creationId xmlns:a16="http://schemas.microsoft.com/office/drawing/2014/main" id="{B2D1EE95-0A8D-FD5F-CE33-5D02B46E95E5}"/>
              </a:ext>
            </a:extLst>
          </p:cNvPr>
          <p:cNvSpPr>
            <a:spLocks noGrp="1"/>
          </p:cNvSpPr>
          <p:nvPr>
            <p:ph type="title"/>
          </p:nvPr>
        </p:nvSpPr>
        <p:spPr/>
        <p:txBody>
          <a:bodyPr/>
          <a:lstStyle/>
          <a:p>
            <a:r>
              <a:rPr lang="de-DE" dirty="0"/>
              <a:t>Meeting  1</a:t>
            </a:r>
          </a:p>
        </p:txBody>
      </p:sp>
      <p:sp>
        <p:nvSpPr>
          <p:cNvPr id="7" name="Textplatzhalter 6">
            <a:extLst>
              <a:ext uri="{FF2B5EF4-FFF2-40B4-BE49-F238E27FC236}">
                <a16:creationId xmlns:a16="http://schemas.microsoft.com/office/drawing/2014/main" id="{26A76911-ED94-E2E0-BD50-630E1B92C861}"/>
              </a:ext>
            </a:extLst>
          </p:cNvPr>
          <p:cNvSpPr>
            <a:spLocks noGrp="1"/>
          </p:cNvSpPr>
          <p:nvPr>
            <p:ph type="body" sz="quarter" idx="18"/>
          </p:nvPr>
        </p:nvSpPr>
        <p:spPr/>
        <p:txBody>
          <a:bodyPr/>
          <a:lstStyle/>
          <a:p>
            <a:r>
              <a:rPr lang="de-DE" dirty="0"/>
              <a:t>10.06.2025</a:t>
            </a:r>
          </a:p>
        </p:txBody>
      </p:sp>
    </p:spTree>
    <p:extLst>
      <p:ext uri="{BB962C8B-B14F-4D97-AF65-F5344CB8AC3E}">
        <p14:creationId xmlns:p14="http://schemas.microsoft.com/office/powerpoint/2010/main" val="1501508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9EC4B2BA-A590-A78D-7613-FED3BCEB4050}"/>
              </a:ext>
            </a:extLst>
          </p:cNvPr>
          <p:cNvSpPr>
            <a:spLocks noGrp="1"/>
          </p:cNvSpPr>
          <p:nvPr>
            <p:ph type="body" sz="quarter" idx="13"/>
          </p:nvPr>
        </p:nvSpPr>
        <p:spPr/>
        <p:txBody>
          <a:bodyPr/>
          <a:lstStyle/>
          <a:p>
            <a:r>
              <a:rPr lang="de-DE" dirty="0"/>
              <a:t> Einleitung schreiben ✅</a:t>
            </a:r>
          </a:p>
          <a:p>
            <a:r>
              <a:rPr lang="de-DE" dirty="0"/>
              <a:t> erstes Kapitel zu DPP schreiben (✅)</a:t>
            </a:r>
          </a:p>
          <a:p>
            <a:r>
              <a:rPr lang="de-DE" dirty="0"/>
              <a:t> Probleme definieren/rausfinden die relevant sein könnten (ja, noch besprechen)</a:t>
            </a:r>
          </a:p>
          <a:p>
            <a:r>
              <a:rPr lang="de-DE" dirty="0"/>
              <a:t> Kriterien für die KIs erstellen ❌</a:t>
            </a:r>
          </a:p>
          <a:p>
            <a:pPr marL="0" indent="0">
              <a:buNone/>
            </a:pPr>
            <a:endParaRPr lang="de-DE" dirty="0"/>
          </a:p>
        </p:txBody>
      </p:sp>
      <p:sp>
        <p:nvSpPr>
          <p:cNvPr id="3" name="Foliennummernplatzhalter 2">
            <a:extLst>
              <a:ext uri="{FF2B5EF4-FFF2-40B4-BE49-F238E27FC236}">
                <a16:creationId xmlns:a16="http://schemas.microsoft.com/office/drawing/2014/main" id="{172BD9E6-D919-7899-64E3-F5053236EAF2}"/>
              </a:ext>
            </a:extLst>
          </p:cNvPr>
          <p:cNvSpPr>
            <a:spLocks noGrp="1"/>
          </p:cNvSpPr>
          <p:nvPr>
            <p:ph type="sldNum" sz="quarter" idx="4"/>
          </p:nvPr>
        </p:nvSpPr>
        <p:spPr/>
        <p:txBody>
          <a:bodyPr/>
          <a:lstStyle/>
          <a:p>
            <a:fld id="{13DF57E2-0006-4890-B490-C5A56CDD4B6C}" type="slidenum">
              <a:rPr lang="de-DE" smtClean="0"/>
              <a:pPr/>
              <a:t>6</a:t>
            </a:fld>
            <a:endParaRPr lang="de-DE" dirty="0"/>
          </a:p>
        </p:txBody>
      </p:sp>
      <p:sp>
        <p:nvSpPr>
          <p:cNvPr id="4" name="Datumsplatzhalter 3">
            <a:extLst>
              <a:ext uri="{FF2B5EF4-FFF2-40B4-BE49-F238E27FC236}">
                <a16:creationId xmlns:a16="http://schemas.microsoft.com/office/drawing/2014/main" id="{1C444957-7DCE-B7FF-1273-82EC13562BA6}"/>
              </a:ext>
            </a:extLst>
          </p:cNvPr>
          <p:cNvSpPr>
            <a:spLocks noGrp="1"/>
          </p:cNvSpPr>
          <p:nvPr>
            <p:ph type="dt" sz="half" idx="2"/>
          </p:nvPr>
        </p:nvSpPr>
        <p:spPr/>
        <p:txBody>
          <a:bodyPr/>
          <a:lstStyle/>
          <a:p>
            <a:r>
              <a:rPr lang="en-DE"/>
              <a:t>01.07.2021</a:t>
            </a:r>
            <a:endParaRPr lang="de-DE" dirty="0"/>
          </a:p>
        </p:txBody>
      </p:sp>
      <p:sp>
        <p:nvSpPr>
          <p:cNvPr id="5" name="Fußzeilenplatzhalter 4">
            <a:extLst>
              <a:ext uri="{FF2B5EF4-FFF2-40B4-BE49-F238E27FC236}">
                <a16:creationId xmlns:a16="http://schemas.microsoft.com/office/drawing/2014/main" id="{87253261-F436-4CDD-24EF-19DD802C9FE1}"/>
              </a:ext>
            </a:extLst>
          </p:cNvPr>
          <p:cNvSpPr>
            <a:spLocks noGrp="1"/>
          </p:cNvSpPr>
          <p:nvPr>
            <p:ph type="ftr" sz="quarter" idx="10"/>
          </p:nvPr>
        </p:nvSpPr>
        <p:spPr/>
        <p:txBody>
          <a:bodyPr/>
          <a:lstStyle/>
          <a:p>
            <a:r>
              <a:rPr lang="da-DK"/>
              <a:t>Folienmaster ANTS rev2</a:t>
            </a:r>
            <a:endParaRPr lang="de-DE"/>
          </a:p>
        </p:txBody>
      </p:sp>
      <p:sp>
        <p:nvSpPr>
          <p:cNvPr id="6" name="Titel 5">
            <a:extLst>
              <a:ext uri="{FF2B5EF4-FFF2-40B4-BE49-F238E27FC236}">
                <a16:creationId xmlns:a16="http://schemas.microsoft.com/office/drawing/2014/main" id="{46AB5810-EEB7-AF5E-F4CC-9C9DA0ADD12E}"/>
              </a:ext>
            </a:extLst>
          </p:cNvPr>
          <p:cNvSpPr>
            <a:spLocks noGrp="1"/>
          </p:cNvSpPr>
          <p:nvPr>
            <p:ph type="title"/>
          </p:nvPr>
        </p:nvSpPr>
        <p:spPr/>
        <p:txBody>
          <a:bodyPr/>
          <a:lstStyle/>
          <a:p>
            <a:r>
              <a:rPr lang="de-DE" dirty="0"/>
              <a:t>Ziele bis zum 17.06</a:t>
            </a:r>
          </a:p>
        </p:txBody>
      </p:sp>
      <p:sp>
        <p:nvSpPr>
          <p:cNvPr id="7" name="Textplatzhalter 6">
            <a:extLst>
              <a:ext uri="{FF2B5EF4-FFF2-40B4-BE49-F238E27FC236}">
                <a16:creationId xmlns:a16="http://schemas.microsoft.com/office/drawing/2014/main" id="{7336F9EA-36D4-B1C5-F51F-220BC38861E1}"/>
              </a:ext>
            </a:extLst>
          </p:cNvPr>
          <p:cNvSpPr>
            <a:spLocks noGrp="1"/>
          </p:cNvSpPr>
          <p:nvPr>
            <p:ph type="body" sz="quarter" idx="18"/>
          </p:nvPr>
        </p:nvSpPr>
        <p:spPr/>
        <p:txBody>
          <a:bodyPr/>
          <a:lstStyle/>
          <a:p>
            <a:r>
              <a:rPr lang="de-DE" dirty="0"/>
              <a:t>Meeting mit Jakob</a:t>
            </a:r>
          </a:p>
        </p:txBody>
      </p:sp>
    </p:spTree>
    <p:extLst>
      <p:ext uri="{BB962C8B-B14F-4D97-AF65-F5344CB8AC3E}">
        <p14:creationId xmlns:p14="http://schemas.microsoft.com/office/powerpoint/2010/main" val="3331587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82268A7-3DF5-0E98-8517-5BD4744740CF}"/>
              </a:ext>
            </a:extLst>
          </p:cNvPr>
          <p:cNvSpPr>
            <a:spLocks noGrp="1"/>
          </p:cNvSpPr>
          <p:nvPr>
            <p:ph type="body" sz="quarter" idx="13"/>
          </p:nvPr>
        </p:nvSpPr>
        <p:spPr/>
        <p:txBody>
          <a:bodyPr/>
          <a:lstStyle/>
          <a:p>
            <a:pPr marL="0" indent="0">
              <a:buNone/>
            </a:pPr>
            <a:r>
              <a:rPr lang="de-DE" dirty="0"/>
              <a:t>Meine Fragen:</a:t>
            </a:r>
          </a:p>
          <a:p>
            <a:r>
              <a:rPr lang="de-DE" dirty="0"/>
              <a:t> Ist es normal, dass man wenig selber schreibt?</a:t>
            </a:r>
          </a:p>
          <a:p>
            <a:r>
              <a:rPr lang="de-DE" dirty="0"/>
              <a:t> Wie viel darf man übernehmen</a:t>
            </a:r>
          </a:p>
          <a:p>
            <a:r>
              <a:rPr lang="de-DE" dirty="0"/>
              <a:t> Probleme festlegen, Unternehmen suchen =&gt; KI-kriterien erstellen und KIs finden</a:t>
            </a:r>
          </a:p>
          <a:p>
            <a:pPr marL="0" indent="0">
              <a:buNone/>
            </a:pPr>
            <a:endParaRPr lang="de-DE" dirty="0"/>
          </a:p>
          <a:p>
            <a:pPr marL="0" indent="0">
              <a:buNone/>
            </a:pPr>
            <a:r>
              <a:rPr lang="de-DE" dirty="0"/>
              <a:t>Antworten:</a:t>
            </a:r>
          </a:p>
          <a:p>
            <a:r>
              <a:rPr lang="de-DE" dirty="0"/>
              <a:t> Ja, komplett normal</a:t>
            </a:r>
          </a:p>
          <a:p>
            <a:r>
              <a:rPr lang="de-DE" dirty="0"/>
              <a:t> Man kann schon was übernehmen aber nicht zu viel </a:t>
            </a:r>
            <a:r>
              <a:rPr lang="de-DE" dirty="0" err="1"/>
              <a:t>vllt</a:t>
            </a:r>
            <a:r>
              <a:rPr lang="de-DE" dirty="0"/>
              <a:t> auch Quellen gegenüberstellen</a:t>
            </a:r>
          </a:p>
          <a:p>
            <a:r>
              <a:rPr lang="de-DE" dirty="0"/>
              <a:t> Probleme wählen begründen, warum sie gewählt wurden, und dann sagen warum welche KI bei diesen Problemen behilflich sein kann, und wie DACE damit zusammenhängt</a:t>
            </a:r>
          </a:p>
        </p:txBody>
      </p:sp>
      <p:sp>
        <p:nvSpPr>
          <p:cNvPr id="3" name="Foliennummernplatzhalter 2">
            <a:extLst>
              <a:ext uri="{FF2B5EF4-FFF2-40B4-BE49-F238E27FC236}">
                <a16:creationId xmlns:a16="http://schemas.microsoft.com/office/drawing/2014/main" id="{77B4755E-A6C8-21A4-5A35-8434B36D4D85}"/>
              </a:ext>
            </a:extLst>
          </p:cNvPr>
          <p:cNvSpPr>
            <a:spLocks noGrp="1"/>
          </p:cNvSpPr>
          <p:nvPr>
            <p:ph type="sldNum" sz="quarter" idx="4"/>
          </p:nvPr>
        </p:nvSpPr>
        <p:spPr/>
        <p:txBody>
          <a:bodyPr/>
          <a:lstStyle/>
          <a:p>
            <a:fld id="{13DF57E2-0006-4890-B490-C5A56CDD4B6C}" type="slidenum">
              <a:rPr lang="de-DE" smtClean="0"/>
              <a:pPr/>
              <a:t>7</a:t>
            </a:fld>
            <a:endParaRPr lang="de-DE" dirty="0"/>
          </a:p>
        </p:txBody>
      </p:sp>
      <p:sp>
        <p:nvSpPr>
          <p:cNvPr id="4" name="Datumsplatzhalter 3">
            <a:extLst>
              <a:ext uri="{FF2B5EF4-FFF2-40B4-BE49-F238E27FC236}">
                <a16:creationId xmlns:a16="http://schemas.microsoft.com/office/drawing/2014/main" id="{340A66D1-9008-A605-2231-528FEABF7860}"/>
              </a:ext>
            </a:extLst>
          </p:cNvPr>
          <p:cNvSpPr>
            <a:spLocks noGrp="1"/>
          </p:cNvSpPr>
          <p:nvPr>
            <p:ph type="dt" sz="half" idx="2"/>
          </p:nvPr>
        </p:nvSpPr>
        <p:spPr/>
        <p:txBody>
          <a:bodyPr/>
          <a:lstStyle/>
          <a:p>
            <a:r>
              <a:rPr lang="en-DE"/>
              <a:t>01.07.2021</a:t>
            </a:r>
            <a:endParaRPr lang="de-DE" dirty="0"/>
          </a:p>
        </p:txBody>
      </p:sp>
      <p:sp>
        <p:nvSpPr>
          <p:cNvPr id="5" name="Fußzeilenplatzhalter 4">
            <a:extLst>
              <a:ext uri="{FF2B5EF4-FFF2-40B4-BE49-F238E27FC236}">
                <a16:creationId xmlns:a16="http://schemas.microsoft.com/office/drawing/2014/main" id="{D4767238-A277-047A-4D21-05346121D87F}"/>
              </a:ext>
            </a:extLst>
          </p:cNvPr>
          <p:cNvSpPr>
            <a:spLocks noGrp="1"/>
          </p:cNvSpPr>
          <p:nvPr>
            <p:ph type="ftr" sz="quarter" idx="10"/>
          </p:nvPr>
        </p:nvSpPr>
        <p:spPr/>
        <p:txBody>
          <a:bodyPr/>
          <a:lstStyle/>
          <a:p>
            <a:r>
              <a:rPr lang="da-DK" dirty="0" err="1"/>
              <a:t>Folienmaster</a:t>
            </a:r>
            <a:r>
              <a:rPr lang="da-DK" dirty="0"/>
              <a:t> ANTS rev2</a:t>
            </a:r>
            <a:endParaRPr lang="de-DE" dirty="0"/>
          </a:p>
        </p:txBody>
      </p:sp>
      <p:sp>
        <p:nvSpPr>
          <p:cNvPr id="6" name="Titel 5">
            <a:extLst>
              <a:ext uri="{FF2B5EF4-FFF2-40B4-BE49-F238E27FC236}">
                <a16:creationId xmlns:a16="http://schemas.microsoft.com/office/drawing/2014/main" id="{7EC68C46-E0A2-323D-8BF2-E8197438E792}"/>
              </a:ext>
            </a:extLst>
          </p:cNvPr>
          <p:cNvSpPr>
            <a:spLocks noGrp="1"/>
          </p:cNvSpPr>
          <p:nvPr>
            <p:ph type="title"/>
          </p:nvPr>
        </p:nvSpPr>
        <p:spPr/>
        <p:txBody>
          <a:bodyPr/>
          <a:lstStyle/>
          <a:p>
            <a:r>
              <a:rPr lang="de-DE" dirty="0"/>
              <a:t>Meeting 2</a:t>
            </a:r>
          </a:p>
        </p:txBody>
      </p:sp>
      <p:sp>
        <p:nvSpPr>
          <p:cNvPr id="7" name="Textplatzhalter 6">
            <a:extLst>
              <a:ext uri="{FF2B5EF4-FFF2-40B4-BE49-F238E27FC236}">
                <a16:creationId xmlns:a16="http://schemas.microsoft.com/office/drawing/2014/main" id="{52B440F5-1B66-103F-3C0C-B2CA1401167F}"/>
              </a:ext>
            </a:extLst>
          </p:cNvPr>
          <p:cNvSpPr>
            <a:spLocks noGrp="1"/>
          </p:cNvSpPr>
          <p:nvPr>
            <p:ph type="body" sz="quarter" idx="18"/>
          </p:nvPr>
        </p:nvSpPr>
        <p:spPr/>
        <p:txBody>
          <a:bodyPr/>
          <a:lstStyle/>
          <a:p>
            <a:r>
              <a:rPr lang="de-DE" dirty="0"/>
              <a:t>17.06.2025</a:t>
            </a:r>
          </a:p>
        </p:txBody>
      </p:sp>
    </p:spTree>
    <p:extLst>
      <p:ext uri="{BB962C8B-B14F-4D97-AF65-F5344CB8AC3E}">
        <p14:creationId xmlns:p14="http://schemas.microsoft.com/office/powerpoint/2010/main" val="2395419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25DA8A7-22BC-F993-AD51-32CA6C17F749}"/>
              </a:ext>
            </a:extLst>
          </p:cNvPr>
          <p:cNvSpPr>
            <a:spLocks noGrp="1"/>
          </p:cNvSpPr>
          <p:nvPr>
            <p:ph type="body" sz="quarter" idx="13"/>
          </p:nvPr>
        </p:nvSpPr>
        <p:spPr/>
        <p:txBody>
          <a:bodyPr/>
          <a:lstStyle/>
          <a:p>
            <a:pPr marL="0" indent="0">
              <a:buNone/>
            </a:pPr>
            <a:r>
              <a:rPr lang="de-DE" dirty="0"/>
              <a:t>Meine Fragen: </a:t>
            </a:r>
          </a:p>
          <a:p>
            <a:r>
              <a:rPr lang="de-DE" dirty="0"/>
              <a:t> Wie ausführlich muss ich auf die verschiedenen KI-Methoden eingehen</a:t>
            </a:r>
          </a:p>
          <a:p>
            <a:r>
              <a:rPr lang="de-DE" dirty="0"/>
              <a:t> Wie soll ich die Probleme definieren; analysieren, wenn ich dazu keine genauen Informationen finde</a:t>
            </a:r>
          </a:p>
          <a:p>
            <a:endParaRPr lang="de-DE" dirty="0"/>
          </a:p>
          <a:p>
            <a:endParaRPr lang="de-DE" dirty="0"/>
          </a:p>
          <a:p>
            <a:pPr marL="0" indent="0">
              <a:buNone/>
            </a:pPr>
            <a:r>
              <a:rPr lang="de-DE" dirty="0"/>
              <a:t>Antworten:</a:t>
            </a:r>
          </a:p>
          <a:p>
            <a:r>
              <a:rPr lang="de-DE" dirty="0"/>
              <a:t> KI-Methoden müssen nur Funktional erklärt werden, so dass die Funktionen der verschiedenen KI-Methoden klar ersichtlich werden</a:t>
            </a:r>
          </a:p>
          <a:p>
            <a:r>
              <a:rPr lang="de-DE" dirty="0"/>
              <a:t> Probleme herausfinden (wie ich auf die Probleme komme sollte klar ersichtlich sein) Dann </a:t>
            </a:r>
            <a:r>
              <a:rPr lang="de-DE" dirty="0" err="1"/>
              <a:t>deepdive</a:t>
            </a:r>
            <a:r>
              <a:rPr lang="de-DE" dirty="0"/>
              <a:t> in die verschiedenen Probleme und auch Literatur hinzuziehen, die nicht unbedingt etwas mit dem DPP zu tuen hat.</a:t>
            </a:r>
          </a:p>
        </p:txBody>
      </p:sp>
      <p:sp>
        <p:nvSpPr>
          <p:cNvPr id="3" name="Foliennummernplatzhalter 2">
            <a:extLst>
              <a:ext uri="{FF2B5EF4-FFF2-40B4-BE49-F238E27FC236}">
                <a16:creationId xmlns:a16="http://schemas.microsoft.com/office/drawing/2014/main" id="{685DC46A-FEB6-AA8D-CAB3-360BC4CB8C58}"/>
              </a:ext>
            </a:extLst>
          </p:cNvPr>
          <p:cNvSpPr>
            <a:spLocks noGrp="1"/>
          </p:cNvSpPr>
          <p:nvPr>
            <p:ph type="sldNum" sz="quarter" idx="4"/>
          </p:nvPr>
        </p:nvSpPr>
        <p:spPr/>
        <p:txBody>
          <a:bodyPr/>
          <a:lstStyle/>
          <a:p>
            <a:fld id="{13DF57E2-0006-4890-B490-C5A56CDD4B6C}" type="slidenum">
              <a:rPr lang="de-DE" smtClean="0"/>
              <a:pPr/>
              <a:t>8</a:t>
            </a:fld>
            <a:endParaRPr lang="de-DE" dirty="0"/>
          </a:p>
        </p:txBody>
      </p:sp>
      <p:sp>
        <p:nvSpPr>
          <p:cNvPr id="4" name="Datumsplatzhalter 3">
            <a:extLst>
              <a:ext uri="{FF2B5EF4-FFF2-40B4-BE49-F238E27FC236}">
                <a16:creationId xmlns:a16="http://schemas.microsoft.com/office/drawing/2014/main" id="{17830117-71EC-5867-3C0D-DCE7A402B9E9}"/>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459B9796-5345-BE9B-97C3-4AFD94A3FB89}"/>
              </a:ext>
            </a:extLst>
          </p:cNvPr>
          <p:cNvSpPr>
            <a:spLocks noGrp="1"/>
          </p:cNvSpPr>
          <p:nvPr>
            <p:ph type="ftr" sz="quarter" idx="10"/>
          </p:nvPr>
        </p:nvSpPr>
        <p:spPr/>
        <p:txBody>
          <a:bodyPr/>
          <a:lstStyle/>
          <a:p>
            <a:r>
              <a:rPr lang="da-DK"/>
              <a:t>Aeneas Molitor</a:t>
            </a:r>
            <a:endParaRPr lang="de-DE" dirty="0"/>
          </a:p>
        </p:txBody>
      </p:sp>
      <p:sp>
        <p:nvSpPr>
          <p:cNvPr id="6" name="Titel 5">
            <a:extLst>
              <a:ext uri="{FF2B5EF4-FFF2-40B4-BE49-F238E27FC236}">
                <a16:creationId xmlns:a16="http://schemas.microsoft.com/office/drawing/2014/main" id="{8E6B31B0-568F-A081-4822-835DC07511B2}"/>
              </a:ext>
            </a:extLst>
          </p:cNvPr>
          <p:cNvSpPr>
            <a:spLocks noGrp="1"/>
          </p:cNvSpPr>
          <p:nvPr>
            <p:ph type="title"/>
          </p:nvPr>
        </p:nvSpPr>
        <p:spPr/>
        <p:txBody>
          <a:bodyPr/>
          <a:lstStyle/>
          <a:p>
            <a:r>
              <a:rPr lang="de-DE" dirty="0"/>
              <a:t>Meeting 3</a:t>
            </a:r>
          </a:p>
        </p:txBody>
      </p:sp>
      <p:sp>
        <p:nvSpPr>
          <p:cNvPr id="7" name="Textplatzhalter 6">
            <a:extLst>
              <a:ext uri="{FF2B5EF4-FFF2-40B4-BE49-F238E27FC236}">
                <a16:creationId xmlns:a16="http://schemas.microsoft.com/office/drawing/2014/main" id="{33D2A569-E03C-6A43-0C31-C17B398B3841}"/>
              </a:ext>
            </a:extLst>
          </p:cNvPr>
          <p:cNvSpPr>
            <a:spLocks noGrp="1"/>
          </p:cNvSpPr>
          <p:nvPr>
            <p:ph type="body" sz="quarter" idx="18"/>
          </p:nvPr>
        </p:nvSpPr>
        <p:spPr/>
        <p:txBody>
          <a:bodyPr/>
          <a:lstStyle/>
          <a:p>
            <a:r>
              <a:rPr lang="de-DE" dirty="0"/>
              <a:t>01.07.2025</a:t>
            </a:r>
          </a:p>
        </p:txBody>
      </p:sp>
    </p:spTree>
    <p:extLst>
      <p:ext uri="{BB962C8B-B14F-4D97-AF65-F5344CB8AC3E}">
        <p14:creationId xmlns:p14="http://schemas.microsoft.com/office/powerpoint/2010/main" val="3424423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A4EEA593-CF89-1000-C7DF-AFA2D3EAFFA5}"/>
              </a:ext>
            </a:extLst>
          </p:cNvPr>
          <p:cNvSpPr>
            <a:spLocks noGrp="1"/>
          </p:cNvSpPr>
          <p:nvPr>
            <p:ph type="body" sz="quarter" idx="13"/>
          </p:nvPr>
        </p:nvSpPr>
        <p:spPr/>
        <p:txBody>
          <a:bodyPr/>
          <a:lstStyle/>
          <a:p>
            <a:pPr marL="0" indent="0">
              <a:buNone/>
            </a:pPr>
            <a:r>
              <a:rPr lang="de-DE" dirty="0"/>
              <a:t>Meine Fragen:</a:t>
            </a:r>
          </a:p>
          <a:p>
            <a:r>
              <a:rPr lang="de-DE" dirty="0"/>
              <a:t> Leseprobe Feedback</a:t>
            </a:r>
          </a:p>
          <a:p>
            <a:r>
              <a:rPr lang="de-DE" dirty="0"/>
              <a:t> Ist der Einsatz von VOS-Viewer sinnvoll für das Methodik-Kapitel</a:t>
            </a:r>
          </a:p>
          <a:p>
            <a:endParaRPr lang="de-DE" dirty="0"/>
          </a:p>
          <a:p>
            <a:pPr marL="0" indent="0">
              <a:buNone/>
            </a:pPr>
            <a:r>
              <a:rPr lang="de-DE" dirty="0"/>
              <a:t>Antworten:</a:t>
            </a:r>
          </a:p>
          <a:p>
            <a:r>
              <a:rPr lang="de-DE" dirty="0"/>
              <a:t> Leseprobe war ok, viele Formfehler, nochmal auf </a:t>
            </a:r>
            <a:r>
              <a:rPr lang="de-DE" dirty="0" err="1"/>
              <a:t>rechtschreibung</a:t>
            </a:r>
            <a:r>
              <a:rPr lang="de-DE" dirty="0"/>
              <a:t> und insbesondere auf wissenschaftliche Schreibweise achten. Kapitelaufteilung auf Sinnhaftigkeit überprüfen. Manche Stellen sind teilweise unbegründet oder es wird etwas vorausgegriffen, was noch nicht erklärt wurde. Da nochmal darauf achten, dass alles passt und schlüssig ist. </a:t>
            </a:r>
          </a:p>
          <a:p>
            <a:r>
              <a:rPr lang="de-DE" dirty="0"/>
              <a:t> VOS-Viewer kann evtl. ganz cool sein, nur machen wenn das nicht zu viel Zeit kostet.</a:t>
            </a:r>
          </a:p>
          <a:p>
            <a:pPr marL="0" indent="0">
              <a:buNone/>
            </a:pPr>
            <a:endParaRPr lang="de-DE" dirty="0"/>
          </a:p>
        </p:txBody>
      </p:sp>
      <p:sp>
        <p:nvSpPr>
          <p:cNvPr id="3" name="Foliennummernplatzhalter 2">
            <a:extLst>
              <a:ext uri="{FF2B5EF4-FFF2-40B4-BE49-F238E27FC236}">
                <a16:creationId xmlns:a16="http://schemas.microsoft.com/office/drawing/2014/main" id="{43012CE0-43D6-38D7-C58D-CBAF277CDC6E}"/>
              </a:ext>
            </a:extLst>
          </p:cNvPr>
          <p:cNvSpPr>
            <a:spLocks noGrp="1"/>
          </p:cNvSpPr>
          <p:nvPr>
            <p:ph type="sldNum" sz="quarter" idx="4"/>
          </p:nvPr>
        </p:nvSpPr>
        <p:spPr/>
        <p:txBody>
          <a:bodyPr/>
          <a:lstStyle/>
          <a:p>
            <a:fld id="{13DF57E2-0006-4890-B490-C5A56CDD4B6C}" type="slidenum">
              <a:rPr lang="de-DE" smtClean="0"/>
              <a:pPr/>
              <a:t>9</a:t>
            </a:fld>
            <a:endParaRPr lang="de-DE" dirty="0"/>
          </a:p>
        </p:txBody>
      </p:sp>
      <p:sp>
        <p:nvSpPr>
          <p:cNvPr id="4" name="Datumsplatzhalter 3">
            <a:extLst>
              <a:ext uri="{FF2B5EF4-FFF2-40B4-BE49-F238E27FC236}">
                <a16:creationId xmlns:a16="http://schemas.microsoft.com/office/drawing/2014/main" id="{8A81DDC1-CE36-A1DF-3F98-47CAAC323195}"/>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7B672CFB-04BE-11CB-0F28-E04DA6F1A52E}"/>
              </a:ext>
            </a:extLst>
          </p:cNvPr>
          <p:cNvSpPr>
            <a:spLocks noGrp="1"/>
          </p:cNvSpPr>
          <p:nvPr>
            <p:ph type="ftr" sz="quarter" idx="10"/>
          </p:nvPr>
        </p:nvSpPr>
        <p:spPr/>
        <p:txBody>
          <a:bodyPr/>
          <a:lstStyle/>
          <a:p>
            <a:r>
              <a:rPr lang="da-DK"/>
              <a:t>Aeneas Molitor</a:t>
            </a:r>
            <a:endParaRPr lang="de-DE" dirty="0"/>
          </a:p>
        </p:txBody>
      </p:sp>
      <p:sp>
        <p:nvSpPr>
          <p:cNvPr id="6" name="Titel 5">
            <a:extLst>
              <a:ext uri="{FF2B5EF4-FFF2-40B4-BE49-F238E27FC236}">
                <a16:creationId xmlns:a16="http://schemas.microsoft.com/office/drawing/2014/main" id="{38DAF4A7-688E-3902-007E-AF7553C760F3}"/>
              </a:ext>
            </a:extLst>
          </p:cNvPr>
          <p:cNvSpPr>
            <a:spLocks noGrp="1"/>
          </p:cNvSpPr>
          <p:nvPr>
            <p:ph type="title"/>
          </p:nvPr>
        </p:nvSpPr>
        <p:spPr/>
        <p:txBody>
          <a:bodyPr/>
          <a:lstStyle/>
          <a:p>
            <a:r>
              <a:rPr lang="de-DE" dirty="0"/>
              <a:t>Meeting 4 </a:t>
            </a:r>
          </a:p>
        </p:txBody>
      </p:sp>
      <p:sp>
        <p:nvSpPr>
          <p:cNvPr id="7" name="Textplatzhalter 6">
            <a:extLst>
              <a:ext uri="{FF2B5EF4-FFF2-40B4-BE49-F238E27FC236}">
                <a16:creationId xmlns:a16="http://schemas.microsoft.com/office/drawing/2014/main" id="{44F84F16-8AC3-98D6-DEE4-CDF6EDA917CA}"/>
              </a:ext>
            </a:extLst>
          </p:cNvPr>
          <p:cNvSpPr>
            <a:spLocks noGrp="1"/>
          </p:cNvSpPr>
          <p:nvPr>
            <p:ph type="body" sz="quarter" idx="18"/>
          </p:nvPr>
        </p:nvSpPr>
        <p:spPr/>
        <p:txBody>
          <a:bodyPr/>
          <a:lstStyle/>
          <a:p>
            <a:r>
              <a:rPr lang="de-DE" dirty="0"/>
              <a:t>15.07.2025 Besprechung nur mit Lara</a:t>
            </a:r>
          </a:p>
        </p:txBody>
      </p:sp>
    </p:spTree>
    <p:extLst>
      <p:ext uri="{BB962C8B-B14F-4D97-AF65-F5344CB8AC3E}">
        <p14:creationId xmlns:p14="http://schemas.microsoft.com/office/powerpoint/2010/main" val="1463334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5849014E-DCF5-66CA-FB76-1E25E68D703D}"/>
              </a:ext>
            </a:extLst>
          </p:cNvPr>
          <p:cNvSpPr>
            <a:spLocks noGrp="1"/>
          </p:cNvSpPr>
          <p:nvPr>
            <p:ph type="body" sz="quarter" idx="13"/>
          </p:nvPr>
        </p:nvSpPr>
        <p:spPr/>
        <p:txBody>
          <a:bodyPr/>
          <a:lstStyle/>
          <a:p>
            <a:pPr marL="0" indent="0">
              <a:buNone/>
            </a:pPr>
            <a:r>
              <a:rPr lang="de-DE" dirty="0"/>
              <a:t>Meine Fragen:</a:t>
            </a:r>
          </a:p>
          <a:p>
            <a:r>
              <a:rPr lang="de-DE" dirty="0"/>
              <a:t> Theorieteil ist größtenteils fertig (hier Feedback von Jakob zu KI) -&gt; Semantischer Datenraum, DACE-Abschnitt</a:t>
            </a:r>
          </a:p>
          <a:p>
            <a:r>
              <a:rPr lang="de-DE" dirty="0"/>
              <a:t> Fortfahren mit Methodik Teil -&gt; erstmal Methodik von dem, was ich bisher habe, dann für den Rest (reichen 1-2 Seiten?)</a:t>
            </a:r>
          </a:p>
          <a:p>
            <a:r>
              <a:rPr lang="de-DE" dirty="0"/>
              <a:t> Probleme analysieren und mit KI-Lösungsvorschläge machen</a:t>
            </a:r>
          </a:p>
          <a:p>
            <a:r>
              <a:rPr lang="de-DE" dirty="0"/>
              <a:t> Dann den Rest schreiben, Ausblick, Rest Methodik Kapitel, Einleitung</a:t>
            </a:r>
          </a:p>
          <a:p>
            <a:r>
              <a:rPr lang="de-DE" dirty="0"/>
              <a:t> Großteil im Optimalfall bis zum nächsten Meeting, dann Rest machen + Feinschliff</a:t>
            </a:r>
          </a:p>
          <a:p>
            <a:r>
              <a:rPr lang="de-DE" dirty="0"/>
              <a:t>Wie Explizit muss der semantisch annotierte Datenraum behandelt werden?</a:t>
            </a:r>
          </a:p>
        </p:txBody>
      </p:sp>
      <p:sp>
        <p:nvSpPr>
          <p:cNvPr id="3" name="Foliennummernplatzhalter 2">
            <a:extLst>
              <a:ext uri="{FF2B5EF4-FFF2-40B4-BE49-F238E27FC236}">
                <a16:creationId xmlns:a16="http://schemas.microsoft.com/office/drawing/2014/main" id="{049988BB-CF42-BC70-9E74-113C0F30F454}"/>
              </a:ext>
            </a:extLst>
          </p:cNvPr>
          <p:cNvSpPr>
            <a:spLocks noGrp="1"/>
          </p:cNvSpPr>
          <p:nvPr>
            <p:ph type="sldNum" sz="quarter" idx="4"/>
          </p:nvPr>
        </p:nvSpPr>
        <p:spPr/>
        <p:txBody>
          <a:bodyPr/>
          <a:lstStyle/>
          <a:p>
            <a:fld id="{13DF57E2-0006-4890-B490-C5A56CDD4B6C}" type="slidenum">
              <a:rPr lang="de-DE" smtClean="0"/>
              <a:pPr/>
              <a:t>10</a:t>
            </a:fld>
            <a:endParaRPr lang="de-DE" dirty="0"/>
          </a:p>
        </p:txBody>
      </p:sp>
      <p:sp>
        <p:nvSpPr>
          <p:cNvPr id="4" name="Datumsplatzhalter 3">
            <a:extLst>
              <a:ext uri="{FF2B5EF4-FFF2-40B4-BE49-F238E27FC236}">
                <a16:creationId xmlns:a16="http://schemas.microsoft.com/office/drawing/2014/main" id="{6A19DF69-2370-B6D3-9CC4-093981F9FB4F}"/>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D2CF2672-C7BF-006C-F1BD-FA9D29473195}"/>
              </a:ext>
            </a:extLst>
          </p:cNvPr>
          <p:cNvSpPr>
            <a:spLocks noGrp="1"/>
          </p:cNvSpPr>
          <p:nvPr>
            <p:ph type="ftr" sz="quarter" idx="10"/>
          </p:nvPr>
        </p:nvSpPr>
        <p:spPr/>
        <p:txBody>
          <a:bodyPr/>
          <a:lstStyle/>
          <a:p>
            <a:r>
              <a:rPr lang="da-DK"/>
              <a:t>Aeneas Molitor</a:t>
            </a:r>
            <a:endParaRPr lang="de-DE" dirty="0"/>
          </a:p>
        </p:txBody>
      </p:sp>
      <p:sp>
        <p:nvSpPr>
          <p:cNvPr id="6" name="Titel 5">
            <a:extLst>
              <a:ext uri="{FF2B5EF4-FFF2-40B4-BE49-F238E27FC236}">
                <a16:creationId xmlns:a16="http://schemas.microsoft.com/office/drawing/2014/main" id="{3600FF68-DD09-463D-87B4-8869EF78A8B5}"/>
              </a:ext>
            </a:extLst>
          </p:cNvPr>
          <p:cNvSpPr>
            <a:spLocks noGrp="1"/>
          </p:cNvSpPr>
          <p:nvPr>
            <p:ph type="title"/>
          </p:nvPr>
        </p:nvSpPr>
        <p:spPr/>
        <p:txBody>
          <a:bodyPr/>
          <a:lstStyle/>
          <a:p>
            <a:r>
              <a:rPr lang="de-DE" dirty="0"/>
              <a:t>Meeting 5</a:t>
            </a:r>
          </a:p>
        </p:txBody>
      </p:sp>
      <p:sp>
        <p:nvSpPr>
          <p:cNvPr id="7" name="Textplatzhalter 6">
            <a:extLst>
              <a:ext uri="{FF2B5EF4-FFF2-40B4-BE49-F238E27FC236}">
                <a16:creationId xmlns:a16="http://schemas.microsoft.com/office/drawing/2014/main" id="{9A4C6D67-B45A-BA36-C14E-B4DFAFB65578}"/>
              </a:ext>
            </a:extLst>
          </p:cNvPr>
          <p:cNvSpPr>
            <a:spLocks noGrp="1"/>
          </p:cNvSpPr>
          <p:nvPr>
            <p:ph type="body" sz="quarter" idx="18"/>
          </p:nvPr>
        </p:nvSpPr>
        <p:spPr/>
        <p:txBody>
          <a:bodyPr/>
          <a:lstStyle/>
          <a:p>
            <a:r>
              <a:rPr lang="de-DE" dirty="0"/>
              <a:t>29.07.2025</a:t>
            </a:r>
          </a:p>
        </p:txBody>
      </p:sp>
    </p:spTree>
    <p:extLst>
      <p:ext uri="{BB962C8B-B14F-4D97-AF65-F5344CB8AC3E}">
        <p14:creationId xmlns:p14="http://schemas.microsoft.com/office/powerpoint/2010/main" val="3421813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09580D3-A394-3291-1B9D-2A759763B584}"/>
              </a:ext>
            </a:extLst>
          </p:cNvPr>
          <p:cNvSpPr>
            <a:spLocks noGrp="1"/>
          </p:cNvSpPr>
          <p:nvPr>
            <p:ph type="body" sz="quarter" idx="13"/>
          </p:nvPr>
        </p:nvSpPr>
        <p:spPr/>
        <p:txBody>
          <a:bodyPr/>
          <a:lstStyle/>
          <a:p>
            <a:pPr marL="0" indent="0">
              <a:buNone/>
            </a:pPr>
            <a:r>
              <a:rPr lang="de-DE" dirty="0"/>
              <a:t>Besprechungspunkte:</a:t>
            </a:r>
          </a:p>
          <a:p>
            <a:r>
              <a:rPr lang="de-DE" dirty="0"/>
              <a:t> Termin Verteidigung! (23.09?) -&gt; 09.09 weil 4.0 </a:t>
            </a:r>
            <a:r>
              <a:rPr lang="de-DE" dirty="0" err="1"/>
              <a:t>bescheinigung</a:t>
            </a:r>
            <a:r>
              <a:rPr lang="de-DE" dirty="0"/>
              <a:t> sonst </a:t>
            </a:r>
            <a:r>
              <a:rPr lang="de-DE" dirty="0" err="1"/>
              <a:t>evtl</a:t>
            </a:r>
            <a:r>
              <a:rPr lang="de-DE" dirty="0"/>
              <a:t> nicht </a:t>
            </a:r>
            <a:r>
              <a:rPr lang="de-DE" dirty="0" err="1"/>
              <a:t>rechzeitig</a:t>
            </a:r>
            <a:r>
              <a:rPr lang="de-DE" dirty="0"/>
              <a:t>.</a:t>
            </a:r>
          </a:p>
          <a:p>
            <a:r>
              <a:rPr lang="de-DE" dirty="0"/>
              <a:t> Möglich jetzt in der letzten Phase noch 1-2 zusätzliche Meetings durchzuführen? -&gt; Ja</a:t>
            </a:r>
          </a:p>
          <a:p>
            <a:r>
              <a:rPr lang="de-DE" dirty="0"/>
              <a:t> Wie funktioniert die Bewertung der Arbeit? – 4.0 Bescheinigung (mit Annalisa schon besprochen)</a:t>
            </a:r>
          </a:p>
          <a:p>
            <a:r>
              <a:rPr lang="de-DE" dirty="0"/>
              <a:t>  Bis übernächste Woche +- alles fertigstellen, ab dann noch </a:t>
            </a:r>
            <a:r>
              <a:rPr lang="de-DE" dirty="0" err="1"/>
              <a:t>keinere</a:t>
            </a:r>
            <a:r>
              <a:rPr lang="de-DE" dirty="0"/>
              <a:t> Sachen hinzufügen ändern + Feinschliff</a:t>
            </a:r>
          </a:p>
          <a:p>
            <a:r>
              <a:rPr lang="de-DE" dirty="0"/>
              <a:t> Wie sollen die Ergebnisse in der Arbeit dargestellt werden? (Einfach Herausforderungen, Lösungsvorschläge und dann Zusammenfassung?) Anschließend Forschungsausblick -&gt; Ja so</a:t>
            </a:r>
          </a:p>
          <a:p>
            <a:pPr marL="0" indent="0">
              <a:buNone/>
            </a:pPr>
            <a:endParaRPr lang="de-DE" dirty="0"/>
          </a:p>
        </p:txBody>
      </p:sp>
      <p:sp>
        <p:nvSpPr>
          <p:cNvPr id="3" name="Foliennummernplatzhalter 2">
            <a:extLst>
              <a:ext uri="{FF2B5EF4-FFF2-40B4-BE49-F238E27FC236}">
                <a16:creationId xmlns:a16="http://schemas.microsoft.com/office/drawing/2014/main" id="{C6C4E889-D3DF-8442-785B-BD234B0FBDCD}"/>
              </a:ext>
            </a:extLst>
          </p:cNvPr>
          <p:cNvSpPr>
            <a:spLocks noGrp="1"/>
          </p:cNvSpPr>
          <p:nvPr>
            <p:ph type="sldNum" sz="quarter" idx="4"/>
          </p:nvPr>
        </p:nvSpPr>
        <p:spPr/>
        <p:txBody>
          <a:bodyPr/>
          <a:lstStyle/>
          <a:p>
            <a:fld id="{13DF57E2-0006-4890-B490-C5A56CDD4B6C}" type="slidenum">
              <a:rPr lang="de-DE" smtClean="0"/>
              <a:pPr/>
              <a:t>11</a:t>
            </a:fld>
            <a:endParaRPr lang="de-DE" dirty="0"/>
          </a:p>
        </p:txBody>
      </p:sp>
      <p:sp>
        <p:nvSpPr>
          <p:cNvPr id="4" name="Datumsplatzhalter 3">
            <a:extLst>
              <a:ext uri="{FF2B5EF4-FFF2-40B4-BE49-F238E27FC236}">
                <a16:creationId xmlns:a16="http://schemas.microsoft.com/office/drawing/2014/main" id="{92AA75A8-5CD0-5C6D-794C-460C7E668781}"/>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843EFC9C-B85D-5117-720A-DFE44A14C63D}"/>
              </a:ext>
            </a:extLst>
          </p:cNvPr>
          <p:cNvSpPr>
            <a:spLocks noGrp="1"/>
          </p:cNvSpPr>
          <p:nvPr>
            <p:ph type="ftr" sz="quarter" idx="10"/>
          </p:nvPr>
        </p:nvSpPr>
        <p:spPr/>
        <p:txBody>
          <a:bodyPr/>
          <a:lstStyle/>
          <a:p>
            <a:r>
              <a:rPr lang="da-DK"/>
              <a:t>Aeneas Molitor</a:t>
            </a:r>
            <a:endParaRPr lang="de-DE" dirty="0"/>
          </a:p>
        </p:txBody>
      </p:sp>
      <p:sp>
        <p:nvSpPr>
          <p:cNvPr id="6" name="Titel 5">
            <a:extLst>
              <a:ext uri="{FF2B5EF4-FFF2-40B4-BE49-F238E27FC236}">
                <a16:creationId xmlns:a16="http://schemas.microsoft.com/office/drawing/2014/main" id="{F426255F-6776-61BA-817B-5AF8CC4AFD51}"/>
              </a:ext>
            </a:extLst>
          </p:cNvPr>
          <p:cNvSpPr>
            <a:spLocks noGrp="1"/>
          </p:cNvSpPr>
          <p:nvPr>
            <p:ph type="title"/>
          </p:nvPr>
        </p:nvSpPr>
        <p:spPr/>
        <p:txBody>
          <a:bodyPr/>
          <a:lstStyle/>
          <a:p>
            <a:r>
              <a:rPr lang="de-DE" dirty="0"/>
              <a:t>Meeting 6</a:t>
            </a:r>
          </a:p>
        </p:txBody>
      </p:sp>
      <p:sp>
        <p:nvSpPr>
          <p:cNvPr id="7" name="Textplatzhalter 6">
            <a:extLst>
              <a:ext uri="{FF2B5EF4-FFF2-40B4-BE49-F238E27FC236}">
                <a16:creationId xmlns:a16="http://schemas.microsoft.com/office/drawing/2014/main" id="{1AC31235-8A5F-A55C-E0EA-1CC48DA0E625}"/>
              </a:ext>
            </a:extLst>
          </p:cNvPr>
          <p:cNvSpPr>
            <a:spLocks noGrp="1"/>
          </p:cNvSpPr>
          <p:nvPr>
            <p:ph type="body" sz="quarter" idx="18"/>
          </p:nvPr>
        </p:nvSpPr>
        <p:spPr/>
        <p:txBody>
          <a:bodyPr/>
          <a:lstStyle/>
          <a:p>
            <a:r>
              <a:rPr lang="de-DE" dirty="0"/>
              <a:t>12.08.2025</a:t>
            </a:r>
          </a:p>
        </p:txBody>
      </p:sp>
    </p:spTree>
    <p:extLst>
      <p:ext uri="{BB962C8B-B14F-4D97-AF65-F5344CB8AC3E}">
        <p14:creationId xmlns:p14="http://schemas.microsoft.com/office/powerpoint/2010/main" val="479220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E3F55000-8E0C-8FF0-8BA8-13BD5C501E42}"/>
              </a:ext>
            </a:extLst>
          </p:cNvPr>
          <p:cNvSpPr>
            <a:spLocks noGrp="1"/>
          </p:cNvSpPr>
          <p:nvPr>
            <p:ph type="body" sz="quarter" idx="13"/>
          </p:nvPr>
        </p:nvSpPr>
        <p:spPr/>
        <p:txBody>
          <a:bodyPr/>
          <a:lstStyle/>
          <a:p>
            <a:pPr marL="0" indent="0">
              <a:buNone/>
            </a:pPr>
            <a:r>
              <a:rPr lang="de-DE" dirty="0"/>
              <a:t> Feedback:</a:t>
            </a:r>
          </a:p>
          <a:p>
            <a:r>
              <a:rPr lang="de-DE" dirty="0"/>
              <a:t> Kommentare bearbeiten, bessere Leseverständlichkeit</a:t>
            </a:r>
          </a:p>
          <a:p>
            <a:r>
              <a:rPr lang="de-DE" dirty="0"/>
              <a:t> Herausforderung</a:t>
            </a:r>
          </a:p>
          <a:p>
            <a:pPr lvl="1"/>
            <a:r>
              <a:rPr lang="de-DE" dirty="0"/>
              <a:t>Barrieren</a:t>
            </a:r>
          </a:p>
        </p:txBody>
      </p:sp>
      <p:sp>
        <p:nvSpPr>
          <p:cNvPr id="3" name="Foliennummernplatzhalter 2">
            <a:extLst>
              <a:ext uri="{FF2B5EF4-FFF2-40B4-BE49-F238E27FC236}">
                <a16:creationId xmlns:a16="http://schemas.microsoft.com/office/drawing/2014/main" id="{40E74D4C-1502-2897-D336-6DEA8180DD6E}"/>
              </a:ext>
            </a:extLst>
          </p:cNvPr>
          <p:cNvSpPr>
            <a:spLocks noGrp="1"/>
          </p:cNvSpPr>
          <p:nvPr>
            <p:ph type="sldNum" sz="quarter" idx="4"/>
          </p:nvPr>
        </p:nvSpPr>
        <p:spPr/>
        <p:txBody>
          <a:bodyPr/>
          <a:lstStyle/>
          <a:p>
            <a:fld id="{13DF57E2-0006-4890-B490-C5A56CDD4B6C}" type="slidenum">
              <a:rPr lang="de-DE" smtClean="0"/>
              <a:pPr/>
              <a:t>12</a:t>
            </a:fld>
            <a:endParaRPr lang="de-DE" dirty="0"/>
          </a:p>
        </p:txBody>
      </p:sp>
      <p:sp>
        <p:nvSpPr>
          <p:cNvPr id="4" name="Datumsplatzhalter 3">
            <a:extLst>
              <a:ext uri="{FF2B5EF4-FFF2-40B4-BE49-F238E27FC236}">
                <a16:creationId xmlns:a16="http://schemas.microsoft.com/office/drawing/2014/main" id="{4BD22696-7256-80E1-4388-AFCF662F7709}"/>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550F6F9F-A133-D177-F0A5-00C39953A871}"/>
              </a:ext>
            </a:extLst>
          </p:cNvPr>
          <p:cNvSpPr>
            <a:spLocks noGrp="1"/>
          </p:cNvSpPr>
          <p:nvPr>
            <p:ph type="ftr" sz="quarter" idx="10"/>
          </p:nvPr>
        </p:nvSpPr>
        <p:spPr/>
        <p:txBody>
          <a:bodyPr/>
          <a:lstStyle/>
          <a:p>
            <a:r>
              <a:rPr lang="da-DK" dirty="0" err="1"/>
              <a:t>Aeneas</a:t>
            </a:r>
            <a:r>
              <a:rPr lang="da-DK" dirty="0"/>
              <a:t> </a:t>
            </a:r>
            <a:r>
              <a:rPr lang="da-DK" dirty="0" err="1"/>
              <a:t>Molitor</a:t>
            </a:r>
            <a:endParaRPr lang="de-DE" dirty="0"/>
          </a:p>
        </p:txBody>
      </p:sp>
      <p:sp>
        <p:nvSpPr>
          <p:cNvPr id="6" name="Titel 5">
            <a:extLst>
              <a:ext uri="{FF2B5EF4-FFF2-40B4-BE49-F238E27FC236}">
                <a16:creationId xmlns:a16="http://schemas.microsoft.com/office/drawing/2014/main" id="{8D13957B-C5DF-1172-1737-38BD9CC91258}"/>
              </a:ext>
            </a:extLst>
          </p:cNvPr>
          <p:cNvSpPr>
            <a:spLocks noGrp="1"/>
          </p:cNvSpPr>
          <p:nvPr>
            <p:ph type="title"/>
          </p:nvPr>
        </p:nvSpPr>
        <p:spPr/>
        <p:txBody>
          <a:bodyPr/>
          <a:lstStyle/>
          <a:p>
            <a:r>
              <a:rPr lang="de-DE" dirty="0"/>
              <a:t>Meeting 7 </a:t>
            </a:r>
          </a:p>
        </p:txBody>
      </p:sp>
      <p:sp>
        <p:nvSpPr>
          <p:cNvPr id="7" name="Textplatzhalter 6">
            <a:extLst>
              <a:ext uri="{FF2B5EF4-FFF2-40B4-BE49-F238E27FC236}">
                <a16:creationId xmlns:a16="http://schemas.microsoft.com/office/drawing/2014/main" id="{49D8CBFD-C27D-BD58-5E46-171E2D582B06}"/>
              </a:ext>
            </a:extLst>
          </p:cNvPr>
          <p:cNvSpPr>
            <a:spLocks noGrp="1"/>
          </p:cNvSpPr>
          <p:nvPr>
            <p:ph type="body" sz="quarter" idx="18"/>
          </p:nvPr>
        </p:nvSpPr>
        <p:spPr/>
        <p:txBody>
          <a:bodyPr/>
          <a:lstStyle/>
          <a:p>
            <a:r>
              <a:rPr lang="de-DE" dirty="0"/>
              <a:t>Meeting mit Jakob - KI</a:t>
            </a:r>
          </a:p>
        </p:txBody>
      </p:sp>
    </p:spTree>
    <p:extLst>
      <p:ext uri="{BB962C8B-B14F-4D97-AF65-F5344CB8AC3E}">
        <p14:creationId xmlns:p14="http://schemas.microsoft.com/office/powerpoint/2010/main" val="2483222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7EE1DC34-4FFB-C54F-1D8B-2DF6BD7345F9}"/>
              </a:ext>
            </a:extLst>
          </p:cNvPr>
          <p:cNvSpPr>
            <a:spLocks noGrp="1"/>
          </p:cNvSpPr>
          <p:nvPr>
            <p:ph type="body" sz="quarter" idx="13"/>
          </p:nvPr>
        </p:nvSpPr>
        <p:spPr/>
        <p:txBody>
          <a:bodyPr/>
          <a:lstStyle/>
          <a:p>
            <a:r>
              <a:rPr lang="de-DE" dirty="0"/>
              <a:t> Datenraum Feld größer abdecken IDSA, Solid Datenräume. </a:t>
            </a:r>
          </a:p>
        </p:txBody>
      </p:sp>
      <p:sp>
        <p:nvSpPr>
          <p:cNvPr id="3" name="Foliennummernplatzhalter 2">
            <a:extLst>
              <a:ext uri="{FF2B5EF4-FFF2-40B4-BE49-F238E27FC236}">
                <a16:creationId xmlns:a16="http://schemas.microsoft.com/office/drawing/2014/main" id="{E7751769-A592-D949-AE23-7FDDA9766F53}"/>
              </a:ext>
            </a:extLst>
          </p:cNvPr>
          <p:cNvSpPr>
            <a:spLocks noGrp="1"/>
          </p:cNvSpPr>
          <p:nvPr>
            <p:ph type="sldNum" sz="quarter" idx="4"/>
          </p:nvPr>
        </p:nvSpPr>
        <p:spPr/>
        <p:txBody>
          <a:bodyPr/>
          <a:lstStyle/>
          <a:p>
            <a:fld id="{13DF57E2-0006-4890-B490-C5A56CDD4B6C}" type="slidenum">
              <a:rPr lang="de-DE" smtClean="0"/>
              <a:pPr/>
              <a:t>13</a:t>
            </a:fld>
            <a:endParaRPr lang="de-DE" dirty="0"/>
          </a:p>
        </p:txBody>
      </p:sp>
      <p:sp>
        <p:nvSpPr>
          <p:cNvPr id="4" name="Datumsplatzhalter 3">
            <a:extLst>
              <a:ext uri="{FF2B5EF4-FFF2-40B4-BE49-F238E27FC236}">
                <a16:creationId xmlns:a16="http://schemas.microsoft.com/office/drawing/2014/main" id="{50509807-AF67-DBBB-BCB0-5C62E80BE100}"/>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EAAEB4BE-6A39-212A-486E-6E3655386D77}"/>
              </a:ext>
            </a:extLst>
          </p:cNvPr>
          <p:cNvSpPr>
            <a:spLocks noGrp="1"/>
          </p:cNvSpPr>
          <p:nvPr>
            <p:ph type="ftr" sz="quarter" idx="10"/>
          </p:nvPr>
        </p:nvSpPr>
        <p:spPr/>
        <p:txBody>
          <a:bodyPr/>
          <a:lstStyle/>
          <a:p>
            <a:r>
              <a:rPr lang="da-DK"/>
              <a:t>Aeneas Molitor</a:t>
            </a:r>
            <a:endParaRPr lang="de-DE" dirty="0"/>
          </a:p>
        </p:txBody>
      </p:sp>
      <p:sp>
        <p:nvSpPr>
          <p:cNvPr id="6" name="Titel 5">
            <a:extLst>
              <a:ext uri="{FF2B5EF4-FFF2-40B4-BE49-F238E27FC236}">
                <a16:creationId xmlns:a16="http://schemas.microsoft.com/office/drawing/2014/main" id="{DC4FC217-69BF-28DE-D75D-8A2A6BD7ED24}"/>
              </a:ext>
            </a:extLst>
          </p:cNvPr>
          <p:cNvSpPr>
            <a:spLocks noGrp="1"/>
          </p:cNvSpPr>
          <p:nvPr>
            <p:ph type="title"/>
          </p:nvPr>
        </p:nvSpPr>
        <p:spPr/>
        <p:txBody>
          <a:bodyPr/>
          <a:lstStyle/>
          <a:p>
            <a:r>
              <a:rPr lang="de-DE" dirty="0"/>
              <a:t>Meeting 8</a:t>
            </a:r>
          </a:p>
        </p:txBody>
      </p:sp>
      <p:sp>
        <p:nvSpPr>
          <p:cNvPr id="7" name="Textplatzhalter 6">
            <a:extLst>
              <a:ext uri="{FF2B5EF4-FFF2-40B4-BE49-F238E27FC236}">
                <a16:creationId xmlns:a16="http://schemas.microsoft.com/office/drawing/2014/main" id="{6B42FE29-D541-5019-440F-6230FC37E086}"/>
              </a:ext>
            </a:extLst>
          </p:cNvPr>
          <p:cNvSpPr>
            <a:spLocks noGrp="1"/>
          </p:cNvSpPr>
          <p:nvPr>
            <p:ph type="body" sz="quarter" idx="18"/>
          </p:nvPr>
        </p:nvSpPr>
        <p:spPr/>
        <p:txBody>
          <a:bodyPr/>
          <a:lstStyle/>
          <a:p>
            <a:r>
              <a:rPr lang="de-DE" dirty="0"/>
              <a:t>Meeting mit Jakob</a:t>
            </a:r>
          </a:p>
        </p:txBody>
      </p:sp>
    </p:spTree>
    <p:extLst>
      <p:ext uri="{BB962C8B-B14F-4D97-AF65-F5344CB8AC3E}">
        <p14:creationId xmlns:p14="http://schemas.microsoft.com/office/powerpoint/2010/main" val="3198972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8" name="Grafik 7" descr="Ein Bild, das Text, Screenshot, Schrift, Zahl enthält.&#10;&#10;Automatisch generierte Beschreibung">
            <a:extLst>
              <a:ext uri="{FF2B5EF4-FFF2-40B4-BE49-F238E27FC236}">
                <a16:creationId xmlns:a16="http://schemas.microsoft.com/office/drawing/2014/main" id="{A60A4F43-5AA5-0DF1-B15F-03D9E9FD212D}"/>
              </a:ext>
            </a:extLst>
          </p:cNvPr>
          <p:cNvPicPr>
            <a:picLocks noGrp="1" noRot="1" noChangeAspect="1" noMove="1" noResize="1" noEditPoints="1" noAdjustHandles="1" noChangeArrowheads="1" noChangeShapeType="1" noCrop="1"/>
          </p:cNvPicPr>
          <p:nvPr/>
        </p:nvPicPr>
        <p:blipFill>
          <a:blip r:embed="rId2"/>
          <a:stretch>
            <a:fillRect/>
          </a:stretch>
        </p:blipFill>
        <p:spPr>
          <a:xfrm>
            <a:off x="1155939" y="-146376"/>
            <a:ext cx="9131474" cy="6411052"/>
          </a:xfrm>
          <a:prstGeom prst="rect">
            <a:avLst/>
          </a:prstGeom>
        </p:spPr>
      </p:pic>
      <p:sp>
        <p:nvSpPr>
          <p:cNvPr id="3" name="Foliennummernplatzhalter 2">
            <a:extLst>
              <a:ext uri="{FF2B5EF4-FFF2-40B4-BE49-F238E27FC236}">
                <a16:creationId xmlns:a16="http://schemas.microsoft.com/office/drawing/2014/main" id="{C77A9F2E-C4B3-9018-E9C3-764300F43E08}"/>
              </a:ext>
            </a:extLst>
          </p:cNvPr>
          <p:cNvSpPr>
            <a:spLocks noGrp="1"/>
          </p:cNvSpPr>
          <p:nvPr>
            <p:ph type="sldNum" sz="quarter" idx="4"/>
          </p:nvPr>
        </p:nvSpPr>
        <p:spPr/>
        <p:txBody>
          <a:bodyPr/>
          <a:lstStyle/>
          <a:p>
            <a:fld id="{13DF57E2-0006-4890-B490-C5A56CDD4B6C}" type="slidenum">
              <a:rPr lang="de-DE" smtClean="0"/>
              <a:pPr/>
              <a:t>14</a:t>
            </a:fld>
            <a:endParaRPr lang="de-DE" dirty="0"/>
          </a:p>
        </p:txBody>
      </p:sp>
      <p:sp>
        <p:nvSpPr>
          <p:cNvPr id="4" name="Datumsplatzhalter 3">
            <a:extLst>
              <a:ext uri="{FF2B5EF4-FFF2-40B4-BE49-F238E27FC236}">
                <a16:creationId xmlns:a16="http://schemas.microsoft.com/office/drawing/2014/main" id="{56F91F5E-4D99-659C-DD55-049DE3030E61}"/>
              </a:ext>
            </a:extLst>
          </p:cNvPr>
          <p:cNvSpPr>
            <a:spLocks noGrp="1"/>
          </p:cNvSpPr>
          <p:nvPr>
            <p:ph type="dt" sz="half" idx="2"/>
          </p:nvPr>
        </p:nvSpPr>
        <p:spPr/>
        <p:txBody>
          <a:bodyPr/>
          <a:lstStyle/>
          <a:p>
            <a:r>
              <a:rPr lang="en-DE"/>
              <a:t>01.07.2021</a:t>
            </a:r>
            <a:endParaRPr lang="de-DE" dirty="0"/>
          </a:p>
        </p:txBody>
      </p:sp>
      <p:sp>
        <p:nvSpPr>
          <p:cNvPr id="5" name="Fußzeilenplatzhalter 4">
            <a:extLst>
              <a:ext uri="{FF2B5EF4-FFF2-40B4-BE49-F238E27FC236}">
                <a16:creationId xmlns:a16="http://schemas.microsoft.com/office/drawing/2014/main" id="{03E5497E-B50C-D8A9-6817-FEFCD1FF48C4}"/>
              </a:ext>
            </a:extLst>
          </p:cNvPr>
          <p:cNvSpPr>
            <a:spLocks noGrp="1"/>
          </p:cNvSpPr>
          <p:nvPr>
            <p:ph type="ftr" sz="quarter" idx="10"/>
          </p:nvPr>
        </p:nvSpPr>
        <p:spPr/>
        <p:txBody>
          <a:bodyPr/>
          <a:lstStyle/>
          <a:p>
            <a:r>
              <a:rPr lang="da-DK"/>
              <a:t>Folienmaster ANTS rev2</a:t>
            </a:r>
            <a:endParaRPr lang="de-DE"/>
          </a:p>
        </p:txBody>
      </p:sp>
      <p:sp>
        <p:nvSpPr>
          <p:cNvPr id="10" name="Abgerundetes Rechteck 9">
            <a:extLst>
              <a:ext uri="{FF2B5EF4-FFF2-40B4-BE49-F238E27FC236}">
                <a16:creationId xmlns:a16="http://schemas.microsoft.com/office/drawing/2014/main" id="{06B269A7-13E8-B0B7-C674-B7BB67A93F48}"/>
              </a:ext>
            </a:extLst>
          </p:cNvPr>
          <p:cNvSpPr/>
          <p:nvPr/>
        </p:nvSpPr>
        <p:spPr>
          <a:xfrm>
            <a:off x="3046812" y="4877636"/>
            <a:ext cx="1260000" cy="720000"/>
          </a:xfrm>
          <a:prstGeom prst="roundRect">
            <a:avLst>
              <a:gd name="adj" fmla="val 22702"/>
            </a:avLst>
          </a:prstGeom>
          <a:solidFill>
            <a:schemeClr val="bg1">
              <a:lumMod val="65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t>Manifest für ein </a:t>
            </a:r>
            <a:r>
              <a:rPr lang="de-DE" sz="1000" dirty="0" err="1"/>
              <a:t>ressourcen</a:t>
            </a:r>
            <a:r>
              <a:rPr lang="de-DE" sz="1000" dirty="0"/>
              <a:t> effizientes Europa</a:t>
            </a:r>
          </a:p>
        </p:txBody>
      </p:sp>
      <p:sp>
        <p:nvSpPr>
          <p:cNvPr id="11" name="Abgerundetes Rechteck 10">
            <a:extLst>
              <a:ext uri="{FF2B5EF4-FFF2-40B4-BE49-F238E27FC236}">
                <a16:creationId xmlns:a16="http://schemas.microsoft.com/office/drawing/2014/main" id="{CC9913DB-0DCC-363F-1CF8-352C06E64391}"/>
              </a:ext>
            </a:extLst>
          </p:cNvPr>
          <p:cNvSpPr/>
          <p:nvPr/>
        </p:nvSpPr>
        <p:spPr>
          <a:xfrm>
            <a:off x="4454546" y="4877638"/>
            <a:ext cx="1260000" cy="720000"/>
          </a:xfrm>
          <a:prstGeom prst="roundRect">
            <a:avLst>
              <a:gd name="adj" fmla="val 22702"/>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rPr>
              <a:t>EU-Green Deal</a:t>
            </a:r>
            <a:endParaRPr lang="de-DE" dirty="0">
              <a:solidFill>
                <a:schemeClr val="tx1"/>
              </a:solidFill>
            </a:endParaRPr>
          </a:p>
        </p:txBody>
      </p:sp>
      <p:sp>
        <p:nvSpPr>
          <p:cNvPr id="12" name="Abgerundetes Rechteck 11">
            <a:extLst>
              <a:ext uri="{FF2B5EF4-FFF2-40B4-BE49-F238E27FC236}">
                <a16:creationId xmlns:a16="http://schemas.microsoft.com/office/drawing/2014/main" id="{ACFB0D12-5E2A-922F-F938-A0F6546B5100}"/>
              </a:ext>
            </a:extLst>
          </p:cNvPr>
          <p:cNvSpPr/>
          <p:nvPr/>
        </p:nvSpPr>
        <p:spPr>
          <a:xfrm>
            <a:off x="5862280" y="4877638"/>
            <a:ext cx="1260000" cy="720000"/>
          </a:xfrm>
          <a:prstGeom prst="roundRect">
            <a:avLst>
              <a:gd name="adj" fmla="val 22702"/>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chemeClr val="tx1"/>
                </a:solidFill>
              </a:rPr>
              <a:t>Batteriever</a:t>
            </a:r>
            <a:r>
              <a:rPr lang="de-DE" sz="1400" dirty="0">
                <a:solidFill>
                  <a:schemeClr val="tx1"/>
                </a:solidFill>
              </a:rPr>
              <a:t>-ordnung</a:t>
            </a:r>
          </a:p>
        </p:txBody>
      </p:sp>
      <p:sp>
        <p:nvSpPr>
          <p:cNvPr id="14" name="Abgerundetes Rechteck 13">
            <a:extLst>
              <a:ext uri="{FF2B5EF4-FFF2-40B4-BE49-F238E27FC236}">
                <a16:creationId xmlns:a16="http://schemas.microsoft.com/office/drawing/2014/main" id="{A74662EB-DB66-9491-FC13-29EE47C7DEFA}"/>
              </a:ext>
            </a:extLst>
          </p:cNvPr>
          <p:cNvSpPr/>
          <p:nvPr/>
        </p:nvSpPr>
        <p:spPr>
          <a:xfrm>
            <a:off x="8677748" y="4877638"/>
            <a:ext cx="1260000" cy="720000"/>
          </a:xfrm>
          <a:prstGeom prst="roundRect">
            <a:avLst>
              <a:gd name="adj" fmla="val 22702"/>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rPr>
              <a:t>Strategie für nachhaltige und </a:t>
            </a:r>
            <a:r>
              <a:rPr lang="de-DE" sz="1100" dirty="0" err="1">
                <a:solidFill>
                  <a:schemeClr val="tx1"/>
                </a:solidFill>
              </a:rPr>
              <a:t>tirküläre</a:t>
            </a:r>
            <a:r>
              <a:rPr lang="de-DE" sz="1100" dirty="0">
                <a:solidFill>
                  <a:schemeClr val="tx1"/>
                </a:solidFill>
              </a:rPr>
              <a:t> Textilien</a:t>
            </a:r>
            <a:endParaRPr lang="de-DE" dirty="0">
              <a:solidFill>
                <a:schemeClr val="tx1"/>
              </a:solidFill>
            </a:endParaRPr>
          </a:p>
        </p:txBody>
      </p:sp>
      <p:sp>
        <p:nvSpPr>
          <p:cNvPr id="15" name="Abgerundetes Rechteck 14">
            <a:extLst>
              <a:ext uri="{FF2B5EF4-FFF2-40B4-BE49-F238E27FC236}">
                <a16:creationId xmlns:a16="http://schemas.microsoft.com/office/drawing/2014/main" id="{0002FC03-D0CE-B4E0-6121-835E40F8745D}"/>
              </a:ext>
            </a:extLst>
          </p:cNvPr>
          <p:cNvSpPr/>
          <p:nvPr/>
        </p:nvSpPr>
        <p:spPr>
          <a:xfrm>
            <a:off x="8677748" y="4008634"/>
            <a:ext cx="1260000" cy="720000"/>
          </a:xfrm>
          <a:prstGeom prst="roundRect">
            <a:avLst>
              <a:gd name="adj" fmla="val 22702"/>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Bauprodukte Verordnung</a:t>
            </a:r>
            <a:endParaRPr lang="de-DE" dirty="0">
              <a:solidFill>
                <a:schemeClr val="tx1"/>
              </a:solidFill>
            </a:endParaRPr>
          </a:p>
        </p:txBody>
      </p:sp>
      <p:sp>
        <p:nvSpPr>
          <p:cNvPr id="17" name="Abgerundetes Rechteck 16">
            <a:extLst>
              <a:ext uri="{FF2B5EF4-FFF2-40B4-BE49-F238E27FC236}">
                <a16:creationId xmlns:a16="http://schemas.microsoft.com/office/drawing/2014/main" id="{BAE077AB-7E62-B0E4-09BA-54135F097143}"/>
              </a:ext>
            </a:extLst>
          </p:cNvPr>
          <p:cNvSpPr/>
          <p:nvPr/>
        </p:nvSpPr>
        <p:spPr>
          <a:xfrm>
            <a:off x="5862280" y="4008634"/>
            <a:ext cx="1260000" cy="720000"/>
          </a:xfrm>
          <a:prstGeom prst="roundRect">
            <a:avLst>
              <a:gd name="adj" fmla="val 22702"/>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Kreislauf-wirtschafts- Aktionsplan</a:t>
            </a:r>
          </a:p>
        </p:txBody>
      </p:sp>
      <p:sp>
        <p:nvSpPr>
          <p:cNvPr id="18" name="Abgerundetes Rechteck 17">
            <a:extLst>
              <a:ext uri="{FF2B5EF4-FFF2-40B4-BE49-F238E27FC236}">
                <a16:creationId xmlns:a16="http://schemas.microsoft.com/office/drawing/2014/main" id="{FA752852-384D-A5B0-16C9-19F78513485B}"/>
              </a:ext>
            </a:extLst>
          </p:cNvPr>
          <p:cNvSpPr/>
          <p:nvPr/>
        </p:nvSpPr>
        <p:spPr>
          <a:xfrm>
            <a:off x="8677748" y="3139630"/>
            <a:ext cx="1260000" cy="720000"/>
          </a:xfrm>
          <a:prstGeom prst="roundRect">
            <a:avLst>
              <a:gd name="adj" fmla="val 22702"/>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rPr>
              <a:t>Ökodesign für nachhaltige Produkte</a:t>
            </a:r>
            <a:endParaRPr lang="de-DE" dirty="0">
              <a:solidFill>
                <a:schemeClr val="tx1"/>
              </a:solidFill>
            </a:endParaRPr>
          </a:p>
        </p:txBody>
      </p:sp>
      <p:cxnSp>
        <p:nvCxnSpPr>
          <p:cNvPr id="21" name="Gerade Verbindung mit Pfeil 20">
            <a:extLst>
              <a:ext uri="{FF2B5EF4-FFF2-40B4-BE49-F238E27FC236}">
                <a16:creationId xmlns:a16="http://schemas.microsoft.com/office/drawing/2014/main" id="{B371978E-8934-8F1F-088E-FA867D1A1DB0}"/>
              </a:ext>
            </a:extLst>
          </p:cNvPr>
          <p:cNvCxnSpPr>
            <a:cxnSpLocks/>
          </p:cNvCxnSpPr>
          <p:nvPr/>
        </p:nvCxnSpPr>
        <p:spPr>
          <a:xfrm>
            <a:off x="1639078" y="5758774"/>
            <a:ext cx="82986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Gerade Verbindung 25">
            <a:extLst>
              <a:ext uri="{FF2B5EF4-FFF2-40B4-BE49-F238E27FC236}">
                <a16:creationId xmlns:a16="http://schemas.microsoft.com/office/drawing/2014/main" id="{23B4963C-7CBF-65BC-3B6A-5D88E904ACDE}"/>
              </a:ext>
            </a:extLst>
          </p:cNvPr>
          <p:cNvCxnSpPr/>
          <p:nvPr/>
        </p:nvCxnSpPr>
        <p:spPr>
          <a:xfrm>
            <a:off x="2254252" y="5597638"/>
            <a:ext cx="0" cy="16113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Gerade Verbindung 27">
            <a:extLst>
              <a:ext uri="{FF2B5EF4-FFF2-40B4-BE49-F238E27FC236}">
                <a16:creationId xmlns:a16="http://schemas.microsoft.com/office/drawing/2014/main" id="{30E7665B-DACD-6258-0D5F-2BBAF5E927A1}"/>
              </a:ext>
            </a:extLst>
          </p:cNvPr>
          <p:cNvCxnSpPr/>
          <p:nvPr/>
        </p:nvCxnSpPr>
        <p:spPr>
          <a:xfrm>
            <a:off x="3676812" y="5597638"/>
            <a:ext cx="0" cy="16113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Gerade Verbindung 33">
            <a:extLst>
              <a:ext uri="{FF2B5EF4-FFF2-40B4-BE49-F238E27FC236}">
                <a16:creationId xmlns:a16="http://schemas.microsoft.com/office/drawing/2014/main" id="{407917D2-B46E-7719-4D20-8AD348DA1C5B}"/>
              </a:ext>
            </a:extLst>
          </p:cNvPr>
          <p:cNvCxnSpPr/>
          <p:nvPr/>
        </p:nvCxnSpPr>
        <p:spPr>
          <a:xfrm>
            <a:off x="9307748" y="5597638"/>
            <a:ext cx="0" cy="16113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Gerade Verbindung 35">
            <a:extLst>
              <a:ext uri="{FF2B5EF4-FFF2-40B4-BE49-F238E27FC236}">
                <a16:creationId xmlns:a16="http://schemas.microsoft.com/office/drawing/2014/main" id="{371EFDC7-1652-A5B7-5A8F-C9005BACDFEB}"/>
              </a:ext>
            </a:extLst>
          </p:cNvPr>
          <p:cNvCxnSpPr>
            <a:endCxn id="14" idx="0"/>
          </p:cNvCxnSpPr>
          <p:nvPr/>
        </p:nvCxnSpPr>
        <p:spPr>
          <a:xfrm>
            <a:off x="9307748" y="4728634"/>
            <a:ext cx="0" cy="149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Gerade Verbindung 37">
            <a:extLst>
              <a:ext uri="{FF2B5EF4-FFF2-40B4-BE49-F238E27FC236}">
                <a16:creationId xmlns:a16="http://schemas.microsoft.com/office/drawing/2014/main" id="{F3B59C90-962A-131D-FD00-0AE3D07A848B}"/>
              </a:ext>
            </a:extLst>
          </p:cNvPr>
          <p:cNvCxnSpPr>
            <a:endCxn id="15" idx="0"/>
          </p:cNvCxnSpPr>
          <p:nvPr/>
        </p:nvCxnSpPr>
        <p:spPr>
          <a:xfrm>
            <a:off x="9307748" y="3859630"/>
            <a:ext cx="0" cy="149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Gerade Verbindung 39">
            <a:extLst>
              <a:ext uri="{FF2B5EF4-FFF2-40B4-BE49-F238E27FC236}">
                <a16:creationId xmlns:a16="http://schemas.microsoft.com/office/drawing/2014/main" id="{CE80A8B0-E4CC-2E0C-3497-A3C7E64D83F1}"/>
              </a:ext>
            </a:extLst>
          </p:cNvPr>
          <p:cNvCxnSpPr>
            <a:endCxn id="12" idx="0"/>
          </p:cNvCxnSpPr>
          <p:nvPr/>
        </p:nvCxnSpPr>
        <p:spPr>
          <a:xfrm>
            <a:off x="6492280" y="4728634"/>
            <a:ext cx="0" cy="149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Gerade Verbindung 41">
            <a:extLst>
              <a:ext uri="{FF2B5EF4-FFF2-40B4-BE49-F238E27FC236}">
                <a16:creationId xmlns:a16="http://schemas.microsoft.com/office/drawing/2014/main" id="{6CD2DFDA-8B9B-FDC3-8AA3-74996E5F98F0}"/>
              </a:ext>
            </a:extLst>
          </p:cNvPr>
          <p:cNvCxnSpPr/>
          <p:nvPr/>
        </p:nvCxnSpPr>
        <p:spPr>
          <a:xfrm>
            <a:off x="6492280" y="5597638"/>
            <a:ext cx="0" cy="16113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Gerade Verbindung 45">
            <a:extLst>
              <a:ext uri="{FF2B5EF4-FFF2-40B4-BE49-F238E27FC236}">
                <a16:creationId xmlns:a16="http://schemas.microsoft.com/office/drawing/2014/main" id="{D9FDB5BF-0148-C084-9303-D5DADA2F5406}"/>
              </a:ext>
            </a:extLst>
          </p:cNvPr>
          <p:cNvCxnSpPr/>
          <p:nvPr/>
        </p:nvCxnSpPr>
        <p:spPr>
          <a:xfrm>
            <a:off x="5099372" y="5597638"/>
            <a:ext cx="0" cy="16113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159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Foliennummernplatzhalter 2">
            <a:extLst>
              <a:ext uri="{FF2B5EF4-FFF2-40B4-BE49-F238E27FC236}">
                <a16:creationId xmlns:a16="http://schemas.microsoft.com/office/drawing/2014/main" id="{9DBDD7E5-56D5-C6E8-B68D-59C2A8565C04}"/>
              </a:ext>
            </a:extLst>
          </p:cNvPr>
          <p:cNvSpPr>
            <a:spLocks noGrp="1"/>
          </p:cNvSpPr>
          <p:nvPr>
            <p:ph type="sldNum" sz="quarter" idx="4"/>
          </p:nvPr>
        </p:nvSpPr>
        <p:spPr>
          <a:xfrm>
            <a:off x="378205" y="6264677"/>
            <a:ext cx="561363" cy="365125"/>
          </a:xfrm>
        </p:spPr>
        <p:txBody>
          <a:bodyPr/>
          <a:lstStyle/>
          <a:p>
            <a:fld id="{13DF57E2-0006-4890-B490-C5A56CDD4B6C}" type="slidenum">
              <a:rPr lang="de-DE" sz="1050" smtClean="0">
                <a:latin typeface="Georgia" panose="02040502050405020303" pitchFamily="18" charset="0"/>
              </a:rPr>
              <a:pPr/>
              <a:t>15</a:t>
            </a:fld>
            <a:endParaRPr lang="de-DE" sz="1050" dirty="0">
              <a:latin typeface="Georgia" panose="02040502050405020303" pitchFamily="18" charset="0"/>
            </a:endParaRPr>
          </a:p>
        </p:txBody>
      </p:sp>
      <p:grpSp>
        <p:nvGrpSpPr>
          <p:cNvPr id="39" name="Gruppieren 38">
            <a:extLst>
              <a:ext uri="{FF2B5EF4-FFF2-40B4-BE49-F238E27FC236}">
                <a16:creationId xmlns:a16="http://schemas.microsoft.com/office/drawing/2014/main" id="{990C2D21-21B8-B255-36FC-DCD072D7EE03}"/>
              </a:ext>
            </a:extLst>
          </p:cNvPr>
          <p:cNvGrpSpPr/>
          <p:nvPr/>
        </p:nvGrpSpPr>
        <p:grpSpPr>
          <a:xfrm>
            <a:off x="2517423" y="1690992"/>
            <a:ext cx="6890936" cy="2963909"/>
            <a:chOff x="2517423" y="1690992"/>
            <a:chExt cx="6890936" cy="2963909"/>
          </a:xfrm>
        </p:grpSpPr>
        <p:sp>
          <p:nvSpPr>
            <p:cNvPr id="11" name="Abgerundetes Rechteck 10">
              <a:extLst>
                <a:ext uri="{FF2B5EF4-FFF2-40B4-BE49-F238E27FC236}">
                  <a16:creationId xmlns:a16="http://schemas.microsoft.com/office/drawing/2014/main" id="{6B6283EC-133B-513A-64FA-4307AD59951C}"/>
                </a:ext>
              </a:extLst>
            </p:cNvPr>
            <p:cNvSpPr/>
            <p:nvPr/>
          </p:nvSpPr>
          <p:spPr>
            <a:xfrm>
              <a:off x="2517423" y="3428998"/>
              <a:ext cx="1260000" cy="720000"/>
            </a:xfrm>
            <a:prstGeom prst="roundRect">
              <a:avLst>
                <a:gd name="adj" fmla="val 22702"/>
              </a:avLst>
            </a:prstGeom>
            <a:solidFill>
              <a:schemeClr val="bg1">
                <a:lumMod val="65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Manifest für ein Ressourcen effizientes Europa</a:t>
              </a:r>
            </a:p>
          </p:txBody>
        </p:sp>
        <p:sp>
          <p:nvSpPr>
            <p:cNvPr id="12" name="Abgerundetes Rechteck 11">
              <a:extLst>
                <a:ext uri="{FF2B5EF4-FFF2-40B4-BE49-F238E27FC236}">
                  <a16:creationId xmlns:a16="http://schemas.microsoft.com/office/drawing/2014/main" id="{CC65C812-FAC0-4D31-990F-97794CC77A73}"/>
                </a:ext>
              </a:extLst>
            </p:cNvPr>
            <p:cNvSpPr/>
            <p:nvPr/>
          </p:nvSpPr>
          <p:spPr>
            <a:xfrm>
              <a:off x="3925157" y="3429000"/>
              <a:ext cx="1260000" cy="720000"/>
            </a:xfrm>
            <a:prstGeom prst="roundRect">
              <a:avLst>
                <a:gd name="adj" fmla="val 22702"/>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EU-Green Deal</a:t>
              </a:r>
            </a:p>
          </p:txBody>
        </p:sp>
        <p:sp>
          <p:nvSpPr>
            <p:cNvPr id="13" name="Abgerundetes Rechteck 12">
              <a:extLst>
                <a:ext uri="{FF2B5EF4-FFF2-40B4-BE49-F238E27FC236}">
                  <a16:creationId xmlns:a16="http://schemas.microsoft.com/office/drawing/2014/main" id="{53188BB4-254F-1035-2450-1863A04A9820}"/>
                </a:ext>
              </a:extLst>
            </p:cNvPr>
            <p:cNvSpPr/>
            <p:nvPr/>
          </p:nvSpPr>
          <p:spPr>
            <a:xfrm>
              <a:off x="5332891" y="3429000"/>
              <a:ext cx="1260000" cy="720000"/>
            </a:xfrm>
            <a:prstGeom prst="roundRect">
              <a:avLst>
                <a:gd name="adj" fmla="val 22702"/>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Batterie-verordnung</a:t>
              </a:r>
            </a:p>
          </p:txBody>
        </p:sp>
        <p:sp>
          <p:nvSpPr>
            <p:cNvPr id="14" name="Abgerundetes Rechteck 13">
              <a:extLst>
                <a:ext uri="{FF2B5EF4-FFF2-40B4-BE49-F238E27FC236}">
                  <a16:creationId xmlns:a16="http://schemas.microsoft.com/office/drawing/2014/main" id="{728C9E25-5DED-77C4-3486-BCF1EC1CAE3F}"/>
                </a:ext>
              </a:extLst>
            </p:cNvPr>
            <p:cNvSpPr/>
            <p:nvPr/>
          </p:nvSpPr>
          <p:spPr>
            <a:xfrm>
              <a:off x="8148359" y="3429000"/>
              <a:ext cx="1260000" cy="720000"/>
            </a:xfrm>
            <a:prstGeom prst="roundRect">
              <a:avLst>
                <a:gd name="adj" fmla="val 22702"/>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bg1"/>
                  </a:solidFill>
                  <a:latin typeface="Georgia" panose="02040502050405020303" pitchFamily="18" charset="0"/>
                </a:rPr>
                <a:t>Strategie für nachhaltige und zirkuläre Textilien</a:t>
              </a:r>
            </a:p>
          </p:txBody>
        </p:sp>
        <p:sp>
          <p:nvSpPr>
            <p:cNvPr id="15" name="Abgerundetes Rechteck 14">
              <a:extLst>
                <a:ext uri="{FF2B5EF4-FFF2-40B4-BE49-F238E27FC236}">
                  <a16:creationId xmlns:a16="http://schemas.microsoft.com/office/drawing/2014/main" id="{868E4F50-9D13-DEF0-8156-C19D50450D2D}"/>
                </a:ext>
              </a:extLst>
            </p:cNvPr>
            <p:cNvSpPr/>
            <p:nvPr/>
          </p:nvSpPr>
          <p:spPr>
            <a:xfrm>
              <a:off x="8148359" y="2559996"/>
              <a:ext cx="1260000" cy="720000"/>
            </a:xfrm>
            <a:prstGeom prst="roundRect">
              <a:avLst>
                <a:gd name="adj" fmla="val 22702"/>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bg1"/>
                  </a:solidFill>
                  <a:latin typeface="Georgia" panose="02040502050405020303" pitchFamily="18" charset="0"/>
                </a:rPr>
                <a:t>Bauprodukte Verordnung</a:t>
              </a:r>
            </a:p>
          </p:txBody>
        </p:sp>
        <p:sp>
          <p:nvSpPr>
            <p:cNvPr id="16" name="Abgerundetes Rechteck 15">
              <a:extLst>
                <a:ext uri="{FF2B5EF4-FFF2-40B4-BE49-F238E27FC236}">
                  <a16:creationId xmlns:a16="http://schemas.microsoft.com/office/drawing/2014/main" id="{F1477734-A811-10C6-A3E8-E5693A83C12C}"/>
                </a:ext>
              </a:extLst>
            </p:cNvPr>
            <p:cNvSpPr/>
            <p:nvPr/>
          </p:nvSpPr>
          <p:spPr>
            <a:xfrm>
              <a:off x="5332891" y="2559996"/>
              <a:ext cx="1260000" cy="720000"/>
            </a:xfrm>
            <a:prstGeom prst="roundRect">
              <a:avLst>
                <a:gd name="adj" fmla="val 22702"/>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Kreislauf-wirtschafts- Aktionsplan</a:t>
              </a:r>
            </a:p>
          </p:txBody>
        </p:sp>
        <p:sp>
          <p:nvSpPr>
            <p:cNvPr id="17" name="Abgerundetes Rechteck 16">
              <a:extLst>
                <a:ext uri="{FF2B5EF4-FFF2-40B4-BE49-F238E27FC236}">
                  <a16:creationId xmlns:a16="http://schemas.microsoft.com/office/drawing/2014/main" id="{865CC93A-66EA-B0AB-EDF1-7361D55F4828}"/>
                </a:ext>
              </a:extLst>
            </p:cNvPr>
            <p:cNvSpPr/>
            <p:nvPr/>
          </p:nvSpPr>
          <p:spPr>
            <a:xfrm>
              <a:off x="8148359" y="1690992"/>
              <a:ext cx="1260000" cy="720000"/>
            </a:xfrm>
            <a:prstGeom prst="roundRect">
              <a:avLst>
                <a:gd name="adj" fmla="val 22702"/>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bg1"/>
                  </a:solidFill>
                  <a:latin typeface="Georgia" panose="02040502050405020303" pitchFamily="18" charset="0"/>
                </a:rPr>
                <a:t>Ökodesign für nachhaltige Produkte</a:t>
              </a:r>
            </a:p>
          </p:txBody>
        </p:sp>
        <p:cxnSp>
          <p:nvCxnSpPr>
            <p:cNvPr id="18" name="Gerade Verbindung mit Pfeil 17">
              <a:extLst>
                <a:ext uri="{FF2B5EF4-FFF2-40B4-BE49-F238E27FC236}">
                  <a16:creationId xmlns:a16="http://schemas.microsoft.com/office/drawing/2014/main" id="{6A3B7EFB-2FAC-D2AD-6C64-0000445F8462}"/>
                </a:ext>
              </a:extLst>
            </p:cNvPr>
            <p:cNvCxnSpPr>
              <a:cxnSpLocks/>
            </p:cNvCxnSpPr>
            <p:nvPr/>
          </p:nvCxnSpPr>
          <p:spPr>
            <a:xfrm>
              <a:off x="3147423" y="4310136"/>
              <a:ext cx="626093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19">
              <a:extLst>
                <a:ext uri="{FF2B5EF4-FFF2-40B4-BE49-F238E27FC236}">
                  <a16:creationId xmlns:a16="http://schemas.microsoft.com/office/drawing/2014/main" id="{C530543F-BA9C-5AF5-7945-91771CEBE2F5}"/>
                </a:ext>
              </a:extLst>
            </p:cNvPr>
            <p:cNvCxnSpPr/>
            <p:nvPr/>
          </p:nvCxnSpPr>
          <p:spPr>
            <a:xfrm>
              <a:off x="3147423" y="4149000"/>
              <a:ext cx="0" cy="161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Gerade Verbindung 20">
              <a:extLst>
                <a:ext uri="{FF2B5EF4-FFF2-40B4-BE49-F238E27FC236}">
                  <a16:creationId xmlns:a16="http://schemas.microsoft.com/office/drawing/2014/main" id="{FFCD449A-4126-B597-D125-B2699A500480}"/>
                </a:ext>
              </a:extLst>
            </p:cNvPr>
            <p:cNvCxnSpPr/>
            <p:nvPr/>
          </p:nvCxnSpPr>
          <p:spPr>
            <a:xfrm>
              <a:off x="8778359" y="4149000"/>
              <a:ext cx="0" cy="161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Gerade Verbindung 21">
              <a:extLst>
                <a:ext uri="{FF2B5EF4-FFF2-40B4-BE49-F238E27FC236}">
                  <a16:creationId xmlns:a16="http://schemas.microsoft.com/office/drawing/2014/main" id="{106B9BCA-2FE3-900D-B0C0-E405681FD499}"/>
                </a:ext>
              </a:extLst>
            </p:cNvPr>
            <p:cNvCxnSpPr>
              <a:endCxn id="14" idx="0"/>
            </p:cNvCxnSpPr>
            <p:nvPr/>
          </p:nvCxnSpPr>
          <p:spPr>
            <a:xfrm>
              <a:off x="8778359" y="3279996"/>
              <a:ext cx="0" cy="149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 Verbindung 22">
              <a:extLst>
                <a:ext uri="{FF2B5EF4-FFF2-40B4-BE49-F238E27FC236}">
                  <a16:creationId xmlns:a16="http://schemas.microsoft.com/office/drawing/2014/main" id="{3CCF5BDD-B6A8-F75A-2643-9BACADA3125C}"/>
                </a:ext>
              </a:extLst>
            </p:cNvPr>
            <p:cNvCxnSpPr>
              <a:endCxn id="15" idx="0"/>
            </p:cNvCxnSpPr>
            <p:nvPr/>
          </p:nvCxnSpPr>
          <p:spPr>
            <a:xfrm>
              <a:off x="8778359" y="2410992"/>
              <a:ext cx="0" cy="149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 Verbindung 23">
              <a:extLst>
                <a:ext uri="{FF2B5EF4-FFF2-40B4-BE49-F238E27FC236}">
                  <a16:creationId xmlns:a16="http://schemas.microsoft.com/office/drawing/2014/main" id="{A3F0C4ED-0380-6B38-3E8D-C63DBB717EC7}"/>
                </a:ext>
              </a:extLst>
            </p:cNvPr>
            <p:cNvCxnSpPr>
              <a:endCxn id="13" idx="0"/>
            </p:cNvCxnSpPr>
            <p:nvPr/>
          </p:nvCxnSpPr>
          <p:spPr>
            <a:xfrm>
              <a:off x="5962891" y="3279996"/>
              <a:ext cx="0" cy="149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Gerade Verbindung 24">
              <a:extLst>
                <a:ext uri="{FF2B5EF4-FFF2-40B4-BE49-F238E27FC236}">
                  <a16:creationId xmlns:a16="http://schemas.microsoft.com/office/drawing/2014/main" id="{07D07877-3D62-2629-59A7-4D176E79F9B3}"/>
                </a:ext>
              </a:extLst>
            </p:cNvPr>
            <p:cNvCxnSpPr/>
            <p:nvPr/>
          </p:nvCxnSpPr>
          <p:spPr>
            <a:xfrm>
              <a:off x="5962891" y="4149000"/>
              <a:ext cx="0" cy="161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 Verbindung 25">
              <a:extLst>
                <a:ext uri="{FF2B5EF4-FFF2-40B4-BE49-F238E27FC236}">
                  <a16:creationId xmlns:a16="http://schemas.microsoft.com/office/drawing/2014/main" id="{08D07D32-1670-09F5-F255-89680C3CB3EA}"/>
                </a:ext>
              </a:extLst>
            </p:cNvPr>
            <p:cNvCxnSpPr/>
            <p:nvPr/>
          </p:nvCxnSpPr>
          <p:spPr>
            <a:xfrm>
              <a:off x="4569983" y="4149000"/>
              <a:ext cx="0" cy="161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04632C2-65EE-A006-AAF9-031F36034D9E}"/>
                </a:ext>
              </a:extLst>
            </p:cNvPr>
            <p:cNvSpPr txBox="1"/>
            <p:nvPr/>
          </p:nvSpPr>
          <p:spPr>
            <a:xfrm>
              <a:off x="2793254" y="4347124"/>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2014</a:t>
              </a:r>
            </a:p>
          </p:txBody>
        </p:sp>
        <p:sp>
          <p:nvSpPr>
            <p:cNvPr id="30" name="Textfeld 29">
              <a:extLst>
                <a:ext uri="{FF2B5EF4-FFF2-40B4-BE49-F238E27FC236}">
                  <a16:creationId xmlns:a16="http://schemas.microsoft.com/office/drawing/2014/main" id="{347BD1A7-D668-A4D2-8549-6E88B954B3BB}"/>
                </a:ext>
              </a:extLst>
            </p:cNvPr>
            <p:cNvSpPr txBox="1"/>
            <p:nvPr/>
          </p:nvSpPr>
          <p:spPr>
            <a:xfrm>
              <a:off x="8424190" y="4347123"/>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2022</a:t>
              </a:r>
            </a:p>
          </p:txBody>
        </p:sp>
        <p:sp>
          <p:nvSpPr>
            <p:cNvPr id="31" name="Textfeld 30">
              <a:extLst>
                <a:ext uri="{FF2B5EF4-FFF2-40B4-BE49-F238E27FC236}">
                  <a16:creationId xmlns:a16="http://schemas.microsoft.com/office/drawing/2014/main" id="{99A73CCC-C2D3-D571-4519-95C2A89DF4AE}"/>
                </a:ext>
              </a:extLst>
            </p:cNvPr>
            <p:cNvSpPr txBox="1"/>
            <p:nvPr/>
          </p:nvSpPr>
          <p:spPr>
            <a:xfrm>
              <a:off x="5608722" y="4347123"/>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2020</a:t>
              </a:r>
            </a:p>
          </p:txBody>
        </p:sp>
        <p:sp>
          <p:nvSpPr>
            <p:cNvPr id="32" name="Textfeld 31">
              <a:extLst>
                <a:ext uri="{FF2B5EF4-FFF2-40B4-BE49-F238E27FC236}">
                  <a16:creationId xmlns:a16="http://schemas.microsoft.com/office/drawing/2014/main" id="{776CB683-0464-894F-BB90-41518EE835FB}"/>
                </a:ext>
              </a:extLst>
            </p:cNvPr>
            <p:cNvSpPr txBox="1"/>
            <p:nvPr/>
          </p:nvSpPr>
          <p:spPr>
            <a:xfrm>
              <a:off x="4200988" y="4347124"/>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2019</a:t>
              </a:r>
            </a:p>
          </p:txBody>
        </p:sp>
        <p:sp>
          <p:nvSpPr>
            <p:cNvPr id="33" name="Textfeld 32">
              <a:extLst>
                <a:ext uri="{FF2B5EF4-FFF2-40B4-BE49-F238E27FC236}">
                  <a16:creationId xmlns:a16="http://schemas.microsoft.com/office/drawing/2014/main" id="{95D79F13-B549-2396-475A-08AC34E6DAD7}"/>
                </a:ext>
              </a:extLst>
            </p:cNvPr>
            <p:cNvSpPr txBox="1"/>
            <p:nvPr/>
          </p:nvSpPr>
          <p:spPr>
            <a:xfrm>
              <a:off x="7016456" y="4347123"/>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2021</a:t>
              </a:r>
            </a:p>
          </p:txBody>
        </p:sp>
        <p:sp>
          <p:nvSpPr>
            <p:cNvPr id="34" name="Abgerundetes Rechteck 33">
              <a:extLst>
                <a:ext uri="{FF2B5EF4-FFF2-40B4-BE49-F238E27FC236}">
                  <a16:creationId xmlns:a16="http://schemas.microsoft.com/office/drawing/2014/main" id="{EAD8F89F-93CD-5242-2A6B-393F99D84D31}"/>
                </a:ext>
              </a:extLst>
            </p:cNvPr>
            <p:cNvSpPr/>
            <p:nvPr/>
          </p:nvSpPr>
          <p:spPr>
            <a:xfrm>
              <a:off x="6740625" y="3428998"/>
              <a:ext cx="1260000" cy="720000"/>
            </a:xfrm>
            <a:prstGeom prst="roundRect">
              <a:avLst>
                <a:gd name="adj" fmla="val 22702"/>
              </a:avLst>
            </a:prstGeom>
            <a:solidFill>
              <a:schemeClr val="bg1">
                <a:lumMod val="65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Beginn DPP Entwicklung</a:t>
              </a:r>
            </a:p>
          </p:txBody>
        </p:sp>
        <p:cxnSp>
          <p:nvCxnSpPr>
            <p:cNvPr id="37" name="Gerade Verbindung 36">
              <a:extLst>
                <a:ext uri="{FF2B5EF4-FFF2-40B4-BE49-F238E27FC236}">
                  <a16:creationId xmlns:a16="http://schemas.microsoft.com/office/drawing/2014/main" id="{C0571454-9020-3378-F378-C77E391FEC43}"/>
                </a:ext>
              </a:extLst>
            </p:cNvPr>
            <p:cNvCxnSpPr>
              <a:cxnSpLocks/>
              <a:stCxn id="34" idx="2"/>
            </p:cNvCxnSpPr>
            <p:nvPr/>
          </p:nvCxnSpPr>
          <p:spPr>
            <a:xfrm>
              <a:off x="7370625" y="4148998"/>
              <a:ext cx="0" cy="161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2129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42D10B8D-0CC7-6664-D547-D7E275010124}"/>
              </a:ext>
            </a:extLst>
          </p:cNvPr>
          <p:cNvSpPr>
            <a:spLocks noGrp="1"/>
          </p:cNvSpPr>
          <p:nvPr>
            <p:ph type="sldNum" sz="quarter" idx="4"/>
          </p:nvPr>
        </p:nvSpPr>
        <p:spPr/>
        <p:txBody>
          <a:bodyPr/>
          <a:lstStyle/>
          <a:p>
            <a:fld id="{13DF57E2-0006-4890-B490-C5A56CDD4B6C}" type="slidenum">
              <a:rPr lang="de-DE" smtClean="0"/>
              <a:pPr/>
              <a:t>16</a:t>
            </a:fld>
            <a:endParaRPr lang="de-DE" dirty="0"/>
          </a:p>
        </p:txBody>
      </p:sp>
      <p:sp>
        <p:nvSpPr>
          <p:cNvPr id="4" name="Datumsplatzhalter 3">
            <a:extLst>
              <a:ext uri="{FF2B5EF4-FFF2-40B4-BE49-F238E27FC236}">
                <a16:creationId xmlns:a16="http://schemas.microsoft.com/office/drawing/2014/main" id="{4D390B7A-F7A8-87EC-0A0A-E5DD46A04CFB}"/>
              </a:ext>
            </a:extLst>
          </p:cNvPr>
          <p:cNvSpPr>
            <a:spLocks noGrp="1"/>
          </p:cNvSpPr>
          <p:nvPr>
            <p:ph type="dt" sz="half" idx="2"/>
          </p:nvPr>
        </p:nvSpPr>
        <p:spPr>
          <a:xfrm>
            <a:off x="1155939" y="6264675"/>
            <a:ext cx="720000" cy="468000"/>
          </a:xfrm>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FEB2C4D8-7C1E-C707-B5E4-0764AF84BE48}"/>
              </a:ext>
            </a:extLst>
          </p:cNvPr>
          <p:cNvSpPr>
            <a:spLocks noGrp="1"/>
          </p:cNvSpPr>
          <p:nvPr>
            <p:ph type="ftr" sz="quarter" idx="10"/>
          </p:nvPr>
        </p:nvSpPr>
        <p:spPr/>
        <p:txBody>
          <a:bodyPr/>
          <a:lstStyle/>
          <a:p>
            <a:r>
              <a:rPr lang="da-DK" dirty="0" err="1"/>
              <a:t>Aeneas</a:t>
            </a:r>
            <a:r>
              <a:rPr lang="da-DK" dirty="0"/>
              <a:t> </a:t>
            </a:r>
            <a:r>
              <a:rPr lang="da-DK" dirty="0" err="1"/>
              <a:t>Molitor</a:t>
            </a:r>
            <a:endParaRPr lang="de-DE" dirty="0"/>
          </a:p>
        </p:txBody>
      </p:sp>
      <p:grpSp>
        <p:nvGrpSpPr>
          <p:cNvPr id="48" name="Gruppieren 47">
            <a:extLst>
              <a:ext uri="{FF2B5EF4-FFF2-40B4-BE49-F238E27FC236}">
                <a16:creationId xmlns:a16="http://schemas.microsoft.com/office/drawing/2014/main" id="{8EDE8B58-8AD8-4CCF-80C2-EE2FC024EFE1}"/>
              </a:ext>
            </a:extLst>
          </p:cNvPr>
          <p:cNvGrpSpPr/>
          <p:nvPr/>
        </p:nvGrpSpPr>
        <p:grpSpPr>
          <a:xfrm>
            <a:off x="1675789" y="699419"/>
            <a:ext cx="8812210" cy="5321581"/>
            <a:chOff x="1675789" y="699419"/>
            <a:chExt cx="8812210" cy="5321581"/>
          </a:xfrm>
        </p:grpSpPr>
        <p:sp>
          <p:nvSpPr>
            <p:cNvPr id="47" name="Rechteck 46">
              <a:extLst>
                <a:ext uri="{FF2B5EF4-FFF2-40B4-BE49-F238E27FC236}">
                  <a16:creationId xmlns:a16="http://schemas.microsoft.com/office/drawing/2014/main" id="{DE188C23-104F-0FE9-F396-17FF5710447A}"/>
                </a:ext>
              </a:extLst>
            </p:cNvPr>
            <p:cNvSpPr/>
            <p:nvPr/>
          </p:nvSpPr>
          <p:spPr>
            <a:xfrm>
              <a:off x="1695402" y="699419"/>
              <a:ext cx="8792597" cy="53215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Pfeil nach unten 18">
              <a:extLst>
                <a:ext uri="{FF2B5EF4-FFF2-40B4-BE49-F238E27FC236}">
                  <a16:creationId xmlns:a16="http://schemas.microsoft.com/office/drawing/2014/main" id="{CF2F43C9-00E7-EA80-3BE8-16F14FE08154}"/>
                </a:ext>
              </a:extLst>
            </p:cNvPr>
            <p:cNvSpPr/>
            <p:nvPr/>
          </p:nvSpPr>
          <p:spPr>
            <a:xfrm rot="10800000">
              <a:off x="2040272" y="1200864"/>
              <a:ext cx="396000" cy="4320000"/>
            </a:xfrm>
            <a:prstGeom prst="downArrow">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B2FCEECE-74C0-5EA4-3DE1-EE58CA9AD378}"/>
                </a:ext>
              </a:extLst>
            </p:cNvPr>
            <p:cNvSpPr/>
            <p:nvPr/>
          </p:nvSpPr>
          <p:spPr>
            <a:xfrm>
              <a:off x="4138762" y="1458253"/>
              <a:ext cx="1957238"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R1 Überdenken</a:t>
              </a:r>
            </a:p>
          </p:txBody>
        </p:sp>
        <p:sp>
          <p:nvSpPr>
            <p:cNvPr id="10" name="Rechteck 9">
              <a:extLst>
                <a:ext uri="{FF2B5EF4-FFF2-40B4-BE49-F238E27FC236}">
                  <a16:creationId xmlns:a16="http://schemas.microsoft.com/office/drawing/2014/main" id="{83E37B1D-01DC-522F-BFA7-11AA1B136591}"/>
                </a:ext>
              </a:extLst>
            </p:cNvPr>
            <p:cNvSpPr/>
            <p:nvPr/>
          </p:nvSpPr>
          <p:spPr>
            <a:xfrm>
              <a:off x="4138762" y="1957790"/>
              <a:ext cx="1861988"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R2 Reduzieren</a:t>
              </a:r>
            </a:p>
          </p:txBody>
        </p:sp>
        <p:sp>
          <p:nvSpPr>
            <p:cNvPr id="11" name="Rechteck 10">
              <a:extLst>
                <a:ext uri="{FF2B5EF4-FFF2-40B4-BE49-F238E27FC236}">
                  <a16:creationId xmlns:a16="http://schemas.microsoft.com/office/drawing/2014/main" id="{16FEBD69-AA44-CE2E-DC64-F82FC2911881}"/>
                </a:ext>
              </a:extLst>
            </p:cNvPr>
            <p:cNvSpPr/>
            <p:nvPr/>
          </p:nvSpPr>
          <p:spPr>
            <a:xfrm>
              <a:off x="4138762" y="4967747"/>
              <a:ext cx="1576238"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R8 Recyceln</a:t>
              </a:r>
            </a:p>
          </p:txBody>
        </p:sp>
        <p:sp>
          <p:nvSpPr>
            <p:cNvPr id="12" name="Rechteck 11">
              <a:extLst>
                <a:ext uri="{FF2B5EF4-FFF2-40B4-BE49-F238E27FC236}">
                  <a16:creationId xmlns:a16="http://schemas.microsoft.com/office/drawing/2014/main" id="{DE0D725E-4FB4-2BB2-FD5F-BB0CC48C05BC}"/>
                </a:ext>
              </a:extLst>
            </p:cNvPr>
            <p:cNvSpPr/>
            <p:nvPr/>
          </p:nvSpPr>
          <p:spPr>
            <a:xfrm>
              <a:off x="4138761" y="5467375"/>
              <a:ext cx="2063749"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R9 Rückgewinnen</a:t>
              </a:r>
            </a:p>
          </p:txBody>
        </p:sp>
        <p:sp>
          <p:nvSpPr>
            <p:cNvPr id="13" name="Rechteck 12">
              <a:extLst>
                <a:ext uri="{FF2B5EF4-FFF2-40B4-BE49-F238E27FC236}">
                  <a16:creationId xmlns:a16="http://schemas.microsoft.com/office/drawing/2014/main" id="{277591CB-44D2-2C8F-14D5-C6AEBA6777AB}"/>
                </a:ext>
              </a:extLst>
            </p:cNvPr>
            <p:cNvSpPr/>
            <p:nvPr/>
          </p:nvSpPr>
          <p:spPr>
            <a:xfrm>
              <a:off x="4138762" y="3965421"/>
              <a:ext cx="2536358"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R6 Wiederaufbereiten</a:t>
              </a:r>
            </a:p>
          </p:txBody>
        </p:sp>
        <p:sp>
          <p:nvSpPr>
            <p:cNvPr id="14" name="Rechteck 13">
              <a:extLst>
                <a:ext uri="{FF2B5EF4-FFF2-40B4-BE49-F238E27FC236}">
                  <a16:creationId xmlns:a16="http://schemas.microsoft.com/office/drawing/2014/main" id="{17906FC2-5D26-CFD6-F9FB-32B014274AF0}"/>
                </a:ext>
              </a:extLst>
            </p:cNvPr>
            <p:cNvSpPr/>
            <p:nvPr/>
          </p:nvSpPr>
          <p:spPr>
            <a:xfrm>
              <a:off x="4138762" y="4474796"/>
              <a:ext cx="1759118"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R7 Umnutzen</a:t>
              </a:r>
            </a:p>
          </p:txBody>
        </p:sp>
        <p:sp>
          <p:nvSpPr>
            <p:cNvPr id="15" name="Rechteck 14">
              <a:extLst>
                <a:ext uri="{FF2B5EF4-FFF2-40B4-BE49-F238E27FC236}">
                  <a16:creationId xmlns:a16="http://schemas.microsoft.com/office/drawing/2014/main" id="{F1EFC272-A317-4E2F-0180-9E365EE2EB91}"/>
                </a:ext>
              </a:extLst>
            </p:cNvPr>
            <p:cNvSpPr/>
            <p:nvPr/>
          </p:nvSpPr>
          <p:spPr>
            <a:xfrm>
              <a:off x="4138762" y="958625"/>
              <a:ext cx="1759118"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R0 Vermeiden</a:t>
              </a:r>
            </a:p>
          </p:txBody>
        </p:sp>
        <p:sp>
          <p:nvSpPr>
            <p:cNvPr id="16" name="Rechteck 15">
              <a:extLst>
                <a:ext uri="{FF2B5EF4-FFF2-40B4-BE49-F238E27FC236}">
                  <a16:creationId xmlns:a16="http://schemas.microsoft.com/office/drawing/2014/main" id="{F6A56B87-52BC-60F6-513A-E5344344829C}"/>
                </a:ext>
              </a:extLst>
            </p:cNvPr>
            <p:cNvSpPr/>
            <p:nvPr/>
          </p:nvSpPr>
          <p:spPr>
            <a:xfrm>
              <a:off x="4138762" y="2457327"/>
              <a:ext cx="2536358"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R3 Wiederverwenden</a:t>
              </a:r>
            </a:p>
          </p:txBody>
        </p:sp>
        <p:sp>
          <p:nvSpPr>
            <p:cNvPr id="17" name="Rechteck 16">
              <a:extLst>
                <a:ext uri="{FF2B5EF4-FFF2-40B4-BE49-F238E27FC236}">
                  <a16:creationId xmlns:a16="http://schemas.microsoft.com/office/drawing/2014/main" id="{B71879F7-1A09-E720-7E21-A0D8618CDFA8}"/>
                </a:ext>
              </a:extLst>
            </p:cNvPr>
            <p:cNvSpPr/>
            <p:nvPr/>
          </p:nvSpPr>
          <p:spPr>
            <a:xfrm>
              <a:off x="4138762" y="2956864"/>
              <a:ext cx="1861988"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R4 Reparieren</a:t>
              </a:r>
            </a:p>
          </p:txBody>
        </p:sp>
        <p:sp>
          <p:nvSpPr>
            <p:cNvPr id="18" name="Rechteck 17">
              <a:extLst>
                <a:ext uri="{FF2B5EF4-FFF2-40B4-BE49-F238E27FC236}">
                  <a16:creationId xmlns:a16="http://schemas.microsoft.com/office/drawing/2014/main" id="{9DF29453-840A-4058-D771-6CFB679B0553}"/>
                </a:ext>
              </a:extLst>
            </p:cNvPr>
            <p:cNvSpPr/>
            <p:nvPr/>
          </p:nvSpPr>
          <p:spPr>
            <a:xfrm>
              <a:off x="4138762" y="3462723"/>
              <a:ext cx="2170598"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R5 Instandsetzen</a:t>
              </a:r>
            </a:p>
          </p:txBody>
        </p:sp>
        <p:sp>
          <p:nvSpPr>
            <p:cNvPr id="40" name="Rechteck 39">
              <a:extLst>
                <a:ext uri="{FF2B5EF4-FFF2-40B4-BE49-F238E27FC236}">
                  <a16:creationId xmlns:a16="http://schemas.microsoft.com/office/drawing/2014/main" id="{E4E33329-E750-A31E-8614-9E7A07731826}"/>
                </a:ext>
              </a:extLst>
            </p:cNvPr>
            <p:cNvSpPr/>
            <p:nvPr/>
          </p:nvSpPr>
          <p:spPr>
            <a:xfrm>
              <a:off x="2778269" y="958671"/>
              <a:ext cx="1080001" cy="14311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dirty="0"/>
                <a:t>Schlauere Produkt-nutzung &amp; Herstellung</a:t>
              </a:r>
            </a:p>
          </p:txBody>
        </p:sp>
        <p:sp>
          <p:nvSpPr>
            <p:cNvPr id="30" name="Rechteck 29">
              <a:extLst>
                <a:ext uri="{FF2B5EF4-FFF2-40B4-BE49-F238E27FC236}">
                  <a16:creationId xmlns:a16="http://schemas.microsoft.com/office/drawing/2014/main" id="{62F39A25-0A27-EA90-30B1-B911E954913C}"/>
                </a:ext>
              </a:extLst>
            </p:cNvPr>
            <p:cNvSpPr/>
            <p:nvPr/>
          </p:nvSpPr>
          <p:spPr>
            <a:xfrm>
              <a:off x="5139255" y="1458253"/>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Die Produktnutzung intensivieren (z.B. durch gemeinsame Nutzung)</a:t>
              </a:r>
            </a:p>
          </p:txBody>
        </p:sp>
        <p:sp>
          <p:nvSpPr>
            <p:cNvPr id="31" name="Rechteck 30">
              <a:extLst>
                <a:ext uri="{FF2B5EF4-FFF2-40B4-BE49-F238E27FC236}">
                  <a16:creationId xmlns:a16="http://schemas.microsoft.com/office/drawing/2014/main" id="{A1E3B4A9-7DC1-896A-D4DD-A88C94214628}"/>
                </a:ext>
              </a:extLst>
            </p:cNvPr>
            <p:cNvSpPr/>
            <p:nvPr/>
          </p:nvSpPr>
          <p:spPr>
            <a:xfrm>
              <a:off x="5139255" y="1958430"/>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die Effizienz bei der Herstellung oder Verwendung von Produkten zu erhöhen, indem weniger natürliche Ressourcen und Materialien verbraucht werden</a:t>
              </a:r>
            </a:p>
          </p:txBody>
        </p:sp>
        <p:sp>
          <p:nvSpPr>
            <p:cNvPr id="32" name="Rechteck 31">
              <a:extLst>
                <a:ext uri="{FF2B5EF4-FFF2-40B4-BE49-F238E27FC236}">
                  <a16:creationId xmlns:a16="http://schemas.microsoft.com/office/drawing/2014/main" id="{21C33005-503E-C2DC-D634-E24B3A1C1C70}"/>
                </a:ext>
              </a:extLst>
            </p:cNvPr>
            <p:cNvSpPr/>
            <p:nvPr/>
          </p:nvSpPr>
          <p:spPr>
            <a:xfrm>
              <a:off x="5139255" y="4967747"/>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Verarbeitung von Materialien, um die gleiche (hochwertige) oder eine niedrigere (minderwertige) Qualität zu erhalten</a:t>
              </a:r>
            </a:p>
          </p:txBody>
        </p:sp>
        <p:sp>
          <p:nvSpPr>
            <p:cNvPr id="33" name="Rechteck 32">
              <a:extLst>
                <a:ext uri="{FF2B5EF4-FFF2-40B4-BE49-F238E27FC236}">
                  <a16:creationId xmlns:a16="http://schemas.microsoft.com/office/drawing/2014/main" id="{4AA13606-2864-1758-7C1C-8C7315A8E273}"/>
                </a:ext>
              </a:extLst>
            </p:cNvPr>
            <p:cNvSpPr/>
            <p:nvPr/>
          </p:nvSpPr>
          <p:spPr>
            <a:xfrm>
              <a:off x="5139255" y="5467375"/>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Verbrennung von Material mit Energierückgewinnung</a:t>
              </a:r>
            </a:p>
          </p:txBody>
        </p:sp>
        <p:sp>
          <p:nvSpPr>
            <p:cNvPr id="34" name="Rechteck 33">
              <a:extLst>
                <a:ext uri="{FF2B5EF4-FFF2-40B4-BE49-F238E27FC236}">
                  <a16:creationId xmlns:a16="http://schemas.microsoft.com/office/drawing/2014/main" id="{7BCB837B-7537-269D-C2DE-A8D043D04057}"/>
                </a:ext>
              </a:extLst>
            </p:cNvPr>
            <p:cNvSpPr/>
            <p:nvPr/>
          </p:nvSpPr>
          <p:spPr>
            <a:xfrm>
              <a:off x="5139255" y="3966759"/>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Verwendung eines ausrangierten Produkts in einem neuen Produkt mit derselben Funktion</a:t>
              </a:r>
            </a:p>
          </p:txBody>
        </p:sp>
        <p:sp>
          <p:nvSpPr>
            <p:cNvPr id="35" name="Rechteck 34">
              <a:extLst>
                <a:ext uri="{FF2B5EF4-FFF2-40B4-BE49-F238E27FC236}">
                  <a16:creationId xmlns:a16="http://schemas.microsoft.com/office/drawing/2014/main" id="{6775981C-CF68-E8B6-46CE-7D1C0A3FD9E8}"/>
                </a:ext>
              </a:extLst>
            </p:cNvPr>
            <p:cNvSpPr/>
            <p:nvPr/>
          </p:nvSpPr>
          <p:spPr>
            <a:xfrm>
              <a:off x="5139255" y="4474796"/>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Verwendung von Teilen eines ausrangierten Produkts oder seiner Teile in einem neuen Produkt mit einer anderen Funktion</a:t>
              </a:r>
            </a:p>
          </p:txBody>
        </p:sp>
        <p:sp>
          <p:nvSpPr>
            <p:cNvPr id="36" name="Rechteck 35">
              <a:extLst>
                <a:ext uri="{FF2B5EF4-FFF2-40B4-BE49-F238E27FC236}">
                  <a16:creationId xmlns:a16="http://schemas.microsoft.com/office/drawing/2014/main" id="{22C77780-5BF1-027E-F878-DB4A7B289E09}"/>
                </a:ext>
              </a:extLst>
            </p:cNvPr>
            <p:cNvSpPr/>
            <p:nvPr/>
          </p:nvSpPr>
          <p:spPr>
            <a:xfrm>
              <a:off x="5139255" y="958076"/>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ein Produkt überflüssig machen, indem seine Funktion aufgegeben wird oder indem dieselbe Funktion mit einem völlig anderen Produkt angeboten wird</a:t>
              </a:r>
              <a:endParaRPr lang="de-DE" sz="1600" dirty="0"/>
            </a:p>
          </p:txBody>
        </p:sp>
        <p:sp>
          <p:nvSpPr>
            <p:cNvPr id="37" name="Rechteck 36">
              <a:extLst>
                <a:ext uri="{FF2B5EF4-FFF2-40B4-BE49-F238E27FC236}">
                  <a16:creationId xmlns:a16="http://schemas.microsoft.com/office/drawing/2014/main" id="{DF9A603C-7B1F-32AE-6344-DA69268221FD}"/>
                </a:ext>
              </a:extLst>
            </p:cNvPr>
            <p:cNvSpPr/>
            <p:nvPr/>
          </p:nvSpPr>
          <p:spPr>
            <a:xfrm>
              <a:off x="5139255" y="2461772"/>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Wiederverwendung eines ausrangierten Produkts, das noch in gutem Zustand ist und seine ursprüngliche Funktion erfüllt, durch einen anderen Verbraucher</a:t>
              </a:r>
            </a:p>
          </p:txBody>
        </p:sp>
        <p:sp>
          <p:nvSpPr>
            <p:cNvPr id="38" name="Rechteck 37">
              <a:extLst>
                <a:ext uri="{FF2B5EF4-FFF2-40B4-BE49-F238E27FC236}">
                  <a16:creationId xmlns:a16="http://schemas.microsoft.com/office/drawing/2014/main" id="{4A376843-6595-DB9D-72EB-F11A20FC8CC9}"/>
                </a:ext>
              </a:extLst>
            </p:cNvPr>
            <p:cNvSpPr/>
            <p:nvPr/>
          </p:nvSpPr>
          <p:spPr>
            <a:xfrm>
              <a:off x="5139255" y="2961309"/>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Reparatur und Wartung eines defekten Produkts, damit es mit seiner ursprünglichen Funktion verwendet werden kann</a:t>
              </a:r>
            </a:p>
          </p:txBody>
        </p:sp>
        <p:sp>
          <p:nvSpPr>
            <p:cNvPr id="39" name="Rechteck 38">
              <a:extLst>
                <a:ext uri="{FF2B5EF4-FFF2-40B4-BE49-F238E27FC236}">
                  <a16:creationId xmlns:a16="http://schemas.microsoft.com/office/drawing/2014/main" id="{3E97D71B-A6CE-3BB5-017E-5C61F38D9DB5}"/>
                </a:ext>
              </a:extLst>
            </p:cNvPr>
            <p:cNvSpPr/>
            <p:nvPr/>
          </p:nvSpPr>
          <p:spPr>
            <a:xfrm>
              <a:off x="5139255" y="3467222"/>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t>ein altes Produkt wiederherstellen und auf den neuesten Stand bringen</a:t>
              </a:r>
            </a:p>
          </p:txBody>
        </p:sp>
        <p:sp>
          <p:nvSpPr>
            <p:cNvPr id="42" name="Rechteck 41">
              <a:extLst>
                <a:ext uri="{FF2B5EF4-FFF2-40B4-BE49-F238E27FC236}">
                  <a16:creationId xmlns:a16="http://schemas.microsoft.com/office/drawing/2014/main" id="{CCAE9554-49F5-22D4-337B-E99AAE6B226D}"/>
                </a:ext>
              </a:extLst>
            </p:cNvPr>
            <p:cNvSpPr/>
            <p:nvPr/>
          </p:nvSpPr>
          <p:spPr>
            <a:xfrm>
              <a:off x="2778271" y="2457328"/>
              <a:ext cx="1080000" cy="2449468"/>
            </a:xfrm>
            <a:prstGeom prst="rect">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dirty="0"/>
                <a:t>Lebensdauer von Produkten und Teilen erhöhen</a:t>
              </a:r>
            </a:p>
          </p:txBody>
        </p:sp>
        <p:sp>
          <p:nvSpPr>
            <p:cNvPr id="43" name="Rechteck 42">
              <a:extLst>
                <a:ext uri="{FF2B5EF4-FFF2-40B4-BE49-F238E27FC236}">
                  <a16:creationId xmlns:a16="http://schemas.microsoft.com/office/drawing/2014/main" id="{67177863-73A9-72CE-50DD-8D3F6774168A}"/>
                </a:ext>
              </a:extLst>
            </p:cNvPr>
            <p:cNvSpPr/>
            <p:nvPr/>
          </p:nvSpPr>
          <p:spPr>
            <a:xfrm>
              <a:off x="2778270" y="4967747"/>
              <a:ext cx="1080000" cy="9315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dirty="0"/>
                <a:t>Nützliche Anwendung von Materialien</a:t>
              </a:r>
            </a:p>
          </p:txBody>
        </p:sp>
        <p:sp>
          <p:nvSpPr>
            <p:cNvPr id="44" name="Textfeld 43">
              <a:extLst>
                <a:ext uri="{FF2B5EF4-FFF2-40B4-BE49-F238E27FC236}">
                  <a16:creationId xmlns:a16="http://schemas.microsoft.com/office/drawing/2014/main" id="{1C243A71-F558-9B3A-335C-595138BD73AA}"/>
                </a:ext>
              </a:extLst>
            </p:cNvPr>
            <p:cNvSpPr txBox="1"/>
            <p:nvPr/>
          </p:nvSpPr>
          <p:spPr>
            <a:xfrm>
              <a:off x="1695402" y="699419"/>
              <a:ext cx="1080001" cy="584775"/>
            </a:xfrm>
            <a:prstGeom prst="rect">
              <a:avLst/>
            </a:prstGeom>
            <a:noFill/>
          </p:spPr>
          <p:txBody>
            <a:bodyPr wrap="square" rtlCol="0">
              <a:spAutoFit/>
            </a:bodyPr>
            <a:lstStyle/>
            <a:p>
              <a:pPr algn="ctr"/>
              <a:r>
                <a:rPr lang="de-DE" sz="1600" dirty="0"/>
                <a:t>Kreislauf-wirtschaft</a:t>
              </a:r>
            </a:p>
          </p:txBody>
        </p:sp>
        <p:sp>
          <p:nvSpPr>
            <p:cNvPr id="45" name="Textfeld 44">
              <a:extLst>
                <a:ext uri="{FF2B5EF4-FFF2-40B4-BE49-F238E27FC236}">
                  <a16:creationId xmlns:a16="http://schemas.microsoft.com/office/drawing/2014/main" id="{9CF586F9-4FF4-45E8-9AF9-03710C3ACD21}"/>
                </a:ext>
              </a:extLst>
            </p:cNvPr>
            <p:cNvSpPr txBox="1"/>
            <p:nvPr/>
          </p:nvSpPr>
          <p:spPr>
            <a:xfrm>
              <a:off x="1675789" y="5431657"/>
              <a:ext cx="1119225" cy="584775"/>
            </a:xfrm>
            <a:prstGeom prst="rect">
              <a:avLst/>
            </a:prstGeom>
            <a:noFill/>
          </p:spPr>
          <p:txBody>
            <a:bodyPr wrap="square" rtlCol="0">
              <a:spAutoFit/>
            </a:bodyPr>
            <a:lstStyle/>
            <a:p>
              <a:pPr algn="ctr"/>
              <a:r>
                <a:rPr lang="de-DE" sz="1600" dirty="0"/>
                <a:t>Lineare</a:t>
              </a:r>
              <a:r>
                <a:rPr lang="de-DE" sz="1400" dirty="0"/>
                <a:t> </a:t>
              </a:r>
              <a:r>
                <a:rPr lang="de-DE" sz="1600" dirty="0"/>
                <a:t>Wirtschaft</a:t>
              </a:r>
              <a:endParaRPr lang="de-DE" sz="1400" dirty="0"/>
            </a:p>
          </p:txBody>
        </p:sp>
      </p:grpSp>
    </p:spTree>
    <p:extLst>
      <p:ext uri="{BB962C8B-B14F-4D97-AF65-F5344CB8AC3E}">
        <p14:creationId xmlns:p14="http://schemas.microsoft.com/office/powerpoint/2010/main" val="3832159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4" name="Gruppieren 33">
            <a:extLst>
              <a:ext uri="{FF2B5EF4-FFF2-40B4-BE49-F238E27FC236}">
                <a16:creationId xmlns:a16="http://schemas.microsoft.com/office/drawing/2014/main" id="{78166C6D-5ED7-0F09-430B-B323C353A2D2}"/>
              </a:ext>
            </a:extLst>
          </p:cNvPr>
          <p:cNvGrpSpPr>
            <a:grpSpLocks noChangeAspect="1"/>
          </p:cNvGrpSpPr>
          <p:nvPr/>
        </p:nvGrpSpPr>
        <p:grpSpPr>
          <a:xfrm>
            <a:off x="344581" y="700908"/>
            <a:ext cx="11737224" cy="5464414"/>
            <a:chOff x="344588" y="700908"/>
            <a:chExt cx="11737357" cy="5464477"/>
          </a:xfrm>
        </p:grpSpPr>
        <p:sp>
          <p:nvSpPr>
            <p:cNvPr id="8" name="Rechteck 7">
              <a:extLst>
                <a:ext uri="{FF2B5EF4-FFF2-40B4-BE49-F238E27FC236}">
                  <a16:creationId xmlns:a16="http://schemas.microsoft.com/office/drawing/2014/main" id="{4D1679C6-4EEC-B5A8-4624-5E46970D5EC8}"/>
                </a:ext>
              </a:extLst>
            </p:cNvPr>
            <p:cNvSpPr/>
            <p:nvPr/>
          </p:nvSpPr>
          <p:spPr>
            <a:xfrm>
              <a:off x="5029200" y="1462698"/>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Die Produktnutzung intensivieren (z.B. durch gemeinsame Nutzung)</a:t>
              </a:r>
            </a:p>
          </p:txBody>
        </p:sp>
        <p:sp>
          <p:nvSpPr>
            <p:cNvPr id="9" name="Rechteck 8">
              <a:extLst>
                <a:ext uri="{FF2B5EF4-FFF2-40B4-BE49-F238E27FC236}">
                  <a16:creationId xmlns:a16="http://schemas.microsoft.com/office/drawing/2014/main" id="{A96FBA3E-74FF-F268-46B5-8F1A3C7B0699}"/>
                </a:ext>
              </a:extLst>
            </p:cNvPr>
            <p:cNvSpPr/>
            <p:nvPr/>
          </p:nvSpPr>
          <p:spPr>
            <a:xfrm>
              <a:off x="5029200" y="1962875"/>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die Effizienz bei der Herstellung oder Verwendung von Produkten zu erhöhen, indem weniger natürliche Ressourcen und Materialien verbraucht werden</a:t>
              </a:r>
            </a:p>
          </p:txBody>
        </p:sp>
        <p:sp>
          <p:nvSpPr>
            <p:cNvPr id="10" name="Rechteck 9">
              <a:extLst>
                <a:ext uri="{FF2B5EF4-FFF2-40B4-BE49-F238E27FC236}">
                  <a16:creationId xmlns:a16="http://schemas.microsoft.com/office/drawing/2014/main" id="{3AD17660-8146-AF07-BF3A-B7B9EF62377A}"/>
                </a:ext>
              </a:extLst>
            </p:cNvPr>
            <p:cNvSpPr/>
            <p:nvPr/>
          </p:nvSpPr>
          <p:spPr>
            <a:xfrm>
              <a:off x="5029200" y="4972192"/>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Verarbeitung von Materialien, um die gleiche (hochwertige) oder eine niedrigere (minderwertige) Qualität zu erhalten</a:t>
              </a:r>
            </a:p>
          </p:txBody>
        </p:sp>
        <p:sp>
          <p:nvSpPr>
            <p:cNvPr id="11" name="Rechteck 10">
              <a:extLst>
                <a:ext uri="{FF2B5EF4-FFF2-40B4-BE49-F238E27FC236}">
                  <a16:creationId xmlns:a16="http://schemas.microsoft.com/office/drawing/2014/main" id="{6003B816-607F-6FC2-65A2-3140DA90772F}"/>
                </a:ext>
              </a:extLst>
            </p:cNvPr>
            <p:cNvSpPr/>
            <p:nvPr/>
          </p:nvSpPr>
          <p:spPr>
            <a:xfrm>
              <a:off x="5029200" y="5471820"/>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Verbrennung von Material mit Energierückgewinnung</a:t>
              </a:r>
            </a:p>
          </p:txBody>
        </p:sp>
        <p:sp>
          <p:nvSpPr>
            <p:cNvPr id="12" name="Rechteck 11">
              <a:extLst>
                <a:ext uri="{FF2B5EF4-FFF2-40B4-BE49-F238E27FC236}">
                  <a16:creationId xmlns:a16="http://schemas.microsoft.com/office/drawing/2014/main" id="{003A0E5C-16A6-1960-6A48-0C74AC736EED}"/>
                </a:ext>
              </a:extLst>
            </p:cNvPr>
            <p:cNvSpPr/>
            <p:nvPr/>
          </p:nvSpPr>
          <p:spPr>
            <a:xfrm>
              <a:off x="5029200" y="3971204"/>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Verwendung eines ausrangierten Produkts in einem neuen Produkt mit derselben Funktion</a:t>
              </a:r>
            </a:p>
          </p:txBody>
        </p:sp>
        <p:sp>
          <p:nvSpPr>
            <p:cNvPr id="13" name="Rechteck 12">
              <a:extLst>
                <a:ext uri="{FF2B5EF4-FFF2-40B4-BE49-F238E27FC236}">
                  <a16:creationId xmlns:a16="http://schemas.microsoft.com/office/drawing/2014/main" id="{98473535-18F0-3696-C482-B50F9E11C3D1}"/>
                </a:ext>
              </a:extLst>
            </p:cNvPr>
            <p:cNvSpPr/>
            <p:nvPr/>
          </p:nvSpPr>
          <p:spPr>
            <a:xfrm>
              <a:off x="5029200" y="4479241"/>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Verwendung von Teilen eines ausrangierten Produkts oder seiner Teile in einem neuen Produkt mit einer anderen Funktion</a:t>
              </a:r>
            </a:p>
          </p:txBody>
        </p:sp>
        <p:sp>
          <p:nvSpPr>
            <p:cNvPr id="14" name="Rechteck 13">
              <a:extLst>
                <a:ext uri="{FF2B5EF4-FFF2-40B4-BE49-F238E27FC236}">
                  <a16:creationId xmlns:a16="http://schemas.microsoft.com/office/drawing/2014/main" id="{C369A26B-40E2-8190-3033-4E190E4E17A2}"/>
                </a:ext>
              </a:extLst>
            </p:cNvPr>
            <p:cNvSpPr/>
            <p:nvPr/>
          </p:nvSpPr>
          <p:spPr>
            <a:xfrm>
              <a:off x="5029200" y="962521"/>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ein Produkt überflüssig machen, indem seine Funktion aufgegeben wird oder indem dieselbe Funktion mit einem völlig anderen Produkt angeboten wird</a:t>
              </a:r>
              <a:endParaRPr lang="de-DE" sz="2000" dirty="0">
                <a:latin typeface="Georgia" panose="02040502050405020303" pitchFamily="18" charset="0"/>
              </a:endParaRPr>
            </a:p>
          </p:txBody>
        </p:sp>
        <p:sp>
          <p:nvSpPr>
            <p:cNvPr id="15" name="Rechteck 14">
              <a:extLst>
                <a:ext uri="{FF2B5EF4-FFF2-40B4-BE49-F238E27FC236}">
                  <a16:creationId xmlns:a16="http://schemas.microsoft.com/office/drawing/2014/main" id="{92ACD647-296F-C663-4C18-4CE17B58C3F3}"/>
                </a:ext>
              </a:extLst>
            </p:cNvPr>
            <p:cNvSpPr/>
            <p:nvPr/>
          </p:nvSpPr>
          <p:spPr>
            <a:xfrm>
              <a:off x="5029200" y="2466217"/>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Wiederverwendung eines ausrangierten Produkts, das noch in gutem Zustand ist und seine ursprüngliche Funktion erfüllt, durch einen anderen Verbraucher</a:t>
              </a:r>
            </a:p>
          </p:txBody>
        </p:sp>
        <p:sp>
          <p:nvSpPr>
            <p:cNvPr id="16" name="Rechteck 15">
              <a:extLst>
                <a:ext uri="{FF2B5EF4-FFF2-40B4-BE49-F238E27FC236}">
                  <a16:creationId xmlns:a16="http://schemas.microsoft.com/office/drawing/2014/main" id="{562FB013-B454-9BF0-DD46-C1D63097D8E5}"/>
                </a:ext>
              </a:extLst>
            </p:cNvPr>
            <p:cNvSpPr/>
            <p:nvPr/>
          </p:nvSpPr>
          <p:spPr>
            <a:xfrm>
              <a:off x="5029200" y="2965754"/>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Reparatur und Wartung eines defekten Produkts, damit es mit seiner ursprünglichen Funktion verwendet werden kann</a:t>
              </a:r>
            </a:p>
          </p:txBody>
        </p:sp>
        <p:sp>
          <p:nvSpPr>
            <p:cNvPr id="17" name="Rechteck 16">
              <a:extLst>
                <a:ext uri="{FF2B5EF4-FFF2-40B4-BE49-F238E27FC236}">
                  <a16:creationId xmlns:a16="http://schemas.microsoft.com/office/drawing/2014/main" id="{26F88639-4FE1-BD8E-2AB7-5E057DB78277}"/>
                </a:ext>
              </a:extLst>
            </p:cNvPr>
            <p:cNvSpPr/>
            <p:nvPr/>
          </p:nvSpPr>
          <p:spPr>
            <a:xfrm>
              <a:off x="5029200" y="3471667"/>
              <a:ext cx="7052745"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ein altes Produkt wiederherstellen und auf den neuesten Stand bringen</a:t>
              </a:r>
            </a:p>
          </p:txBody>
        </p:sp>
        <p:sp>
          <p:nvSpPr>
            <p:cNvPr id="18" name="Rechteck 17">
              <a:extLst>
                <a:ext uri="{FF2B5EF4-FFF2-40B4-BE49-F238E27FC236}">
                  <a16:creationId xmlns:a16="http://schemas.microsoft.com/office/drawing/2014/main" id="{8774F6BB-F3EE-9570-0EFB-C627819CEB07}"/>
                </a:ext>
              </a:extLst>
            </p:cNvPr>
            <p:cNvSpPr/>
            <p:nvPr/>
          </p:nvSpPr>
          <p:spPr>
            <a:xfrm>
              <a:off x="2959213" y="1462698"/>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R1 Überdenken</a:t>
              </a:r>
            </a:p>
          </p:txBody>
        </p:sp>
        <p:sp>
          <p:nvSpPr>
            <p:cNvPr id="19" name="Rechteck 18">
              <a:extLst>
                <a:ext uri="{FF2B5EF4-FFF2-40B4-BE49-F238E27FC236}">
                  <a16:creationId xmlns:a16="http://schemas.microsoft.com/office/drawing/2014/main" id="{3EEE0EED-7CAB-B984-F3B0-6D93D5CA9705}"/>
                </a:ext>
              </a:extLst>
            </p:cNvPr>
            <p:cNvSpPr/>
            <p:nvPr/>
          </p:nvSpPr>
          <p:spPr>
            <a:xfrm>
              <a:off x="2959212" y="1962235"/>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R2 Reduzieren</a:t>
              </a:r>
            </a:p>
          </p:txBody>
        </p:sp>
        <p:sp>
          <p:nvSpPr>
            <p:cNvPr id="20" name="Rechteck 19">
              <a:extLst>
                <a:ext uri="{FF2B5EF4-FFF2-40B4-BE49-F238E27FC236}">
                  <a16:creationId xmlns:a16="http://schemas.microsoft.com/office/drawing/2014/main" id="{349DC2B8-86B5-90B1-B819-97A5584EF8FE}"/>
                </a:ext>
              </a:extLst>
            </p:cNvPr>
            <p:cNvSpPr/>
            <p:nvPr/>
          </p:nvSpPr>
          <p:spPr>
            <a:xfrm>
              <a:off x="2959212" y="4972192"/>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R8 Recyceln</a:t>
              </a:r>
            </a:p>
          </p:txBody>
        </p:sp>
        <p:sp>
          <p:nvSpPr>
            <p:cNvPr id="21" name="Rechteck 20">
              <a:extLst>
                <a:ext uri="{FF2B5EF4-FFF2-40B4-BE49-F238E27FC236}">
                  <a16:creationId xmlns:a16="http://schemas.microsoft.com/office/drawing/2014/main" id="{4A573359-53F9-59F1-DB4B-CF6ADBD72259}"/>
                </a:ext>
              </a:extLst>
            </p:cNvPr>
            <p:cNvSpPr/>
            <p:nvPr/>
          </p:nvSpPr>
          <p:spPr>
            <a:xfrm>
              <a:off x="2959212" y="5471820"/>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R9 Rückgewinnen</a:t>
              </a:r>
            </a:p>
          </p:txBody>
        </p:sp>
        <p:sp>
          <p:nvSpPr>
            <p:cNvPr id="22" name="Rechteck 21">
              <a:extLst>
                <a:ext uri="{FF2B5EF4-FFF2-40B4-BE49-F238E27FC236}">
                  <a16:creationId xmlns:a16="http://schemas.microsoft.com/office/drawing/2014/main" id="{727376F4-7816-0EA3-2785-547EA610F8BA}"/>
                </a:ext>
              </a:extLst>
            </p:cNvPr>
            <p:cNvSpPr/>
            <p:nvPr/>
          </p:nvSpPr>
          <p:spPr>
            <a:xfrm>
              <a:off x="2959213" y="3969866"/>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R6 Wiederaufbereiten</a:t>
              </a:r>
            </a:p>
          </p:txBody>
        </p:sp>
        <p:sp>
          <p:nvSpPr>
            <p:cNvPr id="23" name="Rechteck 22">
              <a:extLst>
                <a:ext uri="{FF2B5EF4-FFF2-40B4-BE49-F238E27FC236}">
                  <a16:creationId xmlns:a16="http://schemas.microsoft.com/office/drawing/2014/main" id="{C896DBBE-198A-064D-24F1-A5699432ADB1}"/>
                </a:ext>
              </a:extLst>
            </p:cNvPr>
            <p:cNvSpPr/>
            <p:nvPr/>
          </p:nvSpPr>
          <p:spPr>
            <a:xfrm>
              <a:off x="2959212" y="4479241"/>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R7 Umnutzen</a:t>
              </a:r>
            </a:p>
          </p:txBody>
        </p:sp>
        <p:sp>
          <p:nvSpPr>
            <p:cNvPr id="24" name="Rechteck 23">
              <a:extLst>
                <a:ext uri="{FF2B5EF4-FFF2-40B4-BE49-F238E27FC236}">
                  <a16:creationId xmlns:a16="http://schemas.microsoft.com/office/drawing/2014/main" id="{9CD00344-A8D5-8A3A-BCDF-DADD8D58260E}"/>
                </a:ext>
              </a:extLst>
            </p:cNvPr>
            <p:cNvSpPr/>
            <p:nvPr/>
          </p:nvSpPr>
          <p:spPr>
            <a:xfrm>
              <a:off x="2959212" y="963070"/>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R0 Vermeiden</a:t>
              </a:r>
            </a:p>
          </p:txBody>
        </p:sp>
        <p:sp>
          <p:nvSpPr>
            <p:cNvPr id="25" name="Rechteck 24">
              <a:extLst>
                <a:ext uri="{FF2B5EF4-FFF2-40B4-BE49-F238E27FC236}">
                  <a16:creationId xmlns:a16="http://schemas.microsoft.com/office/drawing/2014/main" id="{933E6DAE-B7EE-E743-1BBE-4855E3B59017}"/>
                </a:ext>
              </a:extLst>
            </p:cNvPr>
            <p:cNvSpPr/>
            <p:nvPr/>
          </p:nvSpPr>
          <p:spPr>
            <a:xfrm>
              <a:off x="2959213" y="2460434"/>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R3 Wiederverwenden</a:t>
              </a:r>
            </a:p>
          </p:txBody>
        </p:sp>
        <p:sp>
          <p:nvSpPr>
            <p:cNvPr id="26" name="Rechteck 25">
              <a:extLst>
                <a:ext uri="{FF2B5EF4-FFF2-40B4-BE49-F238E27FC236}">
                  <a16:creationId xmlns:a16="http://schemas.microsoft.com/office/drawing/2014/main" id="{F3D4A193-EF17-B36D-D159-C42D5924E1AE}"/>
                </a:ext>
              </a:extLst>
            </p:cNvPr>
            <p:cNvSpPr/>
            <p:nvPr/>
          </p:nvSpPr>
          <p:spPr>
            <a:xfrm>
              <a:off x="2959212" y="2961309"/>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R4 Reparieren</a:t>
              </a:r>
            </a:p>
          </p:txBody>
        </p:sp>
        <p:sp>
          <p:nvSpPr>
            <p:cNvPr id="27" name="Rechteck 26">
              <a:extLst>
                <a:ext uri="{FF2B5EF4-FFF2-40B4-BE49-F238E27FC236}">
                  <a16:creationId xmlns:a16="http://schemas.microsoft.com/office/drawing/2014/main" id="{A5C80D19-EE5B-298B-C19D-2CEB689D0117}"/>
                </a:ext>
              </a:extLst>
            </p:cNvPr>
            <p:cNvSpPr/>
            <p:nvPr/>
          </p:nvSpPr>
          <p:spPr>
            <a:xfrm>
              <a:off x="2959212" y="3467168"/>
              <a:ext cx="1944022"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R5 Instandsetzen</a:t>
              </a:r>
            </a:p>
          </p:txBody>
        </p:sp>
        <p:sp>
          <p:nvSpPr>
            <p:cNvPr id="28" name="Pfeil nach unten 27">
              <a:extLst>
                <a:ext uri="{FF2B5EF4-FFF2-40B4-BE49-F238E27FC236}">
                  <a16:creationId xmlns:a16="http://schemas.microsoft.com/office/drawing/2014/main" id="{C8159194-21D9-BCD4-6D7B-8A70823C3CAA}"/>
                </a:ext>
              </a:extLst>
            </p:cNvPr>
            <p:cNvSpPr/>
            <p:nvPr/>
          </p:nvSpPr>
          <p:spPr>
            <a:xfrm rot="10800000">
              <a:off x="720836" y="1233309"/>
              <a:ext cx="396000" cy="4320000"/>
            </a:xfrm>
            <a:prstGeom prst="downArrow">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sp>
          <p:nvSpPr>
            <p:cNvPr id="29" name="Rechteck 28">
              <a:extLst>
                <a:ext uri="{FF2B5EF4-FFF2-40B4-BE49-F238E27FC236}">
                  <a16:creationId xmlns:a16="http://schemas.microsoft.com/office/drawing/2014/main" id="{A69BA4E7-BB86-819E-E7D4-D281BAEF29E7}"/>
                </a:ext>
              </a:extLst>
            </p:cNvPr>
            <p:cNvSpPr/>
            <p:nvPr/>
          </p:nvSpPr>
          <p:spPr>
            <a:xfrm>
              <a:off x="1478450" y="963116"/>
              <a:ext cx="1354795" cy="14311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400" dirty="0">
                  <a:latin typeface="Georgia" panose="02040502050405020303" pitchFamily="18" charset="0"/>
                </a:rPr>
                <a:t>Schlauere Produkt-nutzung &amp; Herstellung</a:t>
              </a:r>
            </a:p>
          </p:txBody>
        </p:sp>
        <p:sp>
          <p:nvSpPr>
            <p:cNvPr id="30" name="Rechteck 29">
              <a:extLst>
                <a:ext uri="{FF2B5EF4-FFF2-40B4-BE49-F238E27FC236}">
                  <a16:creationId xmlns:a16="http://schemas.microsoft.com/office/drawing/2014/main" id="{AD9C2CF4-89CE-E2C5-D9C6-84F94D131DFE}"/>
                </a:ext>
              </a:extLst>
            </p:cNvPr>
            <p:cNvSpPr/>
            <p:nvPr/>
          </p:nvSpPr>
          <p:spPr>
            <a:xfrm>
              <a:off x="1478449" y="2461773"/>
              <a:ext cx="1354792" cy="2449468"/>
            </a:xfrm>
            <a:prstGeom prst="rect">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400" dirty="0">
                  <a:latin typeface="Georgia" panose="02040502050405020303" pitchFamily="18" charset="0"/>
                </a:rPr>
                <a:t>Lebensdauer von Produkten und Teilen erhöhen</a:t>
              </a:r>
            </a:p>
          </p:txBody>
        </p:sp>
        <p:sp>
          <p:nvSpPr>
            <p:cNvPr id="31" name="Rechteck 30">
              <a:extLst>
                <a:ext uri="{FF2B5EF4-FFF2-40B4-BE49-F238E27FC236}">
                  <a16:creationId xmlns:a16="http://schemas.microsoft.com/office/drawing/2014/main" id="{CA86BF44-57C6-BDFA-9EAC-168DA58F4C5F}"/>
                </a:ext>
              </a:extLst>
            </p:cNvPr>
            <p:cNvSpPr/>
            <p:nvPr/>
          </p:nvSpPr>
          <p:spPr>
            <a:xfrm>
              <a:off x="1478449" y="4972192"/>
              <a:ext cx="1354792" cy="9315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400" dirty="0">
                  <a:latin typeface="Georgia" panose="02040502050405020303" pitchFamily="18" charset="0"/>
                </a:rPr>
                <a:t>Nützliche Anwendung von Materialien</a:t>
              </a:r>
            </a:p>
          </p:txBody>
        </p:sp>
        <p:sp>
          <p:nvSpPr>
            <p:cNvPr id="32" name="Textfeld 31">
              <a:extLst>
                <a:ext uri="{FF2B5EF4-FFF2-40B4-BE49-F238E27FC236}">
                  <a16:creationId xmlns:a16="http://schemas.microsoft.com/office/drawing/2014/main" id="{B20748EB-332A-7EC0-5C53-7CC4704A3AFC}"/>
                </a:ext>
              </a:extLst>
            </p:cNvPr>
            <p:cNvSpPr txBox="1"/>
            <p:nvPr/>
          </p:nvSpPr>
          <p:spPr>
            <a:xfrm>
              <a:off x="359224" y="700908"/>
              <a:ext cx="1119225" cy="523226"/>
            </a:xfrm>
            <a:prstGeom prst="rect">
              <a:avLst/>
            </a:prstGeom>
            <a:noFill/>
          </p:spPr>
          <p:txBody>
            <a:bodyPr wrap="square" rtlCol="0">
              <a:spAutoFit/>
            </a:bodyPr>
            <a:lstStyle/>
            <a:p>
              <a:pPr algn="ctr"/>
              <a:r>
                <a:rPr lang="de-DE" sz="1400" dirty="0">
                  <a:latin typeface="Georgia" panose="02040502050405020303" pitchFamily="18" charset="0"/>
                </a:rPr>
                <a:t>Kreislauf-wirtschaft</a:t>
              </a:r>
            </a:p>
          </p:txBody>
        </p:sp>
        <p:sp>
          <p:nvSpPr>
            <p:cNvPr id="33" name="Textfeld 32">
              <a:extLst>
                <a:ext uri="{FF2B5EF4-FFF2-40B4-BE49-F238E27FC236}">
                  <a16:creationId xmlns:a16="http://schemas.microsoft.com/office/drawing/2014/main" id="{1B29DD27-9DDD-C30B-4741-10E0E55F5E76}"/>
                </a:ext>
              </a:extLst>
            </p:cNvPr>
            <p:cNvSpPr txBox="1"/>
            <p:nvPr/>
          </p:nvSpPr>
          <p:spPr>
            <a:xfrm>
              <a:off x="344588" y="5642159"/>
              <a:ext cx="1148496" cy="523226"/>
            </a:xfrm>
            <a:prstGeom prst="rect">
              <a:avLst/>
            </a:prstGeom>
            <a:noFill/>
          </p:spPr>
          <p:txBody>
            <a:bodyPr wrap="square" rtlCol="0">
              <a:spAutoFit/>
            </a:bodyPr>
            <a:lstStyle/>
            <a:p>
              <a:pPr algn="ctr"/>
              <a:r>
                <a:rPr lang="de-DE" sz="1400" dirty="0">
                  <a:latin typeface="Georgia" panose="02040502050405020303" pitchFamily="18" charset="0"/>
                </a:rPr>
                <a:t>Lineare Wirtschaft</a:t>
              </a:r>
            </a:p>
          </p:txBody>
        </p:sp>
      </p:grpSp>
    </p:spTree>
    <p:extLst>
      <p:ext uri="{BB962C8B-B14F-4D97-AF65-F5344CB8AC3E}">
        <p14:creationId xmlns:p14="http://schemas.microsoft.com/office/powerpoint/2010/main" val="3452066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44897843-E2C8-1C18-CB04-7160EB03862D}"/>
              </a:ext>
            </a:extLst>
          </p:cNvPr>
          <p:cNvSpPr>
            <a:spLocks noGrp="1"/>
          </p:cNvSpPr>
          <p:nvPr>
            <p:ph type="sldNum" sz="quarter" idx="4"/>
          </p:nvPr>
        </p:nvSpPr>
        <p:spPr/>
        <p:txBody>
          <a:bodyPr/>
          <a:lstStyle/>
          <a:p>
            <a:fld id="{13DF57E2-0006-4890-B490-C5A56CDD4B6C}" type="slidenum">
              <a:rPr lang="de-DE" smtClean="0"/>
              <a:pPr/>
              <a:t>18</a:t>
            </a:fld>
            <a:endParaRPr lang="de-DE" dirty="0"/>
          </a:p>
        </p:txBody>
      </p:sp>
      <p:sp>
        <p:nvSpPr>
          <p:cNvPr id="4" name="Datumsplatzhalter 3">
            <a:extLst>
              <a:ext uri="{FF2B5EF4-FFF2-40B4-BE49-F238E27FC236}">
                <a16:creationId xmlns:a16="http://schemas.microsoft.com/office/drawing/2014/main" id="{C231D52F-374D-9EDF-4AF2-4A28BB1B4D6D}"/>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31731AFD-110C-FB83-F59A-9AA82A818E16}"/>
              </a:ext>
            </a:extLst>
          </p:cNvPr>
          <p:cNvSpPr>
            <a:spLocks noGrp="1"/>
          </p:cNvSpPr>
          <p:nvPr>
            <p:ph type="ftr" sz="quarter" idx="10"/>
          </p:nvPr>
        </p:nvSpPr>
        <p:spPr/>
        <p:txBody>
          <a:bodyPr/>
          <a:lstStyle/>
          <a:p>
            <a:r>
              <a:rPr lang="da-DK"/>
              <a:t>Aeneas Molitor</a:t>
            </a:r>
            <a:endParaRPr lang="de-DE" dirty="0"/>
          </a:p>
        </p:txBody>
      </p:sp>
      <p:graphicFrame>
        <p:nvGraphicFramePr>
          <p:cNvPr id="40" name="Diagramm 39">
            <a:extLst>
              <a:ext uri="{FF2B5EF4-FFF2-40B4-BE49-F238E27FC236}">
                <a16:creationId xmlns:a16="http://schemas.microsoft.com/office/drawing/2014/main" id="{CE6D2FB3-3137-AB2B-7B59-1DD4CA96D791}"/>
              </a:ext>
            </a:extLst>
          </p:cNvPr>
          <p:cNvGraphicFramePr>
            <a:graphicFrameLocks noChangeAspect="1"/>
          </p:cNvGraphicFramePr>
          <p:nvPr>
            <p:extLst>
              <p:ext uri="{D42A27DB-BD31-4B8C-83A1-F6EECF244321}">
                <p14:modId xmlns:p14="http://schemas.microsoft.com/office/powerpoint/2010/main" val="1349579513"/>
              </p:ext>
            </p:extLst>
          </p:nvPr>
        </p:nvGraphicFramePr>
        <p:xfrm>
          <a:off x="159204" y="556704"/>
          <a:ext cx="5760000" cy="360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1" name="Diagramm 40">
            <a:extLst>
              <a:ext uri="{FF2B5EF4-FFF2-40B4-BE49-F238E27FC236}">
                <a16:creationId xmlns:a16="http://schemas.microsoft.com/office/drawing/2014/main" id="{CE6D2FB3-3137-AB2B-7B59-1DD4CA96D791}"/>
              </a:ext>
            </a:extLst>
          </p:cNvPr>
          <p:cNvGraphicFramePr/>
          <p:nvPr>
            <p:extLst>
              <p:ext uri="{D42A27DB-BD31-4B8C-83A1-F6EECF244321}">
                <p14:modId xmlns:p14="http://schemas.microsoft.com/office/powerpoint/2010/main" val="1767628155"/>
              </p:ext>
            </p:extLst>
          </p:nvPr>
        </p:nvGraphicFramePr>
        <p:xfrm>
          <a:off x="4507947" y="2682641"/>
          <a:ext cx="5731510" cy="358203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15994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0FC6A5BB-CFE7-6B11-0990-E8148E33C3F8}"/>
              </a:ext>
            </a:extLst>
          </p:cNvPr>
          <p:cNvSpPr>
            <a:spLocks noGrp="1"/>
          </p:cNvSpPr>
          <p:nvPr>
            <p:ph type="sldNum" sz="quarter" idx="4"/>
          </p:nvPr>
        </p:nvSpPr>
        <p:spPr/>
        <p:txBody>
          <a:bodyPr/>
          <a:lstStyle/>
          <a:p>
            <a:fld id="{13DF57E2-0006-4890-B490-C5A56CDD4B6C}" type="slidenum">
              <a:rPr lang="de-DE" smtClean="0"/>
              <a:pPr/>
              <a:t>19</a:t>
            </a:fld>
            <a:endParaRPr lang="de-DE" dirty="0"/>
          </a:p>
        </p:txBody>
      </p:sp>
      <p:sp>
        <p:nvSpPr>
          <p:cNvPr id="4" name="Datumsplatzhalter 3">
            <a:extLst>
              <a:ext uri="{FF2B5EF4-FFF2-40B4-BE49-F238E27FC236}">
                <a16:creationId xmlns:a16="http://schemas.microsoft.com/office/drawing/2014/main" id="{5A753862-E130-5216-3587-45EA5D77360A}"/>
              </a:ext>
            </a:extLst>
          </p:cNvPr>
          <p:cNvSpPr>
            <a:spLocks noGrp="1"/>
          </p:cNvSpPr>
          <p:nvPr>
            <p:ph type="dt" sz="half" idx="2"/>
          </p:nvPr>
        </p:nvSpPr>
        <p:spPr>
          <a:xfrm>
            <a:off x="1155938" y="6264675"/>
            <a:ext cx="5760000" cy="3600000"/>
          </a:xfrm>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97D83460-B80F-87C1-0760-595205967A23}"/>
              </a:ext>
            </a:extLst>
          </p:cNvPr>
          <p:cNvSpPr>
            <a:spLocks noGrp="1"/>
          </p:cNvSpPr>
          <p:nvPr>
            <p:ph type="ftr" sz="quarter" idx="10"/>
          </p:nvPr>
        </p:nvSpPr>
        <p:spPr>
          <a:xfrm>
            <a:off x="2394065" y="6264677"/>
            <a:ext cx="5760000" cy="3600000"/>
          </a:xfrm>
        </p:spPr>
        <p:txBody>
          <a:bodyPr/>
          <a:lstStyle/>
          <a:p>
            <a:r>
              <a:rPr lang="da-DK"/>
              <a:t>Aeneas Molitor</a:t>
            </a:r>
            <a:endParaRPr lang="de-DE" dirty="0"/>
          </a:p>
        </p:txBody>
      </p:sp>
      <p:graphicFrame>
        <p:nvGraphicFramePr>
          <p:cNvPr id="8" name="Diagramm 7">
            <a:extLst>
              <a:ext uri="{FF2B5EF4-FFF2-40B4-BE49-F238E27FC236}">
                <a16:creationId xmlns:a16="http://schemas.microsoft.com/office/drawing/2014/main" id="{0D584183-C20C-6300-5BE3-8B76236DD959}"/>
              </a:ext>
            </a:extLst>
          </p:cNvPr>
          <p:cNvGraphicFramePr/>
          <p:nvPr>
            <p:extLst>
              <p:ext uri="{D42A27DB-BD31-4B8C-83A1-F6EECF244321}">
                <p14:modId xmlns:p14="http://schemas.microsoft.com/office/powerpoint/2010/main" val="236802432"/>
              </p:ext>
            </p:extLst>
          </p:nvPr>
        </p:nvGraphicFramePr>
        <p:xfrm>
          <a:off x="3216000" y="1629000"/>
          <a:ext cx="5760000" cy="360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3312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14A64775-DCDC-C74E-436E-2B93D03E5C74}"/>
              </a:ext>
            </a:extLst>
          </p:cNvPr>
          <p:cNvSpPr>
            <a:spLocks noGrp="1"/>
          </p:cNvSpPr>
          <p:nvPr>
            <p:ph type="sldNum" sz="quarter" idx="4"/>
          </p:nvPr>
        </p:nvSpPr>
        <p:spPr/>
        <p:txBody>
          <a:bodyPr/>
          <a:lstStyle/>
          <a:p>
            <a:fld id="{13DF57E2-0006-4890-B490-C5A56CDD4B6C}" type="slidenum">
              <a:rPr lang="de-DE" smtClean="0"/>
              <a:pPr/>
              <a:t>20</a:t>
            </a:fld>
            <a:endParaRPr lang="de-DE" dirty="0"/>
          </a:p>
        </p:txBody>
      </p:sp>
      <p:sp>
        <p:nvSpPr>
          <p:cNvPr id="4" name="Datumsplatzhalter 3">
            <a:extLst>
              <a:ext uri="{FF2B5EF4-FFF2-40B4-BE49-F238E27FC236}">
                <a16:creationId xmlns:a16="http://schemas.microsoft.com/office/drawing/2014/main" id="{1A51A30C-7E59-687D-7D57-015AE8118858}"/>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F6899D10-D0B9-7A29-949D-F115ECD53107}"/>
              </a:ext>
            </a:extLst>
          </p:cNvPr>
          <p:cNvSpPr>
            <a:spLocks noGrp="1"/>
          </p:cNvSpPr>
          <p:nvPr>
            <p:ph type="ftr" sz="quarter" idx="10"/>
          </p:nvPr>
        </p:nvSpPr>
        <p:spPr/>
        <p:txBody>
          <a:bodyPr/>
          <a:lstStyle/>
          <a:p>
            <a:r>
              <a:rPr lang="da-DK"/>
              <a:t>Aeneas Molitor</a:t>
            </a:r>
            <a:endParaRPr lang="de-DE" dirty="0"/>
          </a:p>
        </p:txBody>
      </p:sp>
      <p:pic>
        <p:nvPicPr>
          <p:cNvPr id="8" name="Grafik 7" descr="Ein Bild, das Screenshot, Text enthält.&#10;&#10;Automatisch generierte Beschreibung">
            <a:extLst>
              <a:ext uri="{FF2B5EF4-FFF2-40B4-BE49-F238E27FC236}">
                <a16:creationId xmlns:a16="http://schemas.microsoft.com/office/drawing/2014/main" id="{DCADBEB9-190C-F434-2355-A50CEEB2A2C8}"/>
              </a:ext>
            </a:extLst>
          </p:cNvPr>
          <p:cNvPicPr>
            <a:picLocks noChangeAspect="1"/>
          </p:cNvPicPr>
          <p:nvPr/>
        </p:nvPicPr>
        <p:blipFill>
          <a:blip r:embed="rId3"/>
          <a:stretch>
            <a:fillRect/>
          </a:stretch>
        </p:blipFill>
        <p:spPr>
          <a:xfrm>
            <a:off x="710573" y="-3122556"/>
            <a:ext cx="9973238" cy="3060699"/>
          </a:xfrm>
          <a:prstGeom prst="rect">
            <a:avLst/>
          </a:prstGeom>
        </p:spPr>
      </p:pic>
      <p:grpSp>
        <p:nvGrpSpPr>
          <p:cNvPr id="76" name="Gruppieren 75">
            <a:extLst>
              <a:ext uri="{FF2B5EF4-FFF2-40B4-BE49-F238E27FC236}">
                <a16:creationId xmlns:a16="http://schemas.microsoft.com/office/drawing/2014/main" id="{689E5244-0218-3690-955E-B0F62D54F65E}"/>
              </a:ext>
            </a:extLst>
          </p:cNvPr>
          <p:cNvGrpSpPr/>
          <p:nvPr/>
        </p:nvGrpSpPr>
        <p:grpSpPr>
          <a:xfrm>
            <a:off x="917672" y="135625"/>
            <a:ext cx="1800000" cy="503999"/>
            <a:chOff x="939568" y="1070812"/>
            <a:chExt cx="1800000" cy="503999"/>
          </a:xfrm>
        </p:grpSpPr>
        <p:sp>
          <p:nvSpPr>
            <p:cNvPr id="74" name="Freihandform 73">
              <a:extLst>
                <a:ext uri="{FF2B5EF4-FFF2-40B4-BE49-F238E27FC236}">
                  <a16:creationId xmlns:a16="http://schemas.microsoft.com/office/drawing/2014/main" id="{439150AF-3C28-2A24-CFA5-2D32AD5551C6}"/>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59" name="Oval 58">
              <a:extLst>
                <a:ext uri="{FF2B5EF4-FFF2-40B4-BE49-F238E27FC236}">
                  <a16:creationId xmlns:a16="http://schemas.microsoft.com/office/drawing/2014/main" id="{20D04AB4-08DF-A7A7-8B61-E1FDF6D0C4AB}"/>
                </a:ext>
              </a:extLst>
            </p:cNvPr>
            <p:cNvSpPr/>
            <p:nvPr/>
          </p:nvSpPr>
          <p:spPr>
            <a:xfrm>
              <a:off x="2235569"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Oval 59">
              <a:extLst>
                <a:ext uri="{FF2B5EF4-FFF2-40B4-BE49-F238E27FC236}">
                  <a16:creationId xmlns:a16="http://schemas.microsoft.com/office/drawing/2014/main" id="{9779FB2B-1164-3582-4D5D-E04C540176FA}"/>
                </a:ext>
              </a:extLst>
            </p:cNvPr>
            <p:cNvSpPr/>
            <p:nvPr/>
          </p:nvSpPr>
          <p:spPr>
            <a:xfrm>
              <a:off x="939568"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63" name="Oval 62">
            <a:extLst>
              <a:ext uri="{FF2B5EF4-FFF2-40B4-BE49-F238E27FC236}">
                <a16:creationId xmlns:a16="http://schemas.microsoft.com/office/drawing/2014/main" id="{FD4C6121-DE25-17A5-3964-EA68C99780B8}"/>
              </a:ext>
            </a:extLst>
          </p:cNvPr>
          <p:cNvSpPr/>
          <p:nvPr/>
        </p:nvSpPr>
        <p:spPr>
          <a:xfrm>
            <a:off x="170975" y="151794"/>
            <a:ext cx="503999" cy="5039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2" name="Oval 131">
            <a:extLst>
              <a:ext uri="{FF2B5EF4-FFF2-40B4-BE49-F238E27FC236}">
                <a16:creationId xmlns:a16="http://schemas.microsoft.com/office/drawing/2014/main" id="{FBB078EF-1D48-4C1A-71AE-8C20883BBD5C}"/>
              </a:ext>
            </a:extLst>
          </p:cNvPr>
          <p:cNvSpPr/>
          <p:nvPr/>
        </p:nvSpPr>
        <p:spPr>
          <a:xfrm>
            <a:off x="241529" y="218730"/>
            <a:ext cx="503999" cy="5039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52" name="Gruppieren 151">
            <a:extLst>
              <a:ext uri="{FF2B5EF4-FFF2-40B4-BE49-F238E27FC236}">
                <a16:creationId xmlns:a16="http://schemas.microsoft.com/office/drawing/2014/main" id="{D25526D5-F38C-3041-78C6-87EA96C09B75}"/>
              </a:ext>
            </a:extLst>
          </p:cNvPr>
          <p:cNvGrpSpPr/>
          <p:nvPr/>
        </p:nvGrpSpPr>
        <p:grpSpPr>
          <a:xfrm>
            <a:off x="-8757421" y="-2492209"/>
            <a:ext cx="9135626" cy="1800003"/>
            <a:chOff x="772933" y="2368965"/>
            <a:chExt cx="9135626" cy="1800003"/>
          </a:xfrm>
        </p:grpSpPr>
        <p:grpSp>
          <p:nvGrpSpPr>
            <p:cNvPr id="153" name="Gruppieren 152">
              <a:extLst>
                <a:ext uri="{FF2B5EF4-FFF2-40B4-BE49-F238E27FC236}">
                  <a16:creationId xmlns:a16="http://schemas.microsoft.com/office/drawing/2014/main" id="{2BCD3E50-0372-524F-D515-CC61B47B877E}"/>
                </a:ext>
              </a:extLst>
            </p:cNvPr>
            <p:cNvGrpSpPr/>
            <p:nvPr/>
          </p:nvGrpSpPr>
          <p:grpSpPr>
            <a:xfrm>
              <a:off x="772933" y="2368965"/>
              <a:ext cx="9135626" cy="1800003"/>
              <a:chOff x="772933" y="2368965"/>
              <a:chExt cx="9135626" cy="1800003"/>
            </a:xfrm>
          </p:grpSpPr>
          <p:grpSp>
            <p:nvGrpSpPr>
              <p:cNvPr id="162" name="Gruppieren 161">
                <a:extLst>
                  <a:ext uri="{FF2B5EF4-FFF2-40B4-BE49-F238E27FC236}">
                    <a16:creationId xmlns:a16="http://schemas.microsoft.com/office/drawing/2014/main" id="{D797C0D1-9A90-D92E-7427-5C1DB566EE2F}"/>
                  </a:ext>
                </a:extLst>
              </p:cNvPr>
              <p:cNvGrpSpPr/>
              <p:nvPr/>
            </p:nvGrpSpPr>
            <p:grpSpPr>
              <a:xfrm rot="-2700000">
                <a:off x="772933" y="3016967"/>
                <a:ext cx="1800000" cy="503999"/>
                <a:chOff x="939568" y="1070812"/>
                <a:chExt cx="1800000" cy="503999"/>
              </a:xfrm>
            </p:grpSpPr>
            <p:sp>
              <p:nvSpPr>
                <p:cNvPr id="195" name="Freihandform 194">
                  <a:extLst>
                    <a:ext uri="{FF2B5EF4-FFF2-40B4-BE49-F238E27FC236}">
                      <a16:creationId xmlns:a16="http://schemas.microsoft.com/office/drawing/2014/main" id="{1FE86EBE-FDAB-0927-4A16-9B211E7FA493}"/>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96" name="Oval 195">
                  <a:extLst>
                    <a:ext uri="{FF2B5EF4-FFF2-40B4-BE49-F238E27FC236}">
                      <a16:creationId xmlns:a16="http://schemas.microsoft.com/office/drawing/2014/main" id="{B400BCDD-ECCA-442D-7745-0D780DA48959}"/>
                    </a:ext>
                  </a:extLst>
                </p:cNvPr>
                <p:cNvSpPr/>
                <p:nvPr/>
              </p:nvSpPr>
              <p:spPr>
                <a:xfrm>
                  <a:off x="2235569"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7" name="Oval 196">
                  <a:extLst>
                    <a:ext uri="{FF2B5EF4-FFF2-40B4-BE49-F238E27FC236}">
                      <a16:creationId xmlns:a16="http://schemas.microsoft.com/office/drawing/2014/main" id="{E7751744-4829-4A8B-2078-BEB0BA7F3828}"/>
                    </a:ext>
                  </a:extLst>
                </p:cNvPr>
                <p:cNvSpPr/>
                <p:nvPr/>
              </p:nvSpPr>
              <p:spPr>
                <a:xfrm>
                  <a:off x="939568"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63" name="Gruppieren 162">
                <a:extLst>
                  <a:ext uri="{FF2B5EF4-FFF2-40B4-BE49-F238E27FC236}">
                    <a16:creationId xmlns:a16="http://schemas.microsoft.com/office/drawing/2014/main" id="{2F2B44D2-773C-1FC7-5B40-4A2DFF8B1C12}"/>
                  </a:ext>
                </a:extLst>
              </p:cNvPr>
              <p:cNvGrpSpPr/>
              <p:nvPr/>
            </p:nvGrpSpPr>
            <p:grpSpPr>
              <a:xfrm rot="2700000">
                <a:off x="1689343" y="3016968"/>
                <a:ext cx="1800000" cy="503999"/>
                <a:chOff x="939568" y="1070812"/>
                <a:chExt cx="1800000" cy="503999"/>
              </a:xfrm>
              <a:solidFill>
                <a:srgbClr val="D0D95C"/>
              </a:solidFill>
            </p:grpSpPr>
            <p:sp>
              <p:nvSpPr>
                <p:cNvPr id="192" name="Freihandform 191">
                  <a:extLst>
                    <a:ext uri="{FF2B5EF4-FFF2-40B4-BE49-F238E27FC236}">
                      <a16:creationId xmlns:a16="http://schemas.microsoft.com/office/drawing/2014/main" id="{01A44D53-76E3-B114-4EBF-673E77376C24}"/>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93" name="Oval 192">
                  <a:extLst>
                    <a:ext uri="{FF2B5EF4-FFF2-40B4-BE49-F238E27FC236}">
                      <a16:creationId xmlns:a16="http://schemas.microsoft.com/office/drawing/2014/main" id="{53F71E4A-5A38-498C-42DB-87B48AC1F966}"/>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4" name="Oval 193">
                  <a:extLst>
                    <a:ext uri="{FF2B5EF4-FFF2-40B4-BE49-F238E27FC236}">
                      <a16:creationId xmlns:a16="http://schemas.microsoft.com/office/drawing/2014/main" id="{DADFCACF-3CB9-5656-2EF4-61AED5A8DCC8}"/>
                    </a:ext>
                  </a:extLst>
                </p:cNvPr>
                <p:cNvSpPr/>
                <p:nvPr/>
              </p:nvSpPr>
              <p:spPr>
                <a:xfrm rot="189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1</a:t>
                  </a:r>
                </a:p>
              </p:txBody>
            </p:sp>
          </p:grpSp>
          <p:grpSp>
            <p:nvGrpSpPr>
              <p:cNvPr id="164" name="Gruppieren 163">
                <a:extLst>
                  <a:ext uri="{FF2B5EF4-FFF2-40B4-BE49-F238E27FC236}">
                    <a16:creationId xmlns:a16="http://schemas.microsoft.com/office/drawing/2014/main" id="{7965EFE8-E806-DFFA-3882-F6A990B24CEE}"/>
                  </a:ext>
                </a:extLst>
              </p:cNvPr>
              <p:cNvGrpSpPr/>
              <p:nvPr/>
            </p:nvGrpSpPr>
            <p:grpSpPr>
              <a:xfrm rot="-2700000">
                <a:off x="2605754" y="3016966"/>
                <a:ext cx="1800000" cy="503999"/>
                <a:chOff x="939568" y="1070812"/>
                <a:chExt cx="1800000" cy="503999"/>
              </a:xfrm>
              <a:solidFill>
                <a:srgbClr val="8EBAE5"/>
              </a:solidFill>
            </p:grpSpPr>
            <p:sp>
              <p:nvSpPr>
                <p:cNvPr id="189" name="Freihandform 188">
                  <a:extLst>
                    <a:ext uri="{FF2B5EF4-FFF2-40B4-BE49-F238E27FC236}">
                      <a16:creationId xmlns:a16="http://schemas.microsoft.com/office/drawing/2014/main" id="{13EF9F7A-F1ED-5CDD-DB9D-BF7BE95BC051}"/>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90" name="Oval 189">
                  <a:extLst>
                    <a:ext uri="{FF2B5EF4-FFF2-40B4-BE49-F238E27FC236}">
                      <a16:creationId xmlns:a16="http://schemas.microsoft.com/office/drawing/2014/main" id="{9BE25549-3AEC-ECB7-FA78-5FB7A342AAB8}"/>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1" name="Oval 190">
                  <a:extLst>
                    <a:ext uri="{FF2B5EF4-FFF2-40B4-BE49-F238E27FC236}">
                      <a16:creationId xmlns:a16="http://schemas.microsoft.com/office/drawing/2014/main" id="{A78F5D27-E641-4075-6382-EAF8C0661AFD}"/>
                    </a:ext>
                  </a:extLst>
                </p:cNvPr>
                <p:cNvSpPr/>
                <p:nvPr/>
              </p:nvSpPr>
              <p:spPr>
                <a:xfrm rot="27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2</a:t>
                  </a:r>
                  <a:endParaRPr lang="de-DE" dirty="0"/>
                </a:p>
              </p:txBody>
            </p:sp>
          </p:grpSp>
          <p:grpSp>
            <p:nvGrpSpPr>
              <p:cNvPr id="165" name="Gruppieren 164">
                <a:extLst>
                  <a:ext uri="{FF2B5EF4-FFF2-40B4-BE49-F238E27FC236}">
                    <a16:creationId xmlns:a16="http://schemas.microsoft.com/office/drawing/2014/main" id="{D335FFD8-C433-5D3C-2629-1CD033DB777D}"/>
                  </a:ext>
                </a:extLst>
              </p:cNvPr>
              <p:cNvGrpSpPr/>
              <p:nvPr/>
            </p:nvGrpSpPr>
            <p:grpSpPr>
              <a:xfrm rot="2700000">
                <a:off x="3524702" y="3016966"/>
                <a:ext cx="1800000" cy="503999"/>
                <a:chOff x="939568" y="1070812"/>
                <a:chExt cx="1800000" cy="503999"/>
              </a:xfrm>
            </p:grpSpPr>
            <p:sp>
              <p:nvSpPr>
                <p:cNvPr id="186" name="Oval 185">
                  <a:extLst>
                    <a:ext uri="{FF2B5EF4-FFF2-40B4-BE49-F238E27FC236}">
                      <a16:creationId xmlns:a16="http://schemas.microsoft.com/office/drawing/2014/main" id="{AC34E3F2-2329-2E06-EC58-D6161420B073}"/>
                    </a:ext>
                  </a:extLst>
                </p:cNvPr>
                <p:cNvSpPr/>
                <p:nvPr/>
              </p:nvSpPr>
              <p:spPr>
                <a:xfrm>
                  <a:off x="2235569"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7" name="Oval 186">
                  <a:extLst>
                    <a:ext uri="{FF2B5EF4-FFF2-40B4-BE49-F238E27FC236}">
                      <a16:creationId xmlns:a16="http://schemas.microsoft.com/office/drawing/2014/main" id="{B5415F7A-11D9-7709-BABF-E015A6ED163B}"/>
                    </a:ext>
                  </a:extLst>
                </p:cNvPr>
                <p:cNvSpPr/>
                <p:nvPr/>
              </p:nvSpPr>
              <p:spPr>
                <a:xfrm rot="18900000">
                  <a:off x="939568"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3</a:t>
                  </a:r>
                  <a:endParaRPr lang="de-DE" dirty="0"/>
                </a:p>
              </p:txBody>
            </p:sp>
            <p:sp>
              <p:nvSpPr>
                <p:cNvPr id="188" name="Freihandform 187">
                  <a:extLst>
                    <a:ext uri="{FF2B5EF4-FFF2-40B4-BE49-F238E27FC236}">
                      <a16:creationId xmlns:a16="http://schemas.microsoft.com/office/drawing/2014/main" id="{08D54A54-4403-9030-2889-C62270F3B035}"/>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grpSp>
          <p:grpSp>
            <p:nvGrpSpPr>
              <p:cNvPr id="166" name="Gruppieren 165">
                <a:extLst>
                  <a:ext uri="{FF2B5EF4-FFF2-40B4-BE49-F238E27FC236}">
                    <a16:creationId xmlns:a16="http://schemas.microsoft.com/office/drawing/2014/main" id="{46409AE7-79F6-2CCE-4B53-9FDE4C24148F}"/>
                  </a:ext>
                </a:extLst>
              </p:cNvPr>
              <p:cNvGrpSpPr/>
              <p:nvPr/>
            </p:nvGrpSpPr>
            <p:grpSpPr>
              <a:xfrm rot="-2700000">
                <a:off x="4442019" y="3016966"/>
                <a:ext cx="1800000" cy="503999"/>
                <a:chOff x="939568" y="1070812"/>
                <a:chExt cx="1800000" cy="503999"/>
              </a:xfrm>
              <a:solidFill>
                <a:srgbClr val="D0D95C"/>
              </a:solidFill>
            </p:grpSpPr>
            <p:sp>
              <p:nvSpPr>
                <p:cNvPr id="183" name="Oval 182">
                  <a:extLst>
                    <a:ext uri="{FF2B5EF4-FFF2-40B4-BE49-F238E27FC236}">
                      <a16:creationId xmlns:a16="http://schemas.microsoft.com/office/drawing/2014/main" id="{E3A1D4B9-DB17-F829-F98F-031206E04472}"/>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4" name="Oval 183">
                  <a:extLst>
                    <a:ext uri="{FF2B5EF4-FFF2-40B4-BE49-F238E27FC236}">
                      <a16:creationId xmlns:a16="http://schemas.microsoft.com/office/drawing/2014/main" id="{C37559E6-F42A-1D34-A961-5284125B129A}"/>
                    </a:ext>
                  </a:extLst>
                </p:cNvPr>
                <p:cNvSpPr/>
                <p:nvPr/>
              </p:nvSpPr>
              <p:spPr>
                <a:xfrm rot="27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4</a:t>
                  </a:r>
                  <a:endParaRPr lang="de-DE" dirty="0"/>
                </a:p>
              </p:txBody>
            </p:sp>
            <p:sp>
              <p:nvSpPr>
                <p:cNvPr id="185" name="Freihandform 184">
                  <a:extLst>
                    <a:ext uri="{FF2B5EF4-FFF2-40B4-BE49-F238E27FC236}">
                      <a16:creationId xmlns:a16="http://schemas.microsoft.com/office/drawing/2014/main" id="{08811B8D-DDF7-4771-EAB6-0BE5079A20A1}"/>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grpSp>
          <p:grpSp>
            <p:nvGrpSpPr>
              <p:cNvPr id="167" name="Gruppieren 166">
                <a:extLst>
                  <a:ext uri="{FF2B5EF4-FFF2-40B4-BE49-F238E27FC236}">
                    <a16:creationId xmlns:a16="http://schemas.microsoft.com/office/drawing/2014/main" id="{0D17C37C-B3B4-EA4F-92D3-1761770B9D84}"/>
                  </a:ext>
                </a:extLst>
              </p:cNvPr>
              <p:cNvGrpSpPr/>
              <p:nvPr/>
            </p:nvGrpSpPr>
            <p:grpSpPr>
              <a:xfrm rot="2700000">
                <a:off x="5358430" y="3016966"/>
                <a:ext cx="1800000" cy="503999"/>
                <a:chOff x="939568" y="1070812"/>
                <a:chExt cx="1800000" cy="503999"/>
              </a:xfrm>
              <a:solidFill>
                <a:srgbClr val="8EBAE5"/>
              </a:solidFill>
            </p:grpSpPr>
            <p:sp>
              <p:nvSpPr>
                <p:cNvPr id="180" name="Freihandform 179">
                  <a:extLst>
                    <a:ext uri="{FF2B5EF4-FFF2-40B4-BE49-F238E27FC236}">
                      <a16:creationId xmlns:a16="http://schemas.microsoft.com/office/drawing/2014/main" id="{82F7E70B-A5DD-BA6C-A5E8-4D49F27D338F}"/>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81" name="Oval 180">
                  <a:extLst>
                    <a:ext uri="{FF2B5EF4-FFF2-40B4-BE49-F238E27FC236}">
                      <a16:creationId xmlns:a16="http://schemas.microsoft.com/office/drawing/2014/main" id="{9A698789-68DB-7636-5583-C021CC94C9D7}"/>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2" name="Oval 181">
                  <a:extLst>
                    <a:ext uri="{FF2B5EF4-FFF2-40B4-BE49-F238E27FC236}">
                      <a16:creationId xmlns:a16="http://schemas.microsoft.com/office/drawing/2014/main" id="{764B2E99-4F34-A8A9-71EF-8B705D0C5BC9}"/>
                    </a:ext>
                  </a:extLst>
                </p:cNvPr>
                <p:cNvSpPr/>
                <p:nvPr/>
              </p:nvSpPr>
              <p:spPr>
                <a:xfrm rot="189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5</a:t>
                  </a:r>
                  <a:endParaRPr lang="de-DE" dirty="0"/>
                </a:p>
              </p:txBody>
            </p:sp>
          </p:grpSp>
          <p:grpSp>
            <p:nvGrpSpPr>
              <p:cNvPr id="168" name="Gruppieren 167">
                <a:extLst>
                  <a:ext uri="{FF2B5EF4-FFF2-40B4-BE49-F238E27FC236}">
                    <a16:creationId xmlns:a16="http://schemas.microsoft.com/office/drawing/2014/main" id="{D55EC223-27D0-90AA-689D-A4F66103E65B}"/>
                  </a:ext>
                </a:extLst>
              </p:cNvPr>
              <p:cNvGrpSpPr/>
              <p:nvPr/>
            </p:nvGrpSpPr>
            <p:grpSpPr>
              <a:xfrm rot="-2700000">
                <a:off x="6276260" y="3016966"/>
                <a:ext cx="1800000" cy="503999"/>
                <a:chOff x="939568" y="1070812"/>
                <a:chExt cx="1800000" cy="503999"/>
              </a:xfrm>
              <a:solidFill>
                <a:srgbClr val="00549F"/>
              </a:solidFill>
            </p:grpSpPr>
            <p:sp>
              <p:nvSpPr>
                <p:cNvPr id="177" name="Freihandform 176">
                  <a:extLst>
                    <a:ext uri="{FF2B5EF4-FFF2-40B4-BE49-F238E27FC236}">
                      <a16:creationId xmlns:a16="http://schemas.microsoft.com/office/drawing/2014/main" id="{A7D1F25B-9A03-608F-CEBA-F63834A3378C}"/>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78" name="Oval 177">
                  <a:extLst>
                    <a:ext uri="{FF2B5EF4-FFF2-40B4-BE49-F238E27FC236}">
                      <a16:creationId xmlns:a16="http://schemas.microsoft.com/office/drawing/2014/main" id="{19DA452C-D04A-3C55-C36F-38B475035A5C}"/>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9" name="Oval 178">
                  <a:extLst>
                    <a:ext uri="{FF2B5EF4-FFF2-40B4-BE49-F238E27FC236}">
                      <a16:creationId xmlns:a16="http://schemas.microsoft.com/office/drawing/2014/main" id="{A7F304F4-0F28-CCC9-7C11-97DEB2A3D50A}"/>
                    </a:ext>
                  </a:extLst>
                </p:cNvPr>
                <p:cNvSpPr/>
                <p:nvPr/>
              </p:nvSpPr>
              <p:spPr>
                <a:xfrm rot="27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6</a:t>
                  </a:r>
                  <a:endParaRPr lang="de-DE" dirty="0"/>
                </a:p>
              </p:txBody>
            </p:sp>
          </p:grpSp>
          <p:grpSp>
            <p:nvGrpSpPr>
              <p:cNvPr id="169" name="Gruppieren 168">
                <a:extLst>
                  <a:ext uri="{FF2B5EF4-FFF2-40B4-BE49-F238E27FC236}">
                    <a16:creationId xmlns:a16="http://schemas.microsoft.com/office/drawing/2014/main" id="{F8D9BB91-0785-444B-E14B-E2AC7E447347}"/>
                  </a:ext>
                </a:extLst>
              </p:cNvPr>
              <p:cNvGrpSpPr/>
              <p:nvPr/>
            </p:nvGrpSpPr>
            <p:grpSpPr>
              <a:xfrm rot="2700000">
                <a:off x="7192148" y="3016965"/>
                <a:ext cx="1800000" cy="503999"/>
                <a:chOff x="939568" y="1070812"/>
                <a:chExt cx="1800000" cy="503999"/>
              </a:xfrm>
              <a:solidFill>
                <a:srgbClr val="D0D95C"/>
              </a:solidFill>
            </p:grpSpPr>
            <p:sp>
              <p:nvSpPr>
                <p:cNvPr id="174" name="Freihandform 173">
                  <a:extLst>
                    <a:ext uri="{FF2B5EF4-FFF2-40B4-BE49-F238E27FC236}">
                      <a16:creationId xmlns:a16="http://schemas.microsoft.com/office/drawing/2014/main" id="{19F3BD63-34AE-3FF9-52FD-52E27976797B}"/>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75" name="Oval 174">
                  <a:extLst>
                    <a:ext uri="{FF2B5EF4-FFF2-40B4-BE49-F238E27FC236}">
                      <a16:creationId xmlns:a16="http://schemas.microsoft.com/office/drawing/2014/main" id="{141ECD39-A364-28CE-5EBD-DE5B12694700}"/>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6" name="Oval 175">
                  <a:extLst>
                    <a:ext uri="{FF2B5EF4-FFF2-40B4-BE49-F238E27FC236}">
                      <a16:creationId xmlns:a16="http://schemas.microsoft.com/office/drawing/2014/main" id="{C6879F43-8CCC-A091-2055-18557F928270}"/>
                    </a:ext>
                  </a:extLst>
                </p:cNvPr>
                <p:cNvSpPr/>
                <p:nvPr/>
              </p:nvSpPr>
              <p:spPr>
                <a:xfrm rot="189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7</a:t>
                  </a:r>
                  <a:endParaRPr lang="de-DE" dirty="0"/>
                </a:p>
              </p:txBody>
            </p:sp>
          </p:grpSp>
          <p:grpSp>
            <p:nvGrpSpPr>
              <p:cNvPr id="170" name="Gruppieren 169">
                <a:extLst>
                  <a:ext uri="{FF2B5EF4-FFF2-40B4-BE49-F238E27FC236}">
                    <a16:creationId xmlns:a16="http://schemas.microsoft.com/office/drawing/2014/main" id="{CC5C6C0D-7CDE-1C81-7D98-5CBBCB682CF0}"/>
                  </a:ext>
                </a:extLst>
              </p:cNvPr>
              <p:cNvGrpSpPr/>
              <p:nvPr/>
            </p:nvGrpSpPr>
            <p:grpSpPr>
              <a:xfrm rot="-2700000">
                <a:off x="8108559" y="3016964"/>
                <a:ext cx="1800000" cy="503999"/>
                <a:chOff x="939568" y="1070812"/>
                <a:chExt cx="1800000" cy="503999"/>
              </a:xfrm>
              <a:solidFill>
                <a:srgbClr val="8EBAE5"/>
              </a:solidFill>
            </p:grpSpPr>
            <p:sp>
              <p:nvSpPr>
                <p:cNvPr id="171" name="Freihandform 170">
                  <a:extLst>
                    <a:ext uri="{FF2B5EF4-FFF2-40B4-BE49-F238E27FC236}">
                      <a16:creationId xmlns:a16="http://schemas.microsoft.com/office/drawing/2014/main" id="{CFF477EE-4264-0BD9-2A93-4290C428A2D5}"/>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72" name="Oval 171">
                  <a:extLst>
                    <a:ext uri="{FF2B5EF4-FFF2-40B4-BE49-F238E27FC236}">
                      <a16:creationId xmlns:a16="http://schemas.microsoft.com/office/drawing/2014/main" id="{C66D4857-8816-B479-C59E-56D8AB3ED92A}"/>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3" name="Oval 172">
                  <a:extLst>
                    <a:ext uri="{FF2B5EF4-FFF2-40B4-BE49-F238E27FC236}">
                      <a16:creationId xmlns:a16="http://schemas.microsoft.com/office/drawing/2014/main" id="{DBA77004-00D0-10F9-083A-BD3F72EECACD}"/>
                    </a:ext>
                  </a:extLst>
                </p:cNvPr>
                <p:cNvSpPr/>
                <p:nvPr/>
              </p:nvSpPr>
              <p:spPr>
                <a:xfrm rot="27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8</a:t>
                  </a:r>
                  <a:endParaRPr lang="de-DE" dirty="0"/>
                </a:p>
              </p:txBody>
            </p:sp>
          </p:grpSp>
        </p:grpSp>
        <p:sp>
          <p:nvSpPr>
            <p:cNvPr id="154" name="Oval 153">
              <a:extLst>
                <a:ext uri="{FF2B5EF4-FFF2-40B4-BE49-F238E27FC236}">
                  <a16:creationId xmlns:a16="http://schemas.microsoft.com/office/drawing/2014/main" id="{439649EE-5531-8F02-101F-ABE111ECE53F}"/>
                </a:ext>
              </a:extLst>
            </p:cNvPr>
            <p:cNvSpPr/>
            <p:nvPr/>
          </p:nvSpPr>
          <p:spPr>
            <a:xfrm>
              <a:off x="1984968" y="2665247"/>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5" name="Oval 154">
              <a:extLst>
                <a:ext uri="{FF2B5EF4-FFF2-40B4-BE49-F238E27FC236}">
                  <a16:creationId xmlns:a16="http://schemas.microsoft.com/office/drawing/2014/main" id="{E3C17C84-6B30-4DB0-591C-98B0F904AF9A}"/>
                </a:ext>
              </a:extLst>
            </p:cNvPr>
            <p:cNvSpPr/>
            <p:nvPr/>
          </p:nvSpPr>
          <p:spPr>
            <a:xfrm>
              <a:off x="2903548" y="3583169"/>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6" name="Oval 155">
              <a:extLst>
                <a:ext uri="{FF2B5EF4-FFF2-40B4-BE49-F238E27FC236}">
                  <a16:creationId xmlns:a16="http://schemas.microsoft.com/office/drawing/2014/main" id="{13730BF5-FE9D-C717-FDA5-6005BD98F2B3}"/>
                </a:ext>
              </a:extLst>
            </p:cNvPr>
            <p:cNvSpPr/>
            <p:nvPr/>
          </p:nvSpPr>
          <p:spPr>
            <a:xfrm>
              <a:off x="3825577" y="2673102"/>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7" name="Oval 156">
              <a:extLst>
                <a:ext uri="{FF2B5EF4-FFF2-40B4-BE49-F238E27FC236}">
                  <a16:creationId xmlns:a16="http://schemas.microsoft.com/office/drawing/2014/main" id="{D888F804-27BC-3B19-07F5-BAD53EE9F6EB}"/>
                </a:ext>
              </a:extLst>
            </p:cNvPr>
            <p:cNvSpPr/>
            <p:nvPr/>
          </p:nvSpPr>
          <p:spPr>
            <a:xfrm>
              <a:off x="5660008" y="2665247"/>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8" name="Oval 157">
              <a:extLst>
                <a:ext uri="{FF2B5EF4-FFF2-40B4-BE49-F238E27FC236}">
                  <a16:creationId xmlns:a16="http://schemas.microsoft.com/office/drawing/2014/main" id="{AA4F5CAD-4A2A-5381-6504-5E73F80B2245}"/>
                </a:ext>
              </a:extLst>
            </p:cNvPr>
            <p:cNvSpPr/>
            <p:nvPr/>
          </p:nvSpPr>
          <p:spPr>
            <a:xfrm>
              <a:off x="4742392" y="3583169"/>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9" name="Oval 158">
              <a:extLst>
                <a:ext uri="{FF2B5EF4-FFF2-40B4-BE49-F238E27FC236}">
                  <a16:creationId xmlns:a16="http://schemas.microsoft.com/office/drawing/2014/main" id="{E8058753-C83D-7A2E-F496-78B1CB35C8E8}"/>
                </a:ext>
              </a:extLst>
            </p:cNvPr>
            <p:cNvSpPr/>
            <p:nvPr/>
          </p:nvSpPr>
          <p:spPr>
            <a:xfrm>
              <a:off x="6568429" y="3583169"/>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0" name="Oval 159">
              <a:extLst>
                <a:ext uri="{FF2B5EF4-FFF2-40B4-BE49-F238E27FC236}">
                  <a16:creationId xmlns:a16="http://schemas.microsoft.com/office/drawing/2014/main" id="{486FC88F-FF28-A68B-1C87-2735D5D0BF76}"/>
                </a:ext>
              </a:extLst>
            </p:cNvPr>
            <p:cNvSpPr/>
            <p:nvPr/>
          </p:nvSpPr>
          <p:spPr>
            <a:xfrm>
              <a:off x="8406353" y="3583169"/>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1" name="Oval 160">
              <a:extLst>
                <a:ext uri="{FF2B5EF4-FFF2-40B4-BE49-F238E27FC236}">
                  <a16:creationId xmlns:a16="http://schemas.microsoft.com/office/drawing/2014/main" id="{57CF0BA3-DD92-D903-66EB-70E038923293}"/>
                </a:ext>
              </a:extLst>
            </p:cNvPr>
            <p:cNvSpPr/>
            <p:nvPr/>
          </p:nvSpPr>
          <p:spPr>
            <a:xfrm>
              <a:off x="7489495" y="2667632"/>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210" name="Gruppieren 209">
            <a:extLst>
              <a:ext uri="{FF2B5EF4-FFF2-40B4-BE49-F238E27FC236}">
                <a16:creationId xmlns:a16="http://schemas.microsoft.com/office/drawing/2014/main" id="{748BB244-7916-B2C8-2751-17335CE0E369}"/>
              </a:ext>
            </a:extLst>
          </p:cNvPr>
          <p:cNvGrpSpPr/>
          <p:nvPr/>
        </p:nvGrpSpPr>
        <p:grpSpPr>
          <a:xfrm>
            <a:off x="772933" y="2318539"/>
            <a:ext cx="9135626" cy="2096999"/>
            <a:chOff x="772933" y="2318539"/>
            <a:chExt cx="9135626" cy="2096999"/>
          </a:xfrm>
        </p:grpSpPr>
        <p:grpSp>
          <p:nvGrpSpPr>
            <p:cNvPr id="151" name="Gruppieren 150">
              <a:extLst>
                <a:ext uri="{FF2B5EF4-FFF2-40B4-BE49-F238E27FC236}">
                  <a16:creationId xmlns:a16="http://schemas.microsoft.com/office/drawing/2014/main" id="{FF03F678-DEA6-EA17-E9E8-70BDACDA0C7F}"/>
                </a:ext>
              </a:extLst>
            </p:cNvPr>
            <p:cNvGrpSpPr/>
            <p:nvPr/>
          </p:nvGrpSpPr>
          <p:grpSpPr>
            <a:xfrm>
              <a:off x="772933" y="2368965"/>
              <a:ext cx="9135626" cy="1800003"/>
              <a:chOff x="772933" y="2368965"/>
              <a:chExt cx="9135626" cy="1800003"/>
            </a:xfrm>
          </p:grpSpPr>
          <p:grpSp>
            <p:nvGrpSpPr>
              <p:cNvPr id="131" name="Gruppieren 130">
                <a:extLst>
                  <a:ext uri="{FF2B5EF4-FFF2-40B4-BE49-F238E27FC236}">
                    <a16:creationId xmlns:a16="http://schemas.microsoft.com/office/drawing/2014/main" id="{692D1B2E-C56F-7FC1-ADCD-02F7070DF88B}"/>
                  </a:ext>
                </a:extLst>
              </p:cNvPr>
              <p:cNvGrpSpPr/>
              <p:nvPr/>
            </p:nvGrpSpPr>
            <p:grpSpPr>
              <a:xfrm>
                <a:off x="772933" y="2368965"/>
                <a:ext cx="9135626" cy="1800003"/>
                <a:chOff x="772933" y="2368965"/>
                <a:chExt cx="9135626" cy="1800003"/>
              </a:xfrm>
            </p:grpSpPr>
            <p:grpSp>
              <p:nvGrpSpPr>
                <p:cNvPr id="89" name="Gruppieren 88">
                  <a:extLst>
                    <a:ext uri="{FF2B5EF4-FFF2-40B4-BE49-F238E27FC236}">
                      <a16:creationId xmlns:a16="http://schemas.microsoft.com/office/drawing/2014/main" id="{46AF406F-36AE-30D0-E5BD-2C381D2C0A14}"/>
                    </a:ext>
                  </a:extLst>
                </p:cNvPr>
                <p:cNvGrpSpPr/>
                <p:nvPr/>
              </p:nvGrpSpPr>
              <p:grpSpPr>
                <a:xfrm rot="-2700000">
                  <a:off x="772933" y="3016967"/>
                  <a:ext cx="1800000" cy="503999"/>
                  <a:chOff x="939568" y="1070812"/>
                  <a:chExt cx="1800000" cy="503999"/>
                </a:xfrm>
              </p:grpSpPr>
              <p:sp>
                <p:nvSpPr>
                  <p:cNvPr id="90" name="Freihandform 89">
                    <a:extLst>
                      <a:ext uri="{FF2B5EF4-FFF2-40B4-BE49-F238E27FC236}">
                        <a16:creationId xmlns:a16="http://schemas.microsoft.com/office/drawing/2014/main" id="{35D62179-0D5E-A23E-1C4C-35292A598036}"/>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91" name="Oval 90">
                    <a:extLst>
                      <a:ext uri="{FF2B5EF4-FFF2-40B4-BE49-F238E27FC236}">
                        <a16:creationId xmlns:a16="http://schemas.microsoft.com/office/drawing/2014/main" id="{76BFCD82-70F8-A5D9-712E-E0C583FB045C}"/>
                      </a:ext>
                    </a:extLst>
                  </p:cNvPr>
                  <p:cNvSpPr/>
                  <p:nvPr/>
                </p:nvSpPr>
                <p:spPr>
                  <a:xfrm>
                    <a:off x="2235569"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2" name="Oval 91">
                    <a:extLst>
                      <a:ext uri="{FF2B5EF4-FFF2-40B4-BE49-F238E27FC236}">
                        <a16:creationId xmlns:a16="http://schemas.microsoft.com/office/drawing/2014/main" id="{E6546C9B-50DE-2F68-8D54-87B376034A30}"/>
                      </a:ext>
                    </a:extLst>
                  </p:cNvPr>
                  <p:cNvSpPr/>
                  <p:nvPr/>
                </p:nvSpPr>
                <p:spPr>
                  <a:xfrm>
                    <a:off x="939568"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93" name="Gruppieren 92">
                  <a:extLst>
                    <a:ext uri="{FF2B5EF4-FFF2-40B4-BE49-F238E27FC236}">
                      <a16:creationId xmlns:a16="http://schemas.microsoft.com/office/drawing/2014/main" id="{00820074-D59F-A571-B8BF-DF3B94E36E4B}"/>
                    </a:ext>
                  </a:extLst>
                </p:cNvPr>
                <p:cNvGrpSpPr/>
                <p:nvPr/>
              </p:nvGrpSpPr>
              <p:grpSpPr>
                <a:xfrm rot="2700000">
                  <a:off x="1689343" y="3016968"/>
                  <a:ext cx="1800000" cy="503999"/>
                  <a:chOff x="939568" y="1070812"/>
                  <a:chExt cx="1800000" cy="503999"/>
                </a:xfrm>
                <a:solidFill>
                  <a:srgbClr val="D0D95C"/>
                </a:solidFill>
              </p:grpSpPr>
              <p:sp>
                <p:nvSpPr>
                  <p:cNvPr id="94" name="Freihandform 93">
                    <a:extLst>
                      <a:ext uri="{FF2B5EF4-FFF2-40B4-BE49-F238E27FC236}">
                        <a16:creationId xmlns:a16="http://schemas.microsoft.com/office/drawing/2014/main" id="{1C417BF2-0788-46EF-F93C-E8AC10E8A527}"/>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95" name="Oval 94">
                    <a:extLst>
                      <a:ext uri="{FF2B5EF4-FFF2-40B4-BE49-F238E27FC236}">
                        <a16:creationId xmlns:a16="http://schemas.microsoft.com/office/drawing/2014/main" id="{103F6AB0-5C5B-50EF-D23F-B01D42764267}"/>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6" name="Oval 95">
                    <a:extLst>
                      <a:ext uri="{FF2B5EF4-FFF2-40B4-BE49-F238E27FC236}">
                        <a16:creationId xmlns:a16="http://schemas.microsoft.com/office/drawing/2014/main" id="{F782186A-7653-8E5A-0257-EF7673F9C08C}"/>
                      </a:ext>
                    </a:extLst>
                  </p:cNvPr>
                  <p:cNvSpPr/>
                  <p:nvPr/>
                </p:nvSpPr>
                <p:spPr>
                  <a:xfrm rot="189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1</a:t>
                    </a:r>
                  </a:p>
                </p:txBody>
              </p:sp>
            </p:grpSp>
            <p:grpSp>
              <p:nvGrpSpPr>
                <p:cNvPr id="101" name="Gruppieren 100">
                  <a:extLst>
                    <a:ext uri="{FF2B5EF4-FFF2-40B4-BE49-F238E27FC236}">
                      <a16:creationId xmlns:a16="http://schemas.microsoft.com/office/drawing/2014/main" id="{CC734896-6ACD-4E6E-D993-B2B7AA578BD7}"/>
                    </a:ext>
                  </a:extLst>
                </p:cNvPr>
                <p:cNvGrpSpPr/>
                <p:nvPr/>
              </p:nvGrpSpPr>
              <p:grpSpPr>
                <a:xfrm rot="-2700000">
                  <a:off x="2605754" y="3016966"/>
                  <a:ext cx="1800000" cy="503999"/>
                  <a:chOff x="939568" y="1070812"/>
                  <a:chExt cx="1800000" cy="503999"/>
                </a:xfrm>
                <a:solidFill>
                  <a:srgbClr val="8EBAE5"/>
                </a:solidFill>
              </p:grpSpPr>
              <p:sp>
                <p:nvSpPr>
                  <p:cNvPr id="102" name="Freihandform 101">
                    <a:extLst>
                      <a:ext uri="{FF2B5EF4-FFF2-40B4-BE49-F238E27FC236}">
                        <a16:creationId xmlns:a16="http://schemas.microsoft.com/office/drawing/2014/main" id="{4BB9B0AF-1098-7AD1-098B-D638BD2DD154}"/>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03" name="Oval 102">
                    <a:extLst>
                      <a:ext uri="{FF2B5EF4-FFF2-40B4-BE49-F238E27FC236}">
                        <a16:creationId xmlns:a16="http://schemas.microsoft.com/office/drawing/2014/main" id="{3005D9DC-360A-2B24-96E1-BD62C46C94C1}"/>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4" name="Oval 103">
                    <a:extLst>
                      <a:ext uri="{FF2B5EF4-FFF2-40B4-BE49-F238E27FC236}">
                        <a16:creationId xmlns:a16="http://schemas.microsoft.com/office/drawing/2014/main" id="{BC926F3B-D6EC-7CD3-7ED2-4981F683D367}"/>
                      </a:ext>
                    </a:extLst>
                  </p:cNvPr>
                  <p:cNvSpPr/>
                  <p:nvPr/>
                </p:nvSpPr>
                <p:spPr>
                  <a:xfrm rot="27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2</a:t>
                    </a:r>
                    <a:endParaRPr lang="de-DE" dirty="0"/>
                  </a:p>
                </p:txBody>
              </p:sp>
            </p:grpSp>
            <p:grpSp>
              <p:nvGrpSpPr>
                <p:cNvPr id="97" name="Gruppieren 96">
                  <a:extLst>
                    <a:ext uri="{FF2B5EF4-FFF2-40B4-BE49-F238E27FC236}">
                      <a16:creationId xmlns:a16="http://schemas.microsoft.com/office/drawing/2014/main" id="{30160979-7904-67C9-45FE-F392D9C77739}"/>
                    </a:ext>
                  </a:extLst>
                </p:cNvPr>
                <p:cNvGrpSpPr/>
                <p:nvPr/>
              </p:nvGrpSpPr>
              <p:grpSpPr>
                <a:xfrm rot="2700000">
                  <a:off x="3524702" y="3016966"/>
                  <a:ext cx="1800000" cy="503999"/>
                  <a:chOff x="939568" y="1070812"/>
                  <a:chExt cx="1800000" cy="503999"/>
                </a:xfrm>
              </p:grpSpPr>
              <p:sp>
                <p:nvSpPr>
                  <p:cNvPr id="99" name="Oval 98">
                    <a:extLst>
                      <a:ext uri="{FF2B5EF4-FFF2-40B4-BE49-F238E27FC236}">
                        <a16:creationId xmlns:a16="http://schemas.microsoft.com/office/drawing/2014/main" id="{4AA5E0E9-BEC4-4844-6A34-91009BE00FBB}"/>
                      </a:ext>
                    </a:extLst>
                  </p:cNvPr>
                  <p:cNvSpPr/>
                  <p:nvPr/>
                </p:nvSpPr>
                <p:spPr>
                  <a:xfrm>
                    <a:off x="2235569"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0" name="Oval 99">
                    <a:extLst>
                      <a:ext uri="{FF2B5EF4-FFF2-40B4-BE49-F238E27FC236}">
                        <a16:creationId xmlns:a16="http://schemas.microsoft.com/office/drawing/2014/main" id="{EC8A0E78-A34F-656B-A891-112DC8F5EB58}"/>
                      </a:ext>
                    </a:extLst>
                  </p:cNvPr>
                  <p:cNvSpPr/>
                  <p:nvPr/>
                </p:nvSpPr>
                <p:spPr>
                  <a:xfrm rot="18900000">
                    <a:off x="939568" y="1070812"/>
                    <a:ext cx="503999" cy="503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3</a:t>
                    </a:r>
                    <a:endParaRPr lang="de-DE" dirty="0"/>
                  </a:p>
                </p:txBody>
              </p:sp>
              <p:sp>
                <p:nvSpPr>
                  <p:cNvPr id="98" name="Freihandform 97">
                    <a:extLst>
                      <a:ext uri="{FF2B5EF4-FFF2-40B4-BE49-F238E27FC236}">
                        <a16:creationId xmlns:a16="http://schemas.microsoft.com/office/drawing/2014/main" id="{2DB7A3F1-FA64-D2B4-D183-479B6BB62AAD}"/>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grpSp>
            <p:grpSp>
              <p:nvGrpSpPr>
                <p:cNvPr id="106" name="Gruppieren 105">
                  <a:extLst>
                    <a:ext uri="{FF2B5EF4-FFF2-40B4-BE49-F238E27FC236}">
                      <a16:creationId xmlns:a16="http://schemas.microsoft.com/office/drawing/2014/main" id="{ABE8CD8E-F44B-B48C-1ECD-30F77415B0FF}"/>
                    </a:ext>
                  </a:extLst>
                </p:cNvPr>
                <p:cNvGrpSpPr/>
                <p:nvPr/>
              </p:nvGrpSpPr>
              <p:grpSpPr>
                <a:xfrm rot="-2700000">
                  <a:off x="4442019" y="3016966"/>
                  <a:ext cx="1800000" cy="503999"/>
                  <a:chOff x="939568" y="1070812"/>
                  <a:chExt cx="1800000" cy="503999"/>
                </a:xfrm>
                <a:solidFill>
                  <a:srgbClr val="D0D95C"/>
                </a:solidFill>
              </p:grpSpPr>
              <p:sp>
                <p:nvSpPr>
                  <p:cNvPr id="108" name="Oval 107">
                    <a:extLst>
                      <a:ext uri="{FF2B5EF4-FFF2-40B4-BE49-F238E27FC236}">
                        <a16:creationId xmlns:a16="http://schemas.microsoft.com/office/drawing/2014/main" id="{F6744520-F4B8-4BA4-3A89-E74E6EAC711D}"/>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9" name="Oval 108">
                    <a:extLst>
                      <a:ext uri="{FF2B5EF4-FFF2-40B4-BE49-F238E27FC236}">
                        <a16:creationId xmlns:a16="http://schemas.microsoft.com/office/drawing/2014/main" id="{7251D92D-3C5F-7C8B-1B44-63C63A5D43B9}"/>
                      </a:ext>
                    </a:extLst>
                  </p:cNvPr>
                  <p:cNvSpPr/>
                  <p:nvPr/>
                </p:nvSpPr>
                <p:spPr>
                  <a:xfrm rot="27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4</a:t>
                    </a:r>
                    <a:endParaRPr lang="de-DE" dirty="0"/>
                  </a:p>
                </p:txBody>
              </p:sp>
              <p:sp>
                <p:nvSpPr>
                  <p:cNvPr id="107" name="Freihandform 106">
                    <a:extLst>
                      <a:ext uri="{FF2B5EF4-FFF2-40B4-BE49-F238E27FC236}">
                        <a16:creationId xmlns:a16="http://schemas.microsoft.com/office/drawing/2014/main" id="{905DF6BD-273E-BA52-BB2E-A3DE7651EE20}"/>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grpSp>
            <p:grpSp>
              <p:nvGrpSpPr>
                <p:cNvPr id="110" name="Gruppieren 109">
                  <a:extLst>
                    <a:ext uri="{FF2B5EF4-FFF2-40B4-BE49-F238E27FC236}">
                      <a16:creationId xmlns:a16="http://schemas.microsoft.com/office/drawing/2014/main" id="{58C5AB8A-BAB2-8386-810F-6AA57AF7BD97}"/>
                    </a:ext>
                  </a:extLst>
                </p:cNvPr>
                <p:cNvGrpSpPr/>
                <p:nvPr/>
              </p:nvGrpSpPr>
              <p:grpSpPr>
                <a:xfrm rot="2700000">
                  <a:off x="5358430" y="3016966"/>
                  <a:ext cx="1800000" cy="503999"/>
                  <a:chOff x="939568" y="1070812"/>
                  <a:chExt cx="1800000" cy="503999"/>
                </a:xfrm>
                <a:solidFill>
                  <a:srgbClr val="8EBAE5"/>
                </a:solidFill>
              </p:grpSpPr>
              <p:sp>
                <p:nvSpPr>
                  <p:cNvPr id="111" name="Freihandform 110">
                    <a:extLst>
                      <a:ext uri="{FF2B5EF4-FFF2-40B4-BE49-F238E27FC236}">
                        <a16:creationId xmlns:a16="http://schemas.microsoft.com/office/drawing/2014/main" id="{B58A63FB-3190-00F7-707E-DE947A60DBBF}"/>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12" name="Oval 111">
                    <a:extLst>
                      <a:ext uri="{FF2B5EF4-FFF2-40B4-BE49-F238E27FC236}">
                        <a16:creationId xmlns:a16="http://schemas.microsoft.com/office/drawing/2014/main" id="{B1F46441-AE42-DD00-A617-C4877E48BCC0}"/>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3" name="Oval 112">
                    <a:extLst>
                      <a:ext uri="{FF2B5EF4-FFF2-40B4-BE49-F238E27FC236}">
                        <a16:creationId xmlns:a16="http://schemas.microsoft.com/office/drawing/2014/main" id="{AD940A13-B2E3-08F5-8A25-463F7B177E1F}"/>
                      </a:ext>
                    </a:extLst>
                  </p:cNvPr>
                  <p:cNvSpPr/>
                  <p:nvPr/>
                </p:nvSpPr>
                <p:spPr>
                  <a:xfrm rot="189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5</a:t>
                    </a:r>
                    <a:endParaRPr lang="de-DE" dirty="0"/>
                  </a:p>
                </p:txBody>
              </p:sp>
            </p:grpSp>
            <p:grpSp>
              <p:nvGrpSpPr>
                <p:cNvPr id="114" name="Gruppieren 113">
                  <a:extLst>
                    <a:ext uri="{FF2B5EF4-FFF2-40B4-BE49-F238E27FC236}">
                      <a16:creationId xmlns:a16="http://schemas.microsoft.com/office/drawing/2014/main" id="{F214B3A2-636E-8E8C-7444-56583EFD3AAC}"/>
                    </a:ext>
                  </a:extLst>
                </p:cNvPr>
                <p:cNvGrpSpPr/>
                <p:nvPr/>
              </p:nvGrpSpPr>
              <p:grpSpPr>
                <a:xfrm rot="-2700000">
                  <a:off x="6276260" y="3016966"/>
                  <a:ext cx="1800000" cy="503999"/>
                  <a:chOff x="939568" y="1070812"/>
                  <a:chExt cx="1800000" cy="503999"/>
                </a:xfrm>
                <a:solidFill>
                  <a:srgbClr val="00549F"/>
                </a:solidFill>
              </p:grpSpPr>
              <p:sp>
                <p:nvSpPr>
                  <p:cNvPr id="115" name="Freihandform 114">
                    <a:extLst>
                      <a:ext uri="{FF2B5EF4-FFF2-40B4-BE49-F238E27FC236}">
                        <a16:creationId xmlns:a16="http://schemas.microsoft.com/office/drawing/2014/main" id="{856171B9-0C61-0877-FDDD-9FC97209E7E0}"/>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16" name="Oval 115">
                    <a:extLst>
                      <a:ext uri="{FF2B5EF4-FFF2-40B4-BE49-F238E27FC236}">
                        <a16:creationId xmlns:a16="http://schemas.microsoft.com/office/drawing/2014/main" id="{DB43C1A0-F21A-D534-9005-CD3819EE5EA9}"/>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7" name="Oval 116">
                    <a:extLst>
                      <a:ext uri="{FF2B5EF4-FFF2-40B4-BE49-F238E27FC236}">
                        <a16:creationId xmlns:a16="http://schemas.microsoft.com/office/drawing/2014/main" id="{1769AEC1-5344-1E2C-94C1-BE303759795E}"/>
                      </a:ext>
                    </a:extLst>
                  </p:cNvPr>
                  <p:cNvSpPr/>
                  <p:nvPr/>
                </p:nvSpPr>
                <p:spPr>
                  <a:xfrm rot="27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6</a:t>
                    </a:r>
                    <a:endParaRPr lang="de-DE" dirty="0"/>
                  </a:p>
                </p:txBody>
              </p:sp>
            </p:grpSp>
            <p:grpSp>
              <p:nvGrpSpPr>
                <p:cNvPr id="118" name="Gruppieren 117">
                  <a:extLst>
                    <a:ext uri="{FF2B5EF4-FFF2-40B4-BE49-F238E27FC236}">
                      <a16:creationId xmlns:a16="http://schemas.microsoft.com/office/drawing/2014/main" id="{E42CC406-F8CD-EE39-230B-77B702EE62FD}"/>
                    </a:ext>
                  </a:extLst>
                </p:cNvPr>
                <p:cNvGrpSpPr/>
                <p:nvPr/>
              </p:nvGrpSpPr>
              <p:grpSpPr>
                <a:xfrm rot="2700000">
                  <a:off x="7192148" y="3016965"/>
                  <a:ext cx="1800000" cy="503999"/>
                  <a:chOff x="939568" y="1070812"/>
                  <a:chExt cx="1800000" cy="503999"/>
                </a:xfrm>
                <a:solidFill>
                  <a:srgbClr val="D0D95C"/>
                </a:solidFill>
              </p:grpSpPr>
              <p:sp>
                <p:nvSpPr>
                  <p:cNvPr id="119" name="Freihandform 118">
                    <a:extLst>
                      <a:ext uri="{FF2B5EF4-FFF2-40B4-BE49-F238E27FC236}">
                        <a16:creationId xmlns:a16="http://schemas.microsoft.com/office/drawing/2014/main" id="{D243EE40-C630-9D0F-1C4C-2781A071B6CC}"/>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20" name="Oval 119">
                    <a:extLst>
                      <a:ext uri="{FF2B5EF4-FFF2-40B4-BE49-F238E27FC236}">
                        <a16:creationId xmlns:a16="http://schemas.microsoft.com/office/drawing/2014/main" id="{54843E41-8A9A-F08F-B85E-3D2BDF568D2C}"/>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1" name="Oval 120">
                    <a:extLst>
                      <a:ext uri="{FF2B5EF4-FFF2-40B4-BE49-F238E27FC236}">
                        <a16:creationId xmlns:a16="http://schemas.microsoft.com/office/drawing/2014/main" id="{E7869DB0-F4B5-E913-55A0-21982D1E6032}"/>
                      </a:ext>
                    </a:extLst>
                  </p:cNvPr>
                  <p:cNvSpPr/>
                  <p:nvPr/>
                </p:nvSpPr>
                <p:spPr>
                  <a:xfrm rot="189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7</a:t>
                    </a:r>
                    <a:endParaRPr lang="de-DE" dirty="0"/>
                  </a:p>
                </p:txBody>
              </p:sp>
            </p:grpSp>
            <p:grpSp>
              <p:nvGrpSpPr>
                <p:cNvPr id="127" name="Gruppieren 126">
                  <a:extLst>
                    <a:ext uri="{FF2B5EF4-FFF2-40B4-BE49-F238E27FC236}">
                      <a16:creationId xmlns:a16="http://schemas.microsoft.com/office/drawing/2014/main" id="{97D88800-8281-8448-281C-13C59C5424BF}"/>
                    </a:ext>
                  </a:extLst>
                </p:cNvPr>
                <p:cNvGrpSpPr/>
                <p:nvPr/>
              </p:nvGrpSpPr>
              <p:grpSpPr>
                <a:xfrm rot="-2700000">
                  <a:off x="8108559" y="3016964"/>
                  <a:ext cx="1800000" cy="503999"/>
                  <a:chOff x="939568" y="1070812"/>
                  <a:chExt cx="1800000" cy="503999"/>
                </a:xfrm>
                <a:solidFill>
                  <a:srgbClr val="8EBAE5"/>
                </a:solidFill>
              </p:grpSpPr>
              <p:sp>
                <p:nvSpPr>
                  <p:cNvPr id="128" name="Freihandform 127">
                    <a:extLst>
                      <a:ext uri="{FF2B5EF4-FFF2-40B4-BE49-F238E27FC236}">
                        <a16:creationId xmlns:a16="http://schemas.microsoft.com/office/drawing/2014/main" id="{7BB34AA8-5A9F-A2D6-6239-BEF470B26809}"/>
                      </a:ext>
                    </a:extLst>
                  </p:cNvPr>
                  <p:cNvSpPr/>
                  <p:nvPr/>
                </p:nvSpPr>
                <p:spPr>
                  <a:xfrm>
                    <a:off x="1283856" y="1147500"/>
                    <a:ext cx="1080109" cy="359588"/>
                  </a:xfrm>
                  <a:custGeom>
                    <a:avLst/>
                    <a:gdLst>
                      <a:gd name="connsiteX0" fmla="*/ 0 w 1080109"/>
                      <a:gd name="connsiteY0" fmla="*/ 0 h 359588"/>
                      <a:gd name="connsiteX1" fmla="*/ 55410 w 1080109"/>
                      <a:gd name="connsiteY1" fmla="*/ 36700 h 359588"/>
                      <a:gd name="connsiteX2" fmla="*/ 555713 w 1080109"/>
                      <a:gd name="connsiteY2" fmla="*/ 147572 h 359588"/>
                      <a:gd name="connsiteX3" fmla="*/ 1056017 w 1080109"/>
                      <a:gd name="connsiteY3" fmla="*/ 36700 h 359588"/>
                      <a:gd name="connsiteX4" fmla="*/ 1080109 w 1080109"/>
                      <a:gd name="connsiteY4" fmla="*/ 20743 h 359588"/>
                      <a:gd name="connsiteX5" fmla="*/ 1080109 w 1080109"/>
                      <a:gd name="connsiteY5" fmla="*/ 320916 h 359588"/>
                      <a:gd name="connsiteX6" fmla="*/ 1069553 w 1080109"/>
                      <a:gd name="connsiteY6" fmla="*/ 313924 h 359588"/>
                      <a:gd name="connsiteX7" fmla="*/ 569248 w 1080109"/>
                      <a:gd name="connsiteY7" fmla="*/ 203051 h 359588"/>
                      <a:gd name="connsiteX8" fmla="*/ 68945 w 1080109"/>
                      <a:gd name="connsiteY8" fmla="*/ 313924 h 359588"/>
                      <a:gd name="connsiteX9" fmla="*/ 0 w 1080109"/>
                      <a:gd name="connsiteY9" fmla="*/ 359588 h 3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109" h="359588">
                        <a:moveTo>
                          <a:pt x="0" y="0"/>
                        </a:moveTo>
                        <a:lnTo>
                          <a:pt x="55410" y="36700"/>
                        </a:lnTo>
                        <a:cubicBezTo>
                          <a:pt x="187549" y="105587"/>
                          <a:pt x="363082" y="147572"/>
                          <a:pt x="555713" y="147572"/>
                        </a:cubicBezTo>
                        <a:cubicBezTo>
                          <a:pt x="748344" y="147572"/>
                          <a:pt x="923878" y="105587"/>
                          <a:pt x="1056017" y="36700"/>
                        </a:cubicBezTo>
                        <a:lnTo>
                          <a:pt x="1080109" y="20743"/>
                        </a:lnTo>
                        <a:lnTo>
                          <a:pt x="1080109" y="320916"/>
                        </a:lnTo>
                        <a:lnTo>
                          <a:pt x="1069553" y="313924"/>
                        </a:lnTo>
                        <a:cubicBezTo>
                          <a:pt x="937413" y="245037"/>
                          <a:pt x="761879" y="203051"/>
                          <a:pt x="569248" y="203051"/>
                        </a:cubicBezTo>
                        <a:cubicBezTo>
                          <a:pt x="376617" y="203051"/>
                          <a:pt x="201084" y="245037"/>
                          <a:pt x="68945" y="313924"/>
                        </a:cubicBezTo>
                        <a:lnTo>
                          <a:pt x="0" y="35958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29" name="Oval 128">
                    <a:extLst>
                      <a:ext uri="{FF2B5EF4-FFF2-40B4-BE49-F238E27FC236}">
                        <a16:creationId xmlns:a16="http://schemas.microsoft.com/office/drawing/2014/main" id="{3CCBA243-A57A-F429-1268-6346EEFC2ABB}"/>
                      </a:ext>
                    </a:extLst>
                  </p:cNvPr>
                  <p:cNvSpPr/>
                  <p:nvPr/>
                </p:nvSpPr>
                <p:spPr>
                  <a:xfrm>
                    <a:off x="2235569"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0" name="Oval 129">
                    <a:extLst>
                      <a:ext uri="{FF2B5EF4-FFF2-40B4-BE49-F238E27FC236}">
                        <a16:creationId xmlns:a16="http://schemas.microsoft.com/office/drawing/2014/main" id="{867D5F47-2529-8DDB-C2D1-A6055B21E75F}"/>
                      </a:ext>
                    </a:extLst>
                  </p:cNvPr>
                  <p:cNvSpPr/>
                  <p:nvPr/>
                </p:nvSpPr>
                <p:spPr>
                  <a:xfrm rot="2700000">
                    <a:off x="939568" y="1070812"/>
                    <a:ext cx="503999" cy="5039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8</a:t>
                    </a:r>
                    <a:endParaRPr lang="de-DE" dirty="0"/>
                  </a:p>
                </p:txBody>
              </p:sp>
            </p:grpSp>
          </p:grpSp>
          <p:sp>
            <p:nvSpPr>
              <p:cNvPr id="140" name="Oval 139">
                <a:extLst>
                  <a:ext uri="{FF2B5EF4-FFF2-40B4-BE49-F238E27FC236}">
                    <a16:creationId xmlns:a16="http://schemas.microsoft.com/office/drawing/2014/main" id="{AE39678E-C8F7-A5F0-2480-E73C439C1A59}"/>
                  </a:ext>
                </a:extLst>
              </p:cNvPr>
              <p:cNvSpPr/>
              <p:nvPr/>
            </p:nvSpPr>
            <p:spPr>
              <a:xfrm>
                <a:off x="1984968" y="2665247"/>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2" name="Oval 141">
                <a:extLst>
                  <a:ext uri="{FF2B5EF4-FFF2-40B4-BE49-F238E27FC236}">
                    <a16:creationId xmlns:a16="http://schemas.microsoft.com/office/drawing/2014/main" id="{9958B016-8958-9078-6118-2A853229F7D5}"/>
                  </a:ext>
                </a:extLst>
              </p:cNvPr>
              <p:cNvSpPr/>
              <p:nvPr/>
            </p:nvSpPr>
            <p:spPr>
              <a:xfrm>
                <a:off x="2903548" y="3583169"/>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3" name="Oval 142">
                <a:extLst>
                  <a:ext uri="{FF2B5EF4-FFF2-40B4-BE49-F238E27FC236}">
                    <a16:creationId xmlns:a16="http://schemas.microsoft.com/office/drawing/2014/main" id="{F41BE463-CF66-36CB-641B-B8B92D226F69}"/>
                  </a:ext>
                </a:extLst>
              </p:cNvPr>
              <p:cNvSpPr/>
              <p:nvPr/>
            </p:nvSpPr>
            <p:spPr>
              <a:xfrm>
                <a:off x="3825577" y="2673102"/>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4" name="Oval 143">
                <a:extLst>
                  <a:ext uri="{FF2B5EF4-FFF2-40B4-BE49-F238E27FC236}">
                    <a16:creationId xmlns:a16="http://schemas.microsoft.com/office/drawing/2014/main" id="{8D84690E-37DD-DC92-B3EC-281F9F294591}"/>
                  </a:ext>
                </a:extLst>
              </p:cNvPr>
              <p:cNvSpPr/>
              <p:nvPr/>
            </p:nvSpPr>
            <p:spPr>
              <a:xfrm>
                <a:off x="5660008" y="2665247"/>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5" name="Oval 144">
                <a:extLst>
                  <a:ext uri="{FF2B5EF4-FFF2-40B4-BE49-F238E27FC236}">
                    <a16:creationId xmlns:a16="http://schemas.microsoft.com/office/drawing/2014/main" id="{6519ACE3-7497-0FC9-672B-6C2655C05325}"/>
                  </a:ext>
                </a:extLst>
              </p:cNvPr>
              <p:cNvSpPr/>
              <p:nvPr/>
            </p:nvSpPr>
            <p:spPr>
              <a:xfrm>
                <a:off x="4742392" y="3583169"/>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6" name="Oval 145">
                <a:extLst>
                  <a:ext uri="{FF2B5EF4-FFF2-40B4-BE49-F238E27FC236}">
                    <a16:creationId xmlns:a16="http://schemas.microsoft.com/office/drawing/2014/main" id="{014D073A-F73A-230B-EF66-5E3EE7B16947}"/>
                  </a:ext>
                </a:extLst>
              </p:cNvPr>
              <p:cNvSpPr/>
              <p:nvPr/>
            </p:nvSpPr>
            <p:spPr>
              <a:xfrm>
                <a:off x="6568429" y="3583169"/>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7" name="Oval 146">
                <a:extLst>
                  <a:ext uri="{FF2B5EF4-FFF2-40B4-BE49-F238E27FC236}">
                    <a16:creationId xmlns:a16="http://schemas.microsoft.com/office/drawing/2014/main" id="{6750DE56-DE08-FD68-EE7E-D1C0B29C35AB}"/>
                  </a:ext>
                </a:extLst>
              </p:cNvPr>
              <p:cNvSpPr/>
              <p:nvPr/>
            </p:nvSpPr>
            <p:spPr>
              <a:xfrm>
                <a:off x="8406353" y="3583169"/>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9" name="Oval 148">
                <a:extLst>
                  <a:ext uri="{FF2B5EF4-FFF2-40B4-BE49-F238E27FC236}">
                    <a16:creationId xmlns:a16="http://schemas.microsoft.com/office/drawing/2014/main" id="{41610B21-417D-63E1-4BD7-750CBF7B71A5}"/>
                  </a:ext>
                </a:extLst>
              </p:cNvPr>
              <p:cNvSpPr/>
              <p:nvPr/>
            </p:nvSpPr>
            <p:spPr>
              <a:xfrm>
                <a:off x="7489495" y="2667632"/>
                <a:ext cx="288000" cy="288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201" name="Textfeld 200">
              <a:extLst>
                <a:ext uri="{FF2B5EF4-FFF2-40B4-BE49-F238E27FC236}">
                  <a16:creationId xmlns:a16="http://schemas.microsoft.com/office/drawing/2014/main" id="{AF10817F-B44B-7184-92F2-57E8EAA16655}"/>
                </a:ext>
              </a:extLst>
            </p:cNvPr>
            <p:cNvSpPr txBox="1"/>
            <p:nvPr/>
          </p:nvSpPr>
          <p:spPr>
            <a:xfrm>
              <a:off x="1261960" y="3584541"/>
              <a:ext cx="1828800" cy="584775"/>
            </a:xfrm>
            <a:prstGeom prst="rect">
              <a:avLst/>
            </a:prstGeom>
            <a:noFill/>
            <a:ln>
              <a:noFill/>
            </a:ln>
          </p:spPr>
          <p:txBody>
            <a:bodyPr wrap="square" rtlCol="0">
              <a:spAutoFit/>
            </a:bodyPr>
            <a:lstStyle/>
            <a:p>
              <a:pPr algn="ctr"/>
              <a:r>
                <a:rPr lang="de-DE" sz="1600" dirty="0">
                  <a:latin typeface="Georgia" panose="02040502050405020303" pitchFamily="18" charset="0"/>
                </a:rPr>
                <a:t>Sensorik und </a:t>
              </a:r>
              <a:r>
                <a:rPr lang="de-DE" sz="1600" dirty="0" err="1">
                  <a:latin typeface="Georgia" panose="02040502050405020303" pitchFamily="18" charset="0"/>
                </a:rPr>
                <a:t>Warnehmung</a:t>
              </a:r>
              <a:endParaRPr lang="de-DE" sz="1600" dirty="0">
                <a:latin typeface="Georgia" panose="02040502050405020303" pitchFamily="18" charset="0"/>
              </a:endParaRPr>
            </a:p>
          </p:txBody>
        </p:sp>
        <p:sp>
          <p:nvSpPr>
            <p:cNvPr id="202" name="Textfeld 201">
              <a:extLst>
                <a:ext uri="{FF2B5EF4-FFF2-40B4-BE49-F238E27FC236}">
                  <a16:creationId xmlns:a16="http://schemas.microsoft.com/office/drawing/2014/main" id="{F57C8A11-8E09-8CD8-0529-A878601268A7}"/>
                </a:ext>
              </a:extLst>
            </p:cNvPr>
            <p:cNvSpPr txBox="1"/>
            <p:nvPr/>
          </p:nvSpPr>
          <p:spPr>
            <a:xfrm>
              <a:off x="3090760" y="3584541"/>
              <a:ext cx="1828800" cy="830997"/>
            </a:xfrm>
            <a:prstGeom prst="rect">
              <a:avLst/>
            </a:prstGeom>
            <a:noFill/>
            <a:ln>
              <a:noFill/>
            </a:ln>
          </p:spPr>
          <p:txBody>
            <a:bodyPr wrap="square" rtlCol="0">
              <a:spAutoFit/>
            </a:bodyPr>
            <a:lstStyle/>
            <a:p>
              <a:pPr algn="ctr"/>
              <a:r>
                <a:rPr lang="de-DE" sz="1600" dirty="0">
                  <a:latin typeface="Georgia" panose="02040502050405020303" pitchFamily="18" charset="0"/>
                </a:rPr>
                <a:t>Verarbeitung natürlicher Sprache</a:t>
              </a:r>
            </a:p>
          </p:txBody>
        </p:sp>
        <p:sp>
          <p:nvSpPr>
            <p:cNvPr id="204" name="Textfeld 203">
              <a:extLst>
                <a:ext uri="{FF2B5EF4-FFF2-40B4-BE49-F238E27FC236}">
                  <a16:creationId xmlns:a16="http://schemas.microsoft.com/office/drawing/2014/main" id="{EEEF8364-C80C-AF47-6B37-604E61AE2426}"/>
                </a:ext>
              </a:extLst>
            </p:cNvPr>
            <p:cNvSpPr txBox="1"/>
            <p:nvPr/>
          </p:nvSpPr>
          <p:spPr>
            <a:xfrm>
              <a:off x="4919560" y="3584627"/>
              <a:ext cx="1828800" cy="584775"/>
            </a:xfrm>
            <a:prstGeom prst="rect">
              <a:avLst/>
            </a:prstGeom>
            <a:noFill/>
            <a:ln>
              <a:noFill/>
            </a:ln>
          </p:spPr>
          <p:txBody>
            <a:bodyPr wrap="square" rtlCol="0">
              <a:spAutoFit/>
            </a:bodyPr>
            <a:lstStyle/>
            <a:p>
              <a:pPr algn="ctr"/>
              <a:r>
                <a:rPr lang="de-DE" sz="1600" dirty="0">
                  <a:latin typeface="Georgia" panose="02040502050405020303" pitchFamily="18" charset="0"/>
                </a:rPr>
                <a:t>Gedächtnis </a:t>
              </a:r>
            </a:p>
            <a:p>
              <a:pPr algn="ctr"/>
              <a:r>
                <a:rPr lang="de-DE" sz="1600" dirty="0">
                  <a:latin typeface="Georgia" panose="02040502050405020303" pitchFamily="18" charset="0"/>
                </a:rPr>
                <a:t>und Erinnerung</a:t>
              </a:r>
            </a:p>
          </p:txBody>
        </p:sp>
        <p:sp>
          <p:nvSpPr>
            <p:cNvPr id="205" name="Textfeld 204">
              <a:extLst>
                <a:ext uri="{FF2B5EF4-FFF2-40B4-BE49-F238E27FC236}">
                  <a16:creationId xmlns:a16="http://schemas.microsoft.com/office/drawing/2014/main" id="{D05F7B50-79A2-A28F-10F2-4C34697F8B62}"/>
                </a:ext>
              </a:extLst>
            </p:cNvPr>
            <p:cNvSpPr txBox="1"/>
            <p:nvPr/>
          </p:nvSpPr>
          <p:spPr>
            <a:xfrm>
              <a:off x="6748360" y="3584541"/>
              <a:ext cx="1828800" cy="830997"/>
            </a:xfrm>
            <a:prstGeom prst="rect">
              <a:avLst/>
            </a:prstGeom>
            <a:noFill/>
            <a:ln>
              <a:noFill/>
            </a:ln>
          </p:spPr>
          <p:txBody>
            <a:bodyPr wrap="square" rtlCol="0">
              <a:spAutoFit/>
            </a:bodyPr>
            <a:lstStyle/>
            <a:p>
              <a:pPr algn="ctr"/>
              <a:r>
                <a:rPr lang="de-DE" sz="1600" dirty="0">
                  <a:latin typeface="Georgia" panose="02040502050405020303" pitchFamily="18" charset="0"/>
                </a:rPr>
                <a:t>Soziale und emotionale Intelligenz</a:t>
              </a:r>
            </a:p>
          </p:txBody>
        </p:sp>
        <p:sp>
          <p:nvSpPr>
            <p:cNvPr id="206" name="Textfeld 205">
              <a:extLst>
                <a:ext uri="{FF2B5EF4-FFF2-40B4-BE49-F238E27FC236}">
                  <a16:creationId xmlns:a16="http://schemas.microsoft.com/office/drawing/2014/main" id="{E5F2D47C-5669-7D9B-204E-EAA27A48E002}"/>
                </a:ext>
              </a:extLst>
            </p:cNvPr>
            <p:cNvSpPr txBox="1"/>
            <p:nvPr/>
          </p:nvSpPr>
          <p:spPr>
            <a:xfrm>
              <a:off x="2137893" y="2318539"/>
              <a:ext cx="1828800" cy="830997"/>
            </a:xfrm>
            <a:prstGeom prst="rect">
              <a:avLst/>
            </a:prstGeom>
            <a:noFill/>
            <a:ln>
              <a:noFill/>
            </a:ln>
          </p:spPr>
          <p:txBody>
            <a:bodyPr wrap="square" rtlCol="0">
              <a:spAutoFit/>
            </a:bodyPr>
            <a:lstStyle/>
            <a:p>
              <a:pPr algn="ctr"/>
              <a:r>
                <a:rPr lang="de-DE" sz="1600" dirty="0">
                  <a:latin typeface="Georgia" panose="02040502050405020303" pitchFamily="18" charset="0"/>
                </a:rPr>
                <a:t>Problemlösung und logisches Denken</a:t>
              </a:r>
            </a:p>
          </p:txBody>
        </p:sp>
        <p:sp>
          <p:nvSpPr>
            <p:cNvPr id="207" name="Textfeld 206">
              <a:extLst>
                <a:ext uri="{FF2B5EF4-FFF2-40B4-BE49-F238E27FC236}">
                  <a16:creationId xmlns:a16="http://schemas.microsoft.com/office/drawing/2014/main" id="{EE4ADFFF-D023-5038-BC77-F88DFFD44360}"/>
                </a:ext>
              </a:extLst>
            </p:cNvPr>
            <p:cNvSpPr txBox="1"/>
            <p:nvPr/>
          </p:nvSpPr>
          <p:spPr>
            <a:xfrm>
              <a:off x="3966693" y="2318539"/>
              <a:ext cx="1828800" cy="584775"/>
            </a:xfrm>
            <a:prstGeom prst="rect">
              <a:avLst/>
            </a:prstGeom>
            <a:noFill/>
            <a:ln>
              <a:noFill/>
            </a:ln>
          </p:spPr>
          <p:txBody>
            <a:bodyPr wrap="square" rtlCol="0">
              <a:spAutoFit/>
            </a:bodyPr>
            <a:lstStyle/>
            <a:p>
              <a:pPr algn="ctr"/>
              <a:r>
                <a:rPr lang="de-DE" sz="1600" dirty="0">
                  <a:latin typeface="Georgia" panose="02040502050405020303" pitchFamily="18" charset="0"/>
                </a:rPr>
                <a:t>Aneignung und lernen</a:t>
              </a:r>
            </a:p>
          </p:txBody>
        </p:sp>
        <p:sp>
          <p:nvSpPr>
            <p:cNvPr id="208" name="Textfeld 207">
              <a:extLst>
                <a:ext uri="{FF2B5EF4-FFF2-40B4-BE49-F238E27FC236}">
                  <a16:creationId xmlns:a16="http://schemas.microsoft.com/office/drawing/2014/main" id="{10087D2B-456F-4F09-03B6-8A883B66A34A}"/>
                </a:ext>
              </a:extLst>
            </p:cNvPr>
            <p:cNvSpPr txBox="1"/>
            <p:nvPr/>
          </p:nvSpPr>
          <p:spPr>
            <a:xfrm>
              <a:off x="5795493" y="2318625"/>
              <a:ext cx="1828800" cy="584775"/>
            </a:xfrm>
            <a:prstGeom prst="rect">
              <a:avLst/>
            </a:prstGeom>
            <a:noFill/>
            <a:ln>
              <a:noFill/>
            </a:ln>
          </p:spPr>
          <p:txBody>
            <a:bodyPr wrap="square" rtlCol="0">
              <a:spAutoFit/>
            </a:bodyPr>
            <a:lstStyle/>
            <a:p>
              <a:pPr algn="ctr"/>
              <a:r>
                <a:rPr lang="de-DE" sz="1600" dirty="0">
                  <a:latin typeface="Georgia" panose="02040502050405020303" pitchFamily="18" charset="0"/>
                </a:rPr>
                <a:t>Kontext- </a:t>
              </a:r>
              <a:r>
                <a:rPr lang="de-DE" sz="1600" dirty="0" err="1">
                  <a:latin typeface="Georgia" panose="02040502050405020303" pitchFamily="18" charset="0"/>
                </a:rPr>
                <a:t>sensitivität</a:t>
              </a:r>
              <a:endParaRPr lang="de-DE" sz="1600" dirty="0">
                <a:latin typeface="Georgia" panose="02040502050405020303" pitchFamily="18" charset="0"/>
              </a:endParaRPr>
            </a:p>
          </p:txBody>
        </p:sp>
        <p:sp>
          <p:nvSpPr>
            <p:cNvPr id="209" name="Textfeld 208">
              <a:extLst>
                <a:ext uri="{FF2B5EF4-FFF2-40B4-BE49-F238E27FC236}">
                  <a16:creationId xmlns:a16="http://schemas.microsoft.com/office/drawing/2014/main" id="{1C410458-B457-6226-BB08-301306066572}"/>
                </a:ext>
              </a:extLst>
            </p:cNvPr>
            <p:cNvSpPr txBox="1"/>
            <p:nvPr/>
          </p:nvSpPr>
          <p:spPr>
            <a:xfrm>
              <a:off x="7624293" y="2318539"/>
              <a:ext cx="1828800" cy="830997"/>
            </a:xfrm>
            <a:prstGeom prst="rect">
              <a:avLst/>
            </a:prstGeom>
            <a:noFill/>
            <a:ln>
              <a:noFill/>
            </a:ln>
          </p:spPr>
          <p:txBody>
            <a:bodyPr wrap="square" rtlCol="0">
              <a:spAutoFit/>
            </a:bodyPr>
            <a:lstStyle/>
            <a:p>
              <a:pPr algn="ctr"/>
              <a:r>
                <a:rPr lang="de-DE" sz="1600" dirty="0">
                  <a:latin typeface="Georgia" panose="02040502050405020303" pitchFamily="18" charset="0"/>
                </a:rPr>
                <a:t>Betätigung und motorische Fähigkeiten</a:t>
              </a:r>
            </a:p>
          </p:txBody>
        </p:sp>
      </p:grpSp>
    </p:spTree>
    <p:extLst>
      <p:ext uri="{BB962C8B-B14F-4D97-AF65-F5344CB8AC3E}">
        <p14:creationId xmlns:p14="http://schemas.microsoft.com/office/powerpoint/2010/main" val="99758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24E0B6-2394-A5C6-8893-244C955C42DF}"/>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CCEE729-75B3-59E4-E5CF-AF557C94A630}"/>
              </a:ext>
            </a:extLst>
          </p:cNvPr>
          <p:cNvSpPr>
            <a:spLocks noGrp="1"/>
          </p:cNvSpPr>
          <p:nvPr>
            <p:ph type="sldNum" sz="quarter" idx="4"/>
          </p:nvPr>
        </p:nvSpPr>
        <p:spPr/>
        <p:txBody>
          <a:bodyPr/>
          <a:lstStyle/>
          <a:p>
            <a:fld id="{13DF57E2-0006-4890-B490-C5A56CDD4B6C}" type="slidenum">
              <a:rPr lang="de-DE" smtClean="0"/>
              <a:pPr/>
              <a:t>21</a:t>
            </a:fld>
            <a:endParaRPr lang="de-DE" dirty="0"/>
          </a:p>
        </p:txBody>
      </p:sp>
      <p:sp>
        <p:nvSpPr>
          <p:cNvPr id="4" name="Datumsplatzhalter 3">
            <a:extLst>
              <a:ext uri="{FF2B5EF4-FFF2-40B4-BE49-F238E27FC236}">
                <a16:creationId xmlns:a16="http://schemas.microsoft.com/office/drawing/2014/main" id="{250C7AC8-7EB8-2CB2-94CA-0785153FB3A7}"/>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2AEF89EE-2B74-05FD-CC5E-CCDF2E8A07AA}"/>
              </a:ext>
            </a:extLst>
          </p:cNvPr>
          <p:cNvSpPr>
            <a:spLocks noGrp="1"/>
          </p:cNvSpPr>
          <p:nvPr>
            <p:ph type="ftr" sz="quarter" idx="10"/>
          </p:nvPr>
        </p:nvSpPr>
        <p:spPr/>
        <p:txBody>
          <a:bodyPr/>
          <a:lstStyle/>
          <a:p>
            <a:r>
              <a:rPr lang="da-DK"/>
              <a:t>Aeneas Molitor</a:t>
            </a:r>
            <a:endParaRPr lang="de-DE" dirty="0"/>
          </a:p>
        </p:txBody>
      </p:sp>
      <p:pic>
        <p:nvPicPr>
          <p:cNvPr id="2" name="Grafik 1">
            <a:extLst>
              <a:ext uri="{FF2B5EF4-FFF2-40B4-BE49-F238E27FC236}">
                <a16:creationId xmlns:a16="http://schemas.microsoft.com/office/drawing/2014/main" id="{33B97DB2-3762-0FF4-64A2-6E9BD8F30AB7}"/>
              </a:ext>
            </a:extLst>
          </p:cNvPr>
          <p:cNvPicPr>
            <a:picLocks noGrp="1" noRot="1" noChangeAspect="1" noMove="1" noResize="1" noEditPoints="1" noAdjustHandles="1" noChangeArrowheads="1" noChangeShapeType="1" noCrop="1"/>
          </p:cNvPicPr>
          <p:nvPr/>
        </p:nvPicPr>
        <p:blipFill>
          <a:blip r:embed="rId3"/>
          <a:stretch>
            <a:fillRect/>
          </a:stretch>
        </p:blipFill>
        <p:spPr>
          <a:xfrm>
            <a:off x="2209800" y="1644675"/>
            <a:ext cx="7772400" cy="3568650"/>
          </a:xfrm>
          <a:prstGeom prst="rect">
            <a:avLst/>
          </a:prstGeom>
        </p:spPr>
      </p:pic>
      <p:grpSp>
        <p:nvGrpSpPr>
          <p:cNvPr id="15" name="Gruppieren 14">
            <a:extLst>
              <a:ext uri="{FF2B5EF4-FFF2-40B4-BE49-F238E27FC236}">
                <a16:creationId xmlns:a16="http://schemas.microsoft.com/office/drawing/2014/main" id="{5AEEAB52-85C4-D300-0360-5BB4E3CD7514}"/>
              </a:ext>
            </a:extLst>
          </p:cNvPr>
          <p:cNvGrpSpPr/>
          <p:nvPr/>
        </p:nvGrpSpPr>
        <p:grpSpPr>
          <a:xfrm>
            <a:off x="7242610" y="504032"/>
            <a:ext cx="4883083" cy="2281286"/>
            <a:chOff x="3770723" y="2130458"/>
            <a:chExt cx="4883083" cy="2281286"/>
          </a:xfrm>
          <a:solidFill>
            <a:schemeClr val="bg1"/>
          </a:solidFill>
        </p:grpSpPr>
        <p:sp>
          <p:nvSpPr>
            <p:cNvPr id="6" name="Oval 5">
              <a:extLst>
                <a:ext uri="{FF2B5EF4-FFF2-40B4-BE49-F238E27FC236}">
                  <a16:creationId xmlns:a16="http://schemas.microsoft.com/office/drawing/2014/main" id="{A3335680-9F48-972D-0B72-B002AFDF0120}"/>
                </a:ext>
              </a:extLst>
            </p:cNvPr>
            <p:cNvSpPr/>
            <p:nvPr/>
          </p:nvSpPr>
          <p:spPr>
            <a:xfrm>
              <a:off x="3770723" y="2130458"/>
              <a:ext cx="4883083" cy="2281286"/>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sp>
          <p:nvSpPr>
            <p:cNvPr id="9" name="Textfeld 8">
              <a:extLst>
                <a:ext uri="{FF2B5EF4-FFF2-40B4-BE49-F238E27FC236}">
                  <a16:creationId xmlns:a16="http://schemas.microsoft.com/office/drawing/2014/main" id="{666325A9-3910-AF21-089C-EC016F67011C}"/>
                </a:ext>
              </a:extLst>
            </p:cNvPr>
            <p:cNvSpPr txBox="1"/>
            <p:nvPr/>
          </p:nvSpPr>
          <p:spPr>
            <a:xfrm>
              <a:off x="3881693" y="3063351"/>
              <a:ext cx="1282388" cy="415498"/>
            </a:xfrm>
            <a:prstGeom prst="rect">
              <a:avLst/>
            </a:prstGeom>
            <a:grpFill/>
          </p:spPr>
          <p:txBody>
            <a:bodyPr wrap="square" rtlCol="0">
              <a:spAutoFit/>
            </a:bodyPr>
            <a:lstStyle/>
            <a:p>
              <a:r>
                <a:rPr lang="de-DE" sz="1050" dirty="0">
                  <a:latin typeface="Georgia" panose="02040502050405020303" pitchFamily="18" charset="0"/>
                </a:rPr>
                <a:t>Maschinelles Lernen</a:t>
              </a:r>
            </a:p>
          </p:txBody>
        </p:sp>
        <p:sp>
          <p:nvSpPr>
            <p:cNvPr id="10" name="Oval 9">
              <a:extLst>
                <a:ext uri="{FF2B5EF4-FFF2-40B4-BE49-F238E27FC236}">
                  <a16:creationId xmlns:a16="http://schemas.microsoft.com/office/drawing/2014/main" id="{67B25DFD-5149-23C1-ECA6-E736A9719059}"/>
                </a:ext>
              </a:extLst>
            </p:cNvPr>
            <p:cNvSpPr/>
            <p:nvPr/>
          </p:nvSpPr>
          <p:spPr>
            <a:xfrm>
              <a:off x="5460273" y="2205872"/>
              <a:ext cx="1389017"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Überwachtes </a:t>
              </a:r>
              <a:r>
                <a:rPr lang="de-DE" sz="1050" dirty="0" err="1">
                  <a:solidFill>
                    <a:schemeClr val="tx1"/>
                  </a:solidFill>
                  <a:latin typeface="Georgia" panose="02040502050405020303" pitchFamily="18" charset="0"/>
                </a:rPr>
                <a:t>Lerenen</a:t>
              </a:r>
              <a:endParaRPr lang="de-DE" sz="1050" dirty="0">
                <a:solidFill>
                  <a:schemeClr val="tx1"/>
                </a:solidFill>
                <a:latin typeface="Georgia" panose="02040502050405020303" pitchFamily="18" charset="0"/>
              </a:endParaRPr>
            </a:p>
          </p:txBody>
        </p:sp>
        <p:sp>
          <p:nvSpPr>
            <p:cNvPr id="11" name="Oval 10">
              <a:extLst>
                <a:ext uri="{FF2B5EF4-FFF2-40B4-BE49-F238E27FC236}">
                  <a16:creationId xmlns:a16="http://schemas.microsoft.com/office/drawing/2014/main" id="{03743767-CEB0-23D3-D9FA-FD16C13F8B45}"/>
                </a:ext>
              </a:extLst>
            </p:cNvPr>
            <p:cNvSpPr/>
            <p:nvPr/>
          </p:nvSpPr>
          <p:spPr>
            <a:xfrm>
              <a:off x="4919461" y="2945831"/>
              <a:ext cx="1389017"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Unüberwachtes </a:t>
              </a:r>
              <a:r>
                <a:rPr lang="de-DE" sz="1050" dirty="0" err="1">
                  <a:solidFill>
                    <a:schemeClr val="tx1"/>
                  </a:solidFill>
                  <a:latin typeface="Georgia" panose="02040502050405020303" pitchFamily="18" charset="0"/>
                </a:rPr>
                <a:t>Lerenen</a:t>
              </a:r>
              <a:endParaRPr lang="de-DE" sz="1050" dirty="0">
                <a:solidFill>
                  <a:schemeClr val="tx1"/>
                </a:solidFill>
                <a:latin typeface="Georgia" panose="02040502050405020303" pitchFamily="18" charset="0"/>
              </a:endParaRPr>
            </a:p>
          </p:txBody>
        </p:sp>
        <p:sp>
          <p:nvSpPr>
            <p:cNvPr id="12" name="Oval 11">
              <a:extLst>
                <a:ext uri="{FF2B5EF4-FFF2-40B4-BE49-F238E27FC236}">
                  <a16:creationId xmlns:a16="http://schemas.microsoft.com/office/drawing/2014/main" id="{C36B034F-F617-ECF8-31FA-7FD07F5358A6}"/>
                </a:ext>
              </a:extLst>
            </p:cNvPr>
            <p:cNvSpPr/>
            <p:nvPr/>
          </p:nvSpPr>
          <p:spPr>
            <a:xfrm>
              <a:off x="5460272" y="3685790"/>
              <a:ext cx="1490336"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Teilüberwachtes </a:t>
              </a:r>
              <a:r>
                <a:rPr lang="de-DE" sz="1050" dirty="0" err="1">
                  <a:solidFill>
                    <a:schemeClr val="tx1"/>
                  </a:solidFill>
                  <a:latin typeface="Georgia" panose="02040502050405020303" pitchFamily="18" charset="0"/>
                </a:rPr>
                <a:t>Lerenen</a:t>
              </a:r>
              <a:endParaRPr lang="de-DE" sz="1050" dirty="0">
                <a:solidFill>
                  <a:schemeClr val="tx1"/>
                </a:solidFill>
                <a:latin typeface="Georgia" panose="02040502050405020303" pitchFamily="18" charset="0"/>
              </a:endParaRPr>
            </a:p>
          </p:txBody>
        </p:sp>
        <p:sp>
          <p:nvSpPr>
            <p:cNvPr id="13" name="Oval 12">
              <a:extLst>
                <a:ext uri="{FF2B5EF4-FFF2-40B4-BE49-F238E27FC236}">
                  <a16:creationId xmlns:a16="http://schemas.microsoft.com/office/drawing/2014/main" id="{C90F3CFB-6B62-BE10-CB6F-C078716A589F}"/>
                </a:ext>
              </a:extLst>
            </p:cNvPr>
            <p:cNvSpPr/>
            <p:nvPr/>
          </p:nvSpPr>
          <p:spPr>
            <a:xfrm>
              <a:off x="6868215" y="2547866"/>
              <a:ext cx="1389017"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Nachahmungs- lernen</a:t>
              </a:r>
            </a:p>
          </p:txBody>
        </p:sp>
        <p:sp>
          <p:nvSpPr>
            <p:cNvPr id="14" name="Oval 13">
              <a:extLst>
                <a:ext uri="{FF2B5EF4-FFF2-40B4-BE49-F238E27FC236}">
                  <a16:creationId xmlns:a16="http://schemas.microsoft.com/office/drawing/2014/main" id="{2E869590-D013-FE62-AE68-BED261DDD99C}"/>
                </a:ext>
              </a:extLst>
            </p:cNvPr>
            <p:cNvSpPr/>
            <p:nvPr/>
          </p:nvSpPr>
          <p:spPr>
            <a:xfrm>
              <a:off x="6850149" y="3358918"/>
              <a:ext cx="1389017"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Verstärkungs-lernen</a:t>
              </a:r>
            </a:p>
          </p:txBody>
        </p:sp>
      </p:grpSp>
    </p:spTree>
    <p:extLst>
      <p:ext uri="{BB962C8B-B14F-4D97-AF65-F5344CB8AC3E}">
        <p14:creationId xmlns:p14="http://schemas.microsoft.com/office/powerpoint/2010/main" val="1766333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D04518-0211-E50A-953D-066504DB017B}"/>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7E0525B8-868B-1C0F-95F6-A9245A601105}"/>
              </a:ext>
            </a:extLst>
          </p:cNvPr>
          <p:cNvSpPr>
            <a:spLocks noGrp="1"/>
          </p:cNvSpPr>
          <p:nvPr>
            <p:ph type="sldNum" sz="quarter" idx="4"/>
          </p:nvPr>
        </p:nvSpPr>
        <p:spPr/>
        <p:txBody>
          <a:bodyPr/>
          <a:lstStyle/>
          <a:p>
            <a:fld id="{13DF57E2-0006-4890-B490-C5A56CDD4B6C}" type="slidenum">
              <a:rPr lang="de-DE" smtClean="0"/>
              <a:pPr/>
              <a:t>22</a:t>
            </a:fld>
            <a:endParaRPr lang="de-DE" dirty="0"/>
          </a:p>
        </p:txBody>
      </p:sp>
      <p:sp>
        <p:nvSpPr>
          <p:cNvPr id="4" name="Datumsplatzhalter 3">
            <a:extLst>
              <a:ext uri="{FF2B5EF4-FFF2-40B4-BE49-F238E27FC236}">
                <a16:creationId xmlns:a16="http://schemas.microsoft.com/office/drawing/2014/main" id="{FD8269D5-4749-2516-DFB0-4DA3455316F2}"/>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25941C8D-2E38-BD2F-E953-948B3BBBA214}"/>
              </a:ext>
            </a:extLst>
          </p:cNvPr>
          <p:cNvSpPr>
            <a:spLocks noGrp="1"/>
          </p:cNvSpPr>
          <p:nvPr>
            <p:ph type="ftr" sz="quarter" idx="10"/>
          </p:nvPr>
        </p:nvSpPr>
        <p:spPr/>
        <p:txBody>
          <a:bodyPr/>
          <a:lstStyle/>
          <a:p>
            <a:r>
              <a:rPr lang="da-DK"/>
              <a:t>Aeneas Molitor</a:t>
            </a:r>
            <a:endParaRPr lang="de-DE" dirty="0"/>
          </a:p>
        </p:txBody>
      </p:sp>
      <p:pic>
        <p:nvPicPr>
          <p:cNvPr id="7" name="Grafik 6">
            <a:extLst>
              <a:ext uri="{FF2B5EF4-FFF2-40B4-BE49-F238E27FC236}">
                <a16:creationId xmlns:a16="http://schemas.microsoft.com/office/drawing/2014/main" id="{F3726001-0F14-1A34-0A33-28826775FE8B}"/>
              </a:ext>
            </a:extLst>
          </p:cNvPr>
          <p:cNvPicPr>
            <a:picLocks noChangeAspect="1"/>
          </p:cNvPicPr>
          <p:nvPr/>
        </p:nvPicPr>
        <p:blipFill>
          <a:blip r:embed="rId3"/>
          <a:srcRect r="6194"/>
          <a:stretch/>
        </p:blipFill>
        <p:spPr>
          <a:xfrm>
            <a:off x="4160520" y="-4411373"/>
            <a:ext cx="8031480" cy="4393360"/>
          </a:xfrm>
          <a:prstGeom prst="rect">
            <a:avLst/>
          </a:prstGeom>
        </p:spPr>
      </p:pic>
      <p:grpSp>
        <p:nvGrpSpPr>
          <p:cNvPr id="87" name="Gruppieren 86">
            <a:extLst>
              <a:ext uri="{FF2B5EF4-FFF2-40B4-BE49-F238E27FC236}">
                <a16:creationId xmlns:a16="http://schemas.microsoft.com/office/drawing/2014/main" id="{B3AF777B-6DF0-4DF7-5CC7-717D5ED6D30A}"/>
              </a:ext>
            </a:extLst>
          </p:cNvPr>
          <p:cNvGrpSpPr/>
          <p:nvPr/>
        </p:nvGrpSpPr>
        <p:grpSpPr>
          <a:xfrm>
            <a:off x="-1491271" y="-2836892"/>
            <a:ext cx="5294420" cy="2696837"/>
            <a:chOff x="3447580" y="2080581"/>
            <a:chExt cx="5294420" cy="2696837"/>
          </a:xfrm>
        </p:grpSpPr>
        <p:sp>
          <p:nvSpPr>
            <p:cNvPr id="88" name="Abgerundetes Rechteck 87">
              <a:extLst>
                <a:ext uri="{FF2B5EF4-FFF2-40B4-BE49-F238E27FC236}">
                  <a16:creationId xmlns:a16="http://schemas.microsoft.com/office/drawing/2014/main" id="{5F1BB9DF-18AB-7770-D1B8-33644B06059A}"/>
                </a:ext>
              </a:extLst>
            </p:cNvPr>
            <p:cNvSpPr/>
            <p:nvPr/>
          </p:nvSpPr>
          <p:spPr>
            <a:xfrm>
              <a:off x="3447580" y="2080581"/>
              <a:ext cx="1620000" cy="514350"/>
            </a:xfrm>
            <a:prstGeom prst="roundRect">
              <a:avLst>
                <a:gd name="adj" fmla="val 41263"/>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Nach Umfang der Erklärbarkeit</a:t>
              </a:r>
            </a:p>
          </p:txBody>
        </p:sp>
        <p:sp>
          <p:nvSpPr>
            <p:cNvPr id="89" name="Abgerundetes Rechteck 88">
              <a:extLst>
                <a:ext uri="{FF2B5EF4-FFF2-40B4-BE49-F238E27FC236}">
                  <a16:creationId xmlns:a16="http://schemas.microsoft.com/office/drawing/2014/main" id="{2FDB2BFB-D888-1F34-E609-256DB227280F}"/>
                </a:ext>
              </a:extLst>
            </p:cNvPr>
            <p:cNvSpPr/>
            <p:nvPr/>
          </p:nvSpPr>
          <p:spPr>
            <a:xfrm>
              <a:off x="7122000" y="4263068"/>
              <a:ext cx="1620000" cy="514350"/>
            </a:xfrm>
            <a:prstGeom prst="roundRect">
              <a:avLst>
                <a:gd name="adj" fmla="val 41263"/>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Basierend auf der Erklärungsebene</a:t>
              </a:r>
            </a:p>
          </p:txBody>
        </p:sp>
        <p:sp>
          <p:nvSpPr>
            <p:cNvPr id="90" name="Abgerundetes Rechteck 89">
              <a:extLst>
                <a:ext uri="{FF2B5EF4-FFF2-40B4-BE49-F238E27FC236}">
                  <a16:creationId xmlns:a16="http://schemas.microsoft.com/office/drawing/2014/main" id="{B50FAF5A-D538-1D00-6142-77247B246CD3}"/>
                </a:ext>
              </a:extLst>
            </p:cNvPr>
            <p:cNvSpPr/>
            <p:nvPr/>
          </p:nvSpPr>
          <p:spPr>
            <a:xfrm>
              <a:off x="3447581" y="4263068"/>
              <a:ext cx="1620000" cy="514350"/>
            </a:xfrm>
            <a:prstGeom prst="roundRect">
              <a:avLst>
                <a:gd name="adj" fmla="val 412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Nach Anwendbarkeit </a:t>
              </a:r>
            </a:p>
          </p:txBody>
        </p:sp>
        <p:sp>
          <p:nvSpPr>
            <p:cNvPr id="91" name="Abgerundetes Rechteck 90">
              <a:extLst>
                <a:ext uri="{FF2B5EF4-FFF2-40B4-BE49-F238E27FC236}">
                  <a16:creationId xmlns:a16="http://schemas.microsoft.com/office/drawing/2014/main" id="{71A30D7A-DD23-8A00-58F3-7C98F6855235}"/>
                </a:ext>
              </a:extLst>
            </p:cNvPr>
            <p:cNvSpPr/>
            <p:nvPr/>
          </p:nvSpPr>
          <p:spPr>
            <a:xfrm>
              <a:off x="7122000" y="2080582"/>
              <a:ext cx="1620000" cy="514350"/>
            </a:xfrm>
            <a:prstGeom prst="roundRect">
              <a:avLst>
                <a:gd name="adj" fmla="val 412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Auf Basis der Umsetzung</a:t>
              </a:r>
            </a:p>
          </p:txBody>
        </p:sp>
        <p:sp>
          <p:nvSpPr>
            <p:cNvPr id="92" name="Freihandform 91">
              <a:extLst>
                <a:ext uri="{FF2B5EF4-FFF2-40B4-BE49-F238E27FC236}">
                  <a16:creationId xmlns:a16="http://schemas.microsoft.com/office/drawing/2014/main" id="{03A96083-F9B3-0AF9-8E20-4F07E3789D34}"/>
                </a:ext>
              </a:extLst>
            </p:cNvPr>
            <p:cNvSpPr/>
            <p:nvPr/>
          </p:nvSpPr>
          <p:spPr>
            <a:xfrm rot="2700000">
              <a:off x="5423424" y="2756424"/>
              <a:ext cx="1345152" cy="1345152"/>
            </a:xfrm>
            <a:custGeom>
              <a:avLst/>
              <a:gdLst>
                <a:gd name="connsiteX0" fmla="*/ 672576 w 1345152"/>
                <a:gd name="connsiteY0" fmla="*/ 96575 h 1345152"/>
                <a:gd name="connsiteX1" fmla="*/ 95988 w 1345152"/>
                <a:gd name="connsiteY1" fmla="*/ 672575 h 1345152"/>
                <a:gd name="connsiteX2" fmla="*/ 672576 w 1345152"/>
                <a:gd name="connsiteY2" fmla="*/ 1248575 h 1345152"/>
                <a:gd name="connsiteX3" fmla="*/ 1249164 w 1345152"/>
                <a:gd name="connsiteY3" fmla="*/ 672575 h 1345152"/>
                <a:gd name="connsiteX4" fmla="*/ 672576 w 1345152"/>
                <a:gd name="connsiteY4" fmla="*/ 96575 h 1345152"/>
                <a:gd name="connsiteX5" fmla="*/ 672576 w 1345152"/>
                <a:gd name="connsiteY5" fmla="*/ 0 h 1345152"/>
                <a:gd name="connsiteX6" fmla="*/ 1345152 w 1345152"/>
                <a:gd name="connsiteY6" fmla="*/ 672576 h 1345152"/>
                <a:gd name="connsiteX7" fmla="*/ 672576 w 1345152"/>
                <a:gd name="connsiteY7" fmla="*/ 1345152 h 1345152"/>
                <a:gd name="connsiteX8" fmla="*/ 0 w 1345152"/>
                <a:gd name="connsiteY8" fmla="*/ 672576 h 1345152"/>
                <a:gd name="connsiteX9" fmla="*/ 672576 w 1345152"/>
                <a:gd name="connsiteY9" fmla="*/ 0 h 134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45152" h="1345152">
                  <a:moveTo>
                    <a:pt x="672576" y="96575"/>
                  </a:moveTo>
                  <a:cubicBezTo>
                    <a:pt x="354135" y="96575"/>
                    <a:pt x="95988" y="354459"/>
                    <a:pt x="95988" y="672575"/>
                  </a:cubicBezTo>
                  <a:cubicBezTo>
                    <a:pt x="95988" y="990691"/>
                    <a:pt x="354135" y="1248575"/>
                    <a:pt x="672576" y="1248575"/>
                  </a:cubicBezTo>
                  <a:cubicBezTo>
                    <a:pt x="991017" y="1248575"/>
                    <a:pt x="1249164" y="990691"/>
                    <a:pt x="1249164" y="672575"/>
                  </a:cubicBezTo>
                  <a:cubicBezTo>
                    <a:pt x="1249164" y="354459"/>
                    <a:pt x="991017" y="96575"/>
                    <a:pt x="672576" y="96575"/>
                  </a:cubicBezTo>
                  <a:close/>
                  <a:moveTo>
                    <a:pt x="672576" y="0"/>
                  </a:moveTo>
                  <a:cubicBezTo>
                    <a:pt x="1044029" y="0"/>
                    <a:pt x="1345152" y="301123"/>
                    <a:pt x="1345152" y="672576"/>
                  </a:cubicBezTo>
                  <a:cubicBezTo>
                    <a:pt x="1345152" y="1044029"/>
                    <a:pt x="1044029" y="1345152"/>
                    <a:pt x="672576" y="1345152"/>
                  </a:cubicBezTo>
                  <a:cubicBezTo>
                    <a:pt x="301123" y="1345152"/>
                    <a:pt x="0" y="1044029"/>
                    <a:pt x="0" y="672576"/>
                  </a:cubicBezTo>
                  <a:cubicBezTo>
                    <a:pt x="0" y="301123"/>
                    <a:pt x="301123" y="0"/>
                    <a:pt x="672576" y="0"/>
                  </a:cubicBezTo>
                  <a:close/>
                </a:path>
              </a:pathLst>
            </a:custGeom>
            <a:solidFill>
              <a:srgbClr val="D0D95C"/>
            </a:solidFill>
            <a:ln>
              <a:solidFill>
                <a:srgbClr val="D0D95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solidFill>
                  <a:schemeClr val="tx1"/>
                </a:solidFill>
                <a:latin typeface="Georgia" panose="02040502050405020303" pitchFamily="18" charset="0"/>
              </a:endParaRPr>
            </a:p>
          </p:txBody>
        </p:sp>
        <p:cxnSp>
          <p:nvCxnSpPr>
            <p:cNvPr id="93" name="Gerade Verbindung 92">
              <a:extLst>
                <a:ext uri="{FF2B5EF4-FFF2-40B4-BE49-F238E27FC236}">
                  <a16:creationId xmlns:a16="http://schemas.microsoft.com/office/drawing/2014/main" id="{276E308F-83C1-1D1C-5630-05E259D4FB37}"/>
                </a:ext>
              </a:extLst>
            </p:cNvPr>
            <p:cNvCxnSpPr>
              <a:stCxn id="92" idx="8"/>
              <a:endCxn id="88" idx="3"/>
            </p:cNvCxnSpPr>
            <p:nvPr/>
          </p:nvCxnSpPr>
          <p:spPr>
            <a:xfrm flipH="1" flipV="1">
              <a:off x="5067580" y="2337756"/>
              <a:ext cx="552837" cy="615661"/>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94" name="Gerade Verbindung 93">
              <a:extLst>
                <a:ext uri="{FF2B5EF4-FFF2-40B4-BE49-F238E27FC236}">
                  <a16:creationId xmlns:a16="http://schemas.microsoft.com/office/drawing/2014/main" id="{615A0E98-BB40-611F-CEDE-02B47ABA58C8}"/>
                </a:ext>
              </a:extLst>
            </p:cNvPr>
            <p:cNvCxnSpPr>
              <a:stCxn id="92" idx="5"/>
              <a:endCxn id="91" idx="1"/>
            </p:cNvCxnSpPr>
            <p:nvPr/>
          </p:nvCxnSpPr>
          <p:spPr>
            <a:xfrm flipV="1">
              <a:off x="6571583" y="2337757"/>
              <a:ext cx="550417"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95" name="Gerade Verbindung 94">
              <a:extLst>
                <a:ext uri="{FF2B5EF4-FFF2-40B4-BE49-F238E27FC236}">
                  <a16:creationId xmlns:a16="http://schemas.microsoft.com/office/drawing/2014/main" id="{420CAF56-5D0D-D581-3E61-8BA133CD6784}"/>
                </a:ext>
              </a:extLst>
            </p:cNvPr>
            <p:cNvCxnSpPr>
              <a:stCxn id="92" idx="7"/>
              <a:endCxn id="90" idx="3"/>
            </p:cNvCxnSpPr>
            <p:nvPr/>
          </p:nvCxnSpPr>
          <p:spPr>
            <a:xfrm flipH="1">
              <a:off x="5067581" y="3904583"/>
              <a:ext cx="552836"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96" name="Gerade Verbindung 95">
              <a:extLst>
                <a:ext uri="{FF2B5EF4-FFF2-40B4-BE49-F238E27FC236}">
                  <a16:creationId xmlns:a16="http://schemas.microsoft.com/office/drawing/2014/main" id="{92FC4DFF-C934-B943-B657-E0DEE1BC1076}"/>
                </a:ext>
              </a:extLst>
            </p:cNvPr>
            <p:cNvCxnSpPr>
              <a:stCxn id="92" idx="6"/>
              <a:endCxn id="89" idx="1"/>
            </p:cNvCxnSpPr>
            <p:nvPr/>
          </p:nvCxnSpPr>
          <p:spPr>
            <a:xfrm>
              <a:off x="6571583" y="3904583"/>
              <a:ext cx="550417"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sp>
          <p:nvSpPr>
            <p:cNvPr id="97" name="Textfeld 96">
              <a:extLst>
                <a:ext uri="{FF2B5EF4-FFF2-40B4-BE49-F238E27FC236}">
                  <a16:creationId xmlns:a16="http://schemas.microsoft.com/office/drawing/2014/main" id="{3616AA93-7975-528C-C041-61B5385668E6}"/>
                </a:ext>
              </a:extLst>
            </p:cNvPr>
            <p:cNvSpPr txBox="1"/>
            <p:nvPr/>
          </p:nvSpPr>
          <p:spPr>
            <a:xfrm>
              <a:off x="6010940" y="3324447"/>
              <a:ext cx="184731" cy="369332"/>
            </a:xfrm>
            <a:prstGeom prst="rect">
              <a:avLst/>
            </a:prstGeom>
            <a:noFill/>
          </p:spPr>
          <p:txBody>
            <a:bodyPr wrap="none" rtlCol="0">
              <a:spAutoFit/>
            </a:bodyPr>
            <a:lstStyle/>
            <a:p>
              <a:endParaRPr lang="de-DE" dirty="0"/>
            </a:p>
          </p:txBody>
        </p:sp>
        <p:sp>
          <p:nvSpPr>
            <p:cNvPr id="98" name="Textfeld 97">
              <a:extLst>
                <a:ext uri="{FF2B5EF4-FFF2-40B4-BE49-F238E27FC236}">
                  <a16:creationId xmlns:a16="http://schemas.microsoft.com/office/drawing/2014/main" id="{0DB7CF77-1FDA-DB44-B869-E9A4176230F8}"/>
                </a:ext>
              </a:extLst>
            </p:cNvPr>
            <p:cNvSpPr txBox="1"/>
            <p:nvPr/>
          </p:nvSpPr>
          <p:spPr>
            <a:xfrm>
              <a:off x="5573421" y="3213557"/>
              <a:ext cx="1045158" cy="430887"/>
            </a:xfrm>
            <a:prstGeom prst="rect">
              <a:avLst/>
            </a:prstGeom>
            <a:noFill/>
          </p:spPr>
          <p:txBody>
            <a:bodyPr wrap="none" lIns="0" tIns="0" rIns="0" bIns="0" rtlCol="0" anchor="ctr">
              <a:spAutoFit/>
            </a:bodyPr>
            <a:lstStyle/>
            <a:p>
              <a:r>
                <a:rPr lang="de-DE" sz="1200" dirty="0">
                  <a:solidFill>
                    <a:schemeClr val="tx1"/>
                  </a:solidFill>
                  <a:latin typeface="Georgia" panose="02040502050405020303" pitchFamily="18" charset="0"/>
                </a:rPr>
                <a:t>Methoden</a:t>
              </a:r>
              <a:r>
                <a:rPr lang="de-DE" sz="1400" dirty="0">
                  <a:solidFill>
                    <a:schemeClr val="tx1"/>
                  </a:solidFill>
                  <a:latin typeface="Georgia" panose="02040502050405020303" pitchFamily="18" charset="0"/>
                </a:rPr>
                <a:t> der </a:t>
              </a:r>
            </a:p>
            <a:p>
              <a:pPr algn="ctr"/>
              <a:r>
                <a:rPr lang="de-DE" sz="1400" dirty="0">
                  <a:solidFill>
                    <a:schemeClr val="tx1"/>
                  </a:solidFill>
                  <a:latin typeface="Georgia" panose="02040502050405020303" pitchFamily="18" charset="0"/>
                </a:rPr>
                <a:t>XAI</a:t>
              </a:r>
            </a:p>
          </p:txBody>
        </p:sp>
      </p:grpSp>
      <p:grpSp>
        <p:nvGrpSpPr>
          <p:cNvPr id="124" name="Gruppieren 123">
            <a:extLst>
              <a:ext uri="{FF2B5EF4-FFF2-40B4-BE49-F238E27FC236}">
                <a16:creationId xmlns:a16="http://schemas.microsoft.com/office/drawing/2014/main" id="{C0A3210F-E305-CD54-3503-9556F9FCD84A}"/>
              </a:ext>
            </a:extLst>
          </p:cNvPr>
          <p:cNvGrpSpPr/>
          <p:nvPr/>
        </p:nvGrpSpPr>
        <p:grpSpPr>
          <a:xfrm>
            <a:off x="2604237" y="2020841"/>
            <a:ext cx="7252171" cy="2927584"/>
            <a:chOff x="2604237" y="2020841"/>
            <a:chExt cx="7252171" cy="2927584"/>
          </a:xfrm>
        </p:grpSpPr>
        <p:sp>
          <p:nvSpPr>
            <p:cNvPr id="118" name="Textfeld 117">
              <a:extLst>
                <a:ext uri="{FF2B5EF4-FFF2-40B4-BE49-F238E27FC236}">
                  <a16:creationId xmlns:a16="http://schemas.microsoft.com/office/drawing/2014/main" id="{3E87BE9C-30EA-281E-D7F5-3394C5F4A779}"/>
                </a:ext>
              </a:extLst>
            </p:cNvPr>
            <p:cNvSpPr txBox="1"/>
            <p:nvPr/>
          </p:nvSpPr>
          <p:spPr>
            <a:xfrm>
              <a:off x="8740800" y="4517537"/>
              <a:ext cx="1114408" cy="430887"/>
            </a:xfrm>
            <a:prstGeom prst="rect">
              <a:avLst/>
            </a:prstGeom>
          </p:spPr>
          <p:txBody>
            <a:bodyPr wrap="none" rtlCol="0">
              <a:spAutoFit/>
            </a:bodyPr>
            <a:lstStyle/>
            <a:p>
              <a:r>
                <a:rPr lang="de-DE" sz="1100" dirty="0">
                  <a:latin typeface="Georgia" panose="02040502050405020303" pitchFamily="18" charset="0"/>
                </a:rPr>
                <a:t>Menschlich </a:t>
              </a:r>
            </a:p>
            <a:p>
              <a:r>
                <a:rPr lang="de-DE" sz="1100" dirty="0">
                  <a:latin typeface="Georgia" panose="02040502050405020303" pitchFamily="18" charset="0"/>
                </a:rPr>
                <a:t>interpretierbar</a:t>
              </a:r>
            </a:p>
          </p:txBody>
        </p:sp>
        <p:grpSp>
          <p:nvGrpSpPr>
            <p:cNvPr id="86" name="Gruppieren 85">
              <a:extLst>
                <a:ext uri="{FF2B5EF4-FFF2-40B4-BE49-F238E27FC236}">
                  <a16:creationId xmlns:a16="http://schemas.microsoft.com/office/drawing/2014/main" id="{BB517C87-E681-3C47-7005-08BE751D1F9E}"/>
                </a:ext>
              </a:extLst>
            </p:cNvPr>
            <p:cNvGrpSpPr/>
            <p:nvPr/>
          </p:nvGrpSpPr>
          <p:grpSpPr>
            <a:xfrm>
              <a:off x="3447580" y="2080581"/>
              <a:ext cx="5294420" cy="2696837"/>
              <a:chOff x="3447580" y="2080581"/>
              <a:chExt cx="5294420" cy="2696837"/>
            </a:xfrm>
          </p:grpSpPr>
          <p:sp>
            <p:nvSpPr>
              <p:cNvPr id="8" name="Abgerundetes Rechteck 7">
                <a:extLst>
                  <a:ext uri="{FF2B5EF4-FFF2-40B4-BE49-F238E27FC236}">
                    <a16:creationId xmlns:a16="http://schemas.microsoft.com/office/drawing/2014/main" id="{7760C49D-D046-8B58-E360-7765A5F0CEF8}"/>
                  </a:ext>
                </a:extLst>
              </p:cNvPr>
              <p:cNvSpPr/>
              <p:nvPr/>
            </p:nvSpPr>
            <p:spPr>
              <a:xfrm>
                <a:off x="3447580" y="2080581"/>
                <a:ext cx="1620000" cy="514350"/>
              </a:xfrm>
              <a:prstGeom prst="roundRect">
                <a:avLst>
                  <a:gd name="adj" fmla="val 41263"/>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Nach Umfang der Erklärbarkeit</a:t>
                </a:r>
              </a:p>
            </p:txBody>
          </p:sp>
          <p:sp>
            <p:nvSpPr>
              <p:cNvPr id="16" name="Abgerundetes Rechteck 15">
                <a:extLst>
                  <a:ext uri="{FF2B5EF4-FFF2-40B4-BE49-F238E27FC236}">
                    <a16:creationId xmlns:a16="http://schemas.microsoft.com/office/drawing/2014/main" id="{B574A8ED-6ACF-D802-F342-709721CF51C0}"/>
                  </a:ext>
                </a:extLst>
              </p:cNvPr>
              <p:cNvSpPr/>
              <p:nvPr/>
            </p:nvSpPr>
            <p:spPr>
              <a:xfrm>
                <a:off x="7122000" y="4263068"/>
                <a:ext cx="1620000" cy="514350"/>
              </a:xfrm>
              <a:prstGeom prst="roundRect">
                <a:avLst>
                  <a:gd name="adj" fmla="val 41263"/>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Basierend auf der Erklärungsebene</a:t>
                </a:r>
              </a:p>
            </p:txBody>
          </p:sp>
          <p:sp>
            <p:nvSpPr>
              <p:cNvPr id="17" name="Abgerundetes Rechteck 16">
                <a:extLst>
                  <a:ext uri="{FF2B5EF4-FFF2-40B4-BE49-F238E27FC236}">
                    <a16:creationId xmlns:a16="http://schemas.microsoft.com/office/drawing/2014/main" id="{A3C002DA-1784-9FB8-2596-41F38F43CC57}"/>
                  </a:ext>
                </a:extLst>
              </p:cNvPr>
              <p:cNvSpPr/>
              <p:nvPr/>
            </p:nvSpPr>
            <p:spPr>
              <a:xfrm>
                <a:off x="3447581" y="4263068"/>
                <a:ext cx="1620000" cy="514350"/>
              </a:xfrm>
              <a:prstGeom prst="roundRect">
                <a:avLst>
                  <a:gd name="adj" fmla="val 412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Nach Anwendbarkeit </a:t>
                </a:r>
              </a:p>
            </p:txBody>
          </p:sp>
          <p:sp>
            <p:nvSpPr>
              <p:cNvPr id="18" name="Abgerundetes Rechteck 17">
                <a:extLst>
                  <a:ext uri="{FF2B5EF4-FFF2-40B4-BE49-F238E27FC236}">
                    <a16:creationId xmlns:a16="http://schemas.microsoft.com/office/drawing/2014/main" id="{D3B8D940-262C-D92E-B438-4859B716AC33}"/>
                  </a:ext>
                </a:extLst>
              </p:cNvPr>
              <p:cNvSpPr/>
              <p:nvPr/>
            </p:nvSpPr>
            <p:spPr>
              <a:xfrm>
                <a:off x="7122000" y="2080582"/>
                <a:ext cx="1620000" cy="514350"/>
              </a:xfrm>
              <a:prstGeom prst="roundRect">
                <a:avLst>
                  <a:gd name="adj" fmla="val 412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Auf Basis der Umsetzung</a:t>
                </a:r>
              </a:p>
            </p:txBody>
          </p:sp>
          <p:sp>
            <p:nvSpPr>
              <p:cNvPr id="22" name="Freihandform 21">
                <a:extLst>
                  <a:ext uri="{FF2B5EF4-FFF2-40B4-BE49-F238E27FC236}">
                    <a16:creationId xmlns:a16="http://schemas.microsoft.com/office/drawing/2014/main" id="{9AD99F5A-9738-C568-19E1-D70AD4A2D152}"/>
                  </a:ext>
                </a:extLst>
              </p:cNvPr>
              <p:cNvSpPr/>
              <p:nvPr/>
            </p:nvSpPr>
            <p:spPr>
              <a:xfrm rot="2700000">
                <a:off x="5423424" y="2756424"/>
                <a:ext cx="1345152" cy="1345152"/>
              </a:xfrm>
              <a:custGeom>
                <a:avLst/>
                <a:gdLst>
                  <a:gd name="connsiteX0" fmla="*/ 672576 w 1345152"/>
                  <a:gd name="connsiteY0" fmla="*/ 96575 h 1345152"/>
                  <a:gd name="connsiteX1" fmla="*/ 95988 w 1345152"/>
                  <a:gd name="connsiteY1" fmla="*/ 672575 h 1345152"/>
                  <a:gd name="connsiteX2" fmla="*/ 672576 w 1345152"/>
                  <a:gd name="connsiteY2" fmla="*/ 1248575 h 1345152"/>
                  <a:gd name="connsiteX3" fmla="*/ 1249164 w 1345152"/>
                  <a:gd name="connsiteY3" fmla="*/ 672575 h 1345152"/>
                  <a:gd name="connsiteX4" fmla="*/ 672576 w 1345152"/>
                  <a:gd name="connsiteY4" fmla="*/ 96575 h 1345152"/>
                  <a:gd name="connsiteX5" fmla="*/ 672576 w 1345152"/>
                  <a:gd name="connsiteY5" fmla="*/ 0 h 1345152"/>
                  <a:gd name="connsiteX6" fmla="*/ 1345152 w 1345152"/>
                  <a:gd name="connsiteY6" fmla="*/ 672576 h 1345152"/>
                  <a:gd name="connsiteX7" fmla="*/ 672576 w 1345152"/>
                  <a:gd name="connsiteY7" fmla="*/ 1345152 h 1345152"/>
                  <a:gd name="connsiteX8" fmla="*/ 0 w 1345152"/>
                  <a:gd name="connsiteY8" fmla="*/ 672576 h 1345152"/>
                  <a:gd name="connsiteX9" fmla="*/ 672576 w 1345152"/>
                  <a:gd name="connsiteY9" fmla="*/ 0 h 134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45152" h="1345152">
                    <a:moveTo>
                      <a:pt x="672576" y="96575"/>
                    </a:moveTo>
                    <a:cubicBezTo>
                      <a:pt x="354135" y="96575"/>
                      <a:pt x="95988" y="354459"/>
                      <a:pt x="95988" y="672575"/>
                    </a:cubicBezTo>
                    <a:cubicBezTo>
                      <a:pt x="95988" y="990691"/>
                      <a:pt x="354135" y="1248575"/>
                      <a:pt x="672576" y="1248575"/>
                    </a:cubicBezTo>
                    <a:cubicBezTo>
                      <a:pt x="991017" y="1248575"/>
                      <a:pt x="1249164" y="990691"/>
                      <a:pt x="1249164" y="672575"/>
                    </a:cubicBezTo>
                    <a:cubicBezTo>
                      <a:pt x="1249164" y="354459"/>
                      <a:pt x="991017" y="96575"/>
                      <a:pt x="672576" y="96575"/>
                    </a:cubicBezTo>
                    <a:close/>
                    <a:moveTo>
                      <a:pt x="672576" y="0"/>
                    </a:moveTo>
                    <a:cubicBezTo>
                      <a:pt x="1044029" y="0"/>
                      <a:pt x="1345152" y="301123"/>
                      <a:pt x="1345152" y="672576"/>
                    </a:cubicBezTo>
                    <a:cubicBezTo>
                      <a:pt x="1345152" y="1044029"/>
                      <a:pt x="1044029" y="1345152"/>
                      <a:pt x="672576" y="1345152"/>
                    </a:cubicBezTo>
                    <a:cubicBezTo>
                      <a:pt x="301123" y="1345152"/>
                      <a:pt x="0" y="1044029"/>
                      <a:pt x="0" y="672576"/>
                    </a:cubicBezTo>
                    <a:cubicBezTo>
                      <a:pt x="0" y="301123"/>
                      <a:pt x="301123" y="0"/>
                      <a:pt x="672576" y="0"/>
                    </a:cubicBezTo>
                    <a:close/>
                  </a:path>
                </a:pathLst>
              </a:custGeom>
              <a:solidFill>
                <a:srgbClr val="D0D95C"/>
              </a:solidFill>
              <a:ln>
                <a:solidFill>
                  <a:srgbClr val="D0D95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solidFill>
                    <a:schemeClr val="tx1"/>
                  </a:solidFill>
                  <a:latin typeface="Georgia" panose="02040502050405020303" pitchFamily="18" charset="0"/>
                </a:endParaRPr>
              </a:p>
            </p:txBody>
          </p:sp>
          <p:cxnSp>
            <p:nvCxnSpPr>
              <p:cNvPr id="70" name="Gerade Verbindung 69">
                <a:extLst>
                  <a:ext uri="{FF2B5EF4-FFF2-40B4-BE49-F238E27FC236}">
                    <a16:creationId xmlns:a16="http://schemas.microsoft.com/office/drawing/2014/main" id="{BAD42A45-2ACD-926C-5AFF-531F21CD2A9A}"/>
                  </a:ext>
                </a:extLst>
              </p:cNvPr>
              <p:cNvCxnSpPr>
                <a:stCxn id="22" idx="8"/>
                <a:endCxn id="8" idx="3"/>
              </p:cNvCxnSpPr>
              <p:nvPr/>
            </p:nvCxnSpPr>
            <p:spPr>
              <a:xfrm flipH="1" flipV="1">
                <a:off x="5067580" y="2337756"/>
                <a:ext cx="552837" cy="615661"/>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72" name="Gerade Verbindung 71">
                <a:extLst>
                  <a:ext uri="{FF2B5EF4-FFF2-40B4-BE49-F238E27FC236}">
                    <a16:creationId xmlns:a16="http://schemas.microsoft.com/office/drawing/2014/main" id="{CB6B3EE3-B0D9-80C9-780E-A83153C18CDF}"/>
                  </a:ext>
                </a:extLst>
              </p:cNvPr>
              <p:cNvCxnSpPr>
                <a:stCxn id="22" idx="5"/>
                <a:endCxn id="18" idx="1"/>
              </p:cNvCxnSpPr>
              <p:nvPr/>
            </p:nvCxnSpPr>
            <p:spPr>
              <a:xfrm flipV="1">
                <a:off x="6571583" y="2337757"/>
                <a:ext cx="550417"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74" name="Gerade Verbindung 73">
                <a:extLst>
                  <a:ext uri="{FF2B5EF4-FFF2-40B4-BE49-F238E27FC236}">
                    <a16:creationId xmlns:a16="http://schemas.microsoft.com/office/drawing/2014/main" id="{FD4161A4-CA8E-7BC5-878C-D5D1C3823A55}"/>
                  </a:ext>
                </a:extLst>
              </p:cNvPr>
              <p:cNvCxnSpPr>
                <a:stCxn id="22" idx="7"/>
                <a:endCxn id="17" idx="3"/>
              </p:cNvCxnSpPr>
              <p:nvPr/>
            </p:nvCxnSpPr>
            <p:spPr>
              <a:xfrm flipH="1">
                <a:off x="5067581" y="3904583"/>
                <a:ext cx="552836"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76" name="Gerade Verbindung 75">
                <a:extLst>
                  <a:ext uri="{FF2B5EF4-FFF2-40B4-BE49-F238E27FC236}">
                    <a16:creationId xmlns:a16="http://schemas.microsoft.com/office/drawing/2014/main" id="{0ACA6E8C-9BE9-C8BC-7126-0DAFFAC9C616}"/>
                  </a:ext>
                </a:extLst>
              </p:cNvPr>
              <p:cNvCxnSpPr>
                <a:stCxn id="22" idx="6"/>
                <a:endCxn id="16" idx="1"/>
              </p:cNvCxnSpPr>
              <p:nvPr/>
            </p:nvCxnSpPr>
            <p:spPr>
              <a:xfrm>
                <a:off x="6571583" y="3904583"/>
                <a:ext cx="550417"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70E6052D-D18C-5C84-E814-0CFB9F315A33}"/>
                  </a:ext>
                </a:extLst>
              </p:cNvPr>
              <p:cNvSpPr txBox="1"/>
              <p:nvPr/>
            </p:nvSpPr>
            <p:spPr>
              <a:xfrm>
                <a:off x="6010940" y="3324447"/>
                <a:ext cx="184731" cy="369332"/>
              </a:xfrm>
              <a:prstGeom prst="rect">
                <a:avLst/>
              </a:prstGeom>
              <a:noFill/>
            </p:spPr>
            <p:txBody>
              <a:bodyPr wrap="none" rtlCol="0">
                <a:spAutoFit/>
              </a:bodyPr>
              <a:lstStyle/>
              <a:p>
                <a:endParaRPr lang="de-DE" dirty="0"/>
              </a:p>
            </p:txBody>
          </p:sp>
          <p:sp>
            <p:nvSpPr>
              <p:cNvPr id="83" name="Textfeld 82">
                <a:extLst>
                  <a:ext uri="{FF2B5EF4-FFF2-40B4-BE49-F238E27FC236}">
                    <a16:creationId xmlns:a16="http://schemas.microsoft.com/office/drawing/2014/main" id="{B43C2114-474C-5A27-A5D9-B15F92F54787}"/>
                  </a:ext>
                </a:extLst>
              </p:cNvPr>
              <p:cNvSpPr txBox="1"/>
              <p:nvPr/>
            </p:nvSpPr>
            <p:spPr>
              <a:xfrm>
                <a:off x="5573421" y="3213557"/>
                <a:ext cx="1045158" cy="430887"/>
              </a:xfrm>
              <a:prstGeom prst="rect">
                <a:avLst/>
              </a:prstGeom>
              <a:noFill/>
            </p:spPr>
            <p:txBody>
              <a:bodyPr wrap="none" lIns="0" tIns="0" rIns="0" bIns="0" rtlCol="0" anchor="ctr">
                <a:spAutoFit/>
              </a:bodyPr>
              <a:lstStyle/>
              <a:p>
                <a:r>
                  <a:rPr lang="de-DE" sz="1200" dirty="0">
                    <a:solidFill>
                      <a:schemeClr val="tx1"/>
                    </a:solidFill>
                    <a:latin typeface="Georgia" panose="02040502050405020303" pitchFamily="18" charset="0"/>
                  </a:rPr>
                  <a:t>Methoden</a:t>
                </a:r>
                <a:r>
                  <a:rPr lang="de-DE" sz="1400" dirty="0">
                    <a:solidFill>
                      <a:schemeClr val="tx1"/>
                    </a:solidFill>
                    <a:latin typeface="Georgia" panose="02040502050405020303" pitchFamily="18" charset="0"/>
                  </a:rPr>
                  <a:t> der </a:t>
                </a:r>
              </a:p>
              <a:p>
                <a:pPr algn="ctr"/>
                <a:r>
                  <a:rPr lang="de-DE" sz="1400" dirty="0">
                    <a:solidFill>
                      <a:schemeClr val="tx1"/>
                    </a:solidFill>
                    <a:latin typeface="Georgia" panose="02040502050405020303" pitchFamily="18" charset="0"/>
                  </a:rPr>
                  <a:t>XAI</a:t>
                </a:r>
              </a:p>
            </p:txBody>
          </p:sp>
        </p:grpSp>
        <p:sp>
          <p:nvSpPr>
            <p:cNvPr id="99" name="Textfeld 98">
              <a:extLst>
                <a:ext uri="{FF2B5EF4-FFF2-40B4-BE49-F238E27FC236}">
                  <a16:creationId xmlns:a16="http://schemas.microsoft.com/office/drawing/2014/main" id="{70937EA2-812C-280C-9DF5-58E7476B48AD}"/>
                </a:ext>
              </a:extLst>
            </p:cNvPr>
            <p:cNvSpPr txBox="1"/>
            <p:nvPr/>
          </p:nvSpPr>
          <p:spPr>
            <a:xfrm>
              <a:off x="2604237" y="2020841"/>
              <a:ext cx="591829" cy="261610"/>
            </a:xfrm>
            <a:prstGeom prst="rect">
              <a:avLst/>
            </a:prstGeom>
            <a:noFill/>
          </p:spPr>
          <p:txBody>
            <a:bodyPr wrap="none" rtlCol="0">
              <a:spAutoFit/>
            </a:bodyPr>
            <a:lstStyle/>
            <a:p>
              <a:r>
                <a:rPr lang="de-DE" sz="1100" dirty="0">
                  <a:latin typeface="Georgia" panose="02040502050405020303" pitchFamily="18" charset="0"/>
                </a:rPr>
                <a:t>Global</a:t>
              </a:r>
            </a:p>
          </p:txBody>
        </p:sp>
        <p:sp>
          <p:nvSpPr>
            <p:cNvPr id="112" name="Textfeld 111">
              <a:extLst>
                <a:ext uri="{FF2B5EF4-FFF2-40B4-BE49-F238E27FC236}">
                  <a16:creationId xmlns:a16="http://schemas.microsoft.com/office/drawing/2014/main" id="{E0735ED1-CA97-CA43-F872-E2D2E866AB08}"/>
                </a:ext>
              </a:extLst>
            </p:cNvPr>
            <p:cNvSpPr txBox="1"/>
            <p:nvPr/>
          </p:nvSpPr>
          <p:spPr>
            <a:xfrm>
              <a:off x="2605659" y="2381759"/>
              <a:ext cx="530915" cy="261610"/>
            </a:xfrm>
            <a:prstGeom prst="rect">
              <a:avLst/>
            </a:prstGeom>
            <a:noFill/>
          </p:spPr>
          <p:txBody>
            <a:bodyPr wrap="none" rtlCol="0">
              <a:spAutoFit/>
            </a:bodyPr>
            <a:lstStyle/>
            <a:p>
              <a:r>
                <a:rPr lang="de-DE" sz="1100" dirty="0">
                  <a:latin typeface="Georgia" panose="02040502050405020303" pitchFamily="18" charset="0"/>
                </a:rPr>
                <a:t>Lokal</a:t>
              </a:r>
            </a:p>
          </p:txBody>
        </p:sp>
        <p:sp>
          <p:nvSpPr>
            <p:cNvPr id="113" name="Textfeld 112">
              <a:extLst>
                <a:ext uri="{FF2B5EF4-FFF2-40B4-BE49-F238E27FC236}">
                  <a16:creationId xmlns:a16="http://schemas.microsoft.com/office/drawing/2014/main" id="{56C0E8CC-8A9C-588D-35A0-8887E20B798A}"/>
                </a:ext>
              </a:extLst>
            </p:cNvPr>
            <p:cNvSpPr txBox="1"/>
            <p:nvPr/>
          </p:nvSpPr>
          <p:spPr>
            <a:xfrm>
              <a:off x="2605659" y="4086652"/>
              <a:ext cx="793807" cy="430887"/>
            </a:xfrm>
            <a:prstGeom prst="rect">
              <a:avLst/>
            </a:prstGeom>
            <a:noFill/>
          </p:spPr>
          <p:txBody>
            <a:bodyPr wrap="none" rtlCol="0">
              <a:spAutoFit/>
            </a:bodyPr>
            <a:lstStyle/>
            <a:p>
              <a:r>
                <a:rPr lang="de-DE" sz="1100" dirty="0">
                  <a:latin typeface="Georgia" panose="02040502050405020303" pitchFamily="18" charset="0"/>
                </a:rPr>
                <a:t>Modell-</a:t>
              </a:r>
            </a:p>
            <a:p>
              <a:r>
                <a:rPr lang="de-DE" sz="1100" dirty="0">
                  <a:latin typeface="Georgia" panose="02040502050405020303" pitchFamily="18" charset="0"/>
                </a:rPr>
                <a:t>spezifisch</a:t>
              </a:r>
            </a:p>
          </p:txBody>
        </p:sp>
        <p:sp>
          <p:nvSpPr>
            <p:cNvPr id="114" name="Textfeld 113">
              <a:extLst>
                <a:ext uri="{FF2B5EF4-FFF2-40B4-BE49-F238E27FC236}">
                  <a16:creationId xmlns:a16="http://schemas.microsoft.com/office/drawing/2014/main" id="{75308198-43BC-6202-12B5-1D87651483A7}"/>
                </a:ext>
              </a:extLst>
            </p:cNvPr>
            <p:cNvSpPr txBox="1"/>
            <p:nvPr/>
          </p:nvSpPr>
          <p:spPr>
            <a:xfrm>
              <a:off x="2605659" y="4517538"/>
              <a:ext cx="843501" cy="430887"/>
            </a:xfrm>
            <a:prstGeom prst="rect">
              <a:avLst/>
            </a:prstGeom>
            <a:noFill/>
          </p:spPr>
          <p:txBody>
            <a:bodyPr wrap="none" rtlCol="0">
              <a:spAutoFit/>
            </a:bodyPr>
            <a:lstStyle/>
            <a:p>
              <a:r>
                <a:rPr lang="de-DE" sz="1100" dirty="0">
                  <a:latin typeface="Georgia" panose="02040502050405020303" pitchFamily="18" charset="0"/>
                </a:rPr>
                <a:t>Modell-</a:t>
              </a:r>
            </a:p>
            <a:p>
              <a:r>
                <a:rPr lang="de-DE" sz="1100" dirty="0">
                  <a:latin typeface="Georgia" panose="02040502050405020303" pitchFamily="18" charset="0"/>
                </a:rPr>
                <a:t>agnostisch</a:t>
              </a:r>
            </a:p>
          </p:txBody>
        </p:sp>
        <p:sp>
          <p:nvSpPr>
            <p:cNvPr id="115" name="Textfeld 114">
              <a:extLst>
                <a:ext uri="{FF2B5EF4-FFF2-40B4-BE49-F238E27FC236}">
                  <a16:creationId xmlns:a16="http://schemas.microsoft.com/office/drawing/2014/main" id="{97F2431E-9A48-989F-662E-F4C415056475}"/>
                </a:ext>
              </a:extLst>
            </p:cNvPr>
            <p:cNvSpPr txBox="1"/>
            <p:nvPr/>
          </p:nvSpPr>
          <p:spPr>
            <a:xfrm>
              <a:off x="8742000" y="2026713"/>
              <a:ext cx="753732" cy="261610"/>
            </a:xfrm>
            <a:prstGeom prst="rect">
              <a:avLst/>
            </a:prstGeom>
            <a:noFill/>
          </p:spPr>
          <p:txBody>
            <a:bodyPr wrap="none" rtlCol="0">
              <a:spAutoFit/>
            </a:bodyPr>
            <a:lstStyle/>
            <a:p>
              <a:r>
                <a:rPr lang="de-DE" sz="1100" dirty="0">
                  <a:latin typeface="Georgia" panose="02040502050405020303" pitchFamily="18" charset="0"/>
                </a:rPr>
                <a:t>Ante-hoc</a:t>
              </a:r>
            </a:p>
          </p:txBody>
        </p:sp>
        <p:sp>
          <p:nvSpPr>
            <p:cNvPr id="116" name="Textfeld 115">
              <a:extLst>
                <a:ext uri="{FF2B5EF4-FFF2-40B4-BE49-F238E27FC236}">
                  <a16:creationId xmlns:a16="http://schemas.microsoft.com/office/drawing/2014/main" id="{C99AFC0C-C220-D2BC-D129-912A7D6F3C7A}"/>
                </a:ext>
              </a:extLst>
            </p:cNvPr>
            <p:cNvSpPr txBox="1"/>
            <p:nvPr/>
          </p:nvSpPr>
          <p:spPr>
            <a:xfrm>
              <a:off x="8740800" y="2381759"/>
              <a:ext cx="729687" cy="261610"/>
            </a:xfrm>
            <a:prstGeom prst="rect">
              <a:avLst/>
            </a:prstGeom>
            <a:noFill/>
          </p:spPr>
          <p:txBody>
            <a:bodyPr wrap="none" rtlCol="0">
              <a:spAutoFit/>
            </a:bodyPr>
            <a:lstStyle/>
            <a:p>
              <a:r>
                <a:rPr lang="de-DE" sz="1100" dirty="0">
                  <a:latin typeface="Georgia" panose="02040502050405020303" pitchFamily="18" charset="0"/>
                </a:rPr>
                <a:t>Post-hoc</a:t>
              </a:r>
            </a:p>
          </p:txBody>
        </p:sp>
        <p:sp>
          <p:nvSpPr>
            <p:cNvPr id="117" name="Textfeld 116">
              <a:extLst>
                <a:ext uri="{FF2B5EF4-FFF2-40B4-BE49-F238E27FC236}">
                  <a16:creationId xmlns:a16="http://schemas.microsoft.com/office/drawing/2014/main" id="{BB194549-9E65-8419-BF4B-43A5ED74E39A}"/>
                </a:ext>
              </a:extLst>
            </p:cNvPr>
            <p:cNvSpPr txBox="1"/>
            <p:nvPr/>
          </p:nvSpPr>
          <p:spPr>
            <a:xfrm>
              <a:off x="8742000" y="4020357"/>
              <a:ext cx="1114408" cy="430887"/>
            </a:xfrm>
            <a:prstGeom prst="rect">
              <a:avLst/>
            </a:prstGeom>
            <a:noFill/>
          </p:spPr>
          <p:txBody>
            <a:bodyPr wrap="none" rtlCol="0">
              <a:spAutoFit/>
            </a:bodyPr>
            <a:lstStyle/>
            <a:p>
              <a:r>
                <a:rPr lang="de-DE" sz="1100" dirty="0">
                  <a:latin typeface="Georgia" panose="02040502050405020303" pitchFamily="18" charset="0"/>
                </a:rPr>
                <a:t>Maschinen </a:t>
              </a:r>
            </a:p>
            <a:p>
              <a:r>
                <a:rPr lang="de-DE" sz="1100" dirty="0">
                  <a:latin typeface="Georgia" panose="02040502050405020303" pitchFamily="18" charset="0"/>
                </a:rPr>
                <a:t>interpretierbar</a:t>
              </a:r>
            </a:p>
          </p:txBody>
        </p:sp>
      </p:grpSp>
      <p:sp>
        <p:nvSpPr>
          <p:cNvPr id="119" name="Rechteck 118">
            <a:extLst>
              <a:ext uri="{FF2B5EF4-FFF2-40B4-BE49-F238E27FC236}">
                <a16:creationId xmlns:a16="http://schemas.microsoft.com/office/drawing/2014/main" id="{1D83B34F-EA76-5749-4710-5BE3A5838701}"/>
              </a:ext>
            </a:extLst>
          </p:cNvPr>
          <p:cNvSpPr/>
          <p:nvPr/>
        </p:nvSpPr>
        <p:spPr>
          <a:xfrm>
            <a:off x="851353" y="1513449"/>
            <a:ext cx="108000" cy="34002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002890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Diagramm 7">
            <a:extLst>
              <a:ext uri="{FF2B5EF4-FFF2-40B4-BE49-F238E27FC236}">
                <a16:creationId xmlns:a16="http://schemas.microsoft.com/office/drawing/2014/main" id="{77FFDB6C-02F4-944F-865A-2B31E77557B4}"/>
              </a:ext>
            </a:extLst>
          </p:cNvPr>
          <p:cNvGraphicFramePr/>
          <p:nvPr>
            <p:extLst>
              <p:ext uri="{D42A27DB-BD31-4B8C-83A1-F6EECF244321}">
                <p14:modId xmlns:p14="http://schemas.microsoft.com/office/powerpoint/2010/main" val="206052588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0101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bgerundetes Rechteck 11">
            <a:extLst>
              <a:ext uri="{FF2B5EF4-FFF2-40B4-BE49-F238E27FC236}">
                <a16:creationId xmlns:a16="http://schemas.microsoft.com/office/drawing/2014/main" id="{81C31220-A265-AA77-12FE-E40EC39BDF0F}"/>
              </a:ext>
            </a:extLst>
          </p:cNvPr>
          <p:cNvSpPr/>
          <p:nvPr/>
        </p:nvSpPr>
        <p:spPr>
          <a:xfrm>
            <a:off x="3226904" y="970754"/>
            <a:ext cx="5738192" cy="78187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DACE</a:t>
            </a:r>
          </a:p>
        </p:txBody>
      </p:sp>
      <p:sp>
        <p:nvSpPr>
          <p:cNvPr id="8" name="Oval 7">
            <a:extLst>
              <a:ext uri="{FF2B5EF4-FFF2-40B4-BE49-F238E27FC236}">
                <a16:creationId xmlns:a16="http://schemas.microsoft.com/office/drawing/2014/main" id="{DD80AD7E-5EC4-F861-22C0-2C45EB1D3333}"/>
              </a:ext>
            </a:extLst>
          </p:cNvPr>
          <p:cNvSpPr/>
          <p:nvPr/>
        </p:nvSpPr>
        <p:spPr>
          <a:xfrm>
            <a:off x="5196000" y="3457891"/>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dirty="0">
                <a:latin typeface="Georgia" panose="02040502050405020303" pitchFamily="18" charset="0"/>
              </a:rPr>
              <a:t>Datenraum</a:t>
            </a:r>
          </a:p>
        </p:txBody>
      </p:sp>
      <p:sp>
        <p:nvSpPr>
          <p:cNvPr id="9" name="Oval 8">
            <a:extLst>
              <a:ext uri="{FF2B5EF4-FFF2-40B4-BE49-F238E27FC236}">
                <a16:creationId xmlns:a16="http://schemas.microsoft.com/office/drawing/2014/main" id="{E042764E-4368-37ED-B171-1372AB20A38D}"/>
              </a:ext>
            </a:extLst>
          </p:cNvPr>
          <p:cNvSpPr/>
          <p:nvPr/>
        </p:nvSpPr>
        <p:spPr>
          <a:xfrm>
            <a:off x="4233767" y="5258397"/>
            <a:ext cx="900000" cy="9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A</a:t>
            </a:r>
          </a:p>
        </p:txBody>
      </p:sp>
      <p:sp>
        <p:nvSpPr>
          <p:cNvPr id="11" name="Oval 10">
            <a:extLst>
              <a:ext uri="{FF2B5EF4-FFF2-40B4-BE49-F238E27FC236}">
                <a16:creationId xmlns:a16="http://schemas.microsoft.com/office/drawing/2014/main" id="{EAC7E2C2-7FEE-6DB3-8B85-9F636E91AF8D}"/>
              </a:ext>
            </a:extLst>
          </p:cNvPr>
          <p:cNvSpPr/>
          <p:nvPr/>
        </p:nvSpPr>
        <p:spPr>
          <a:xfrm>
            <a:off x="7044326" y="5256160"/>
            <a:ext cx="900000" cy="9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B</a:t>
            </a:r>
          </a:p>
        </p:txBody>
      </p:sp>
      <p:sp>
        <p:nvSpPr>
          <p:cNvPr id="13" name="Rechteck 12">
            <a:extLst>
              <a:ext uri="{FF2B5EF4-FFF2-40B4-BE49-F238E27FC236}">
                <a16:creationId xmlns:a16="http://schemas.microsoft.com/office/drawing/2014/main" id="{DE9BCEDB-21A3-20A2-9F80-786415037AB1}"/>
              </a:ext>
            </a:extLst>
          </p:cNvPr>
          <p:cNvSpPr/>
          <p:nvPr/>
        </p:nvSpPr>
        <p:spPr>
          <a:xfrm>
            <a:off x="3226905" y="2333218"/>
            <a:ext cx="1767117" cy="4770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err="1">
                <a:latin typeface="Georgia" panose="02040502050405020303" pitchFamily="18" charset="0"/>
              </a:rPr>
              <a:t>Governance</a:t>
            </a:r>
            <a:endParaRPr lang="de-DE" dirty="0">
              <a:latin typeface="Georgia" panose="02040502050405020303" pitchFamily="18" charset="0"/>
            </a:endParaRPr>
          </a:p>
        </p:txBody>
      </p:sp>
      <p:sp>
        <p:nvSpPr>
          <p:cNvPr id="14" name="Rechteck 13">
            <a:extLst>
              <a:ext uri="{FF2B5EF4-FFF2-40B4-BE49-F238E27FC236}">
                <a16:creationId xmlns:a16="http://schemas.microsoft.com/office/drawing/2014/main" id="{D274650B-D9CE-7813-ED5E-ED638B5E0127}"/>
              </a:ext>
            </a:extLst>
          </p:cNvPr>
          <p:cNvSpPr/>
          <p:nvPr/>
        </p:nvSpPr>
        <p:spPr>
          <a:xfrm>
            <a:off x="5212442" y="2339223"/>
            <a:ext cx="1767117" cy="5716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dirty="0">
                <a:latin typeface="Georgia" panose="02040502050405020303" pitchFamily="18" charset="0"/>
              </a:rPr>
              <a:t>Datenraum Service/Tools</a:t>
            </a:r>
          </a:p>
        </p:txBody>
      </p:sp>
      <p:sp>
        <p:nvSpPr>
          <p:cNvPr id="15" name="Rechteck 14">
            <a:extLst>
              <a:ext uri="{FF2B5EF4-FFF2-40B4-BE49-F238E27FC236}">
                <a16:creationId xmlns:a16="http://schemas.microsoft.com/office/drawing/2014/main" id="{0C981863-0896-BA9D-C613-0C2D62950542}"/>
              </a:ext>
            </a:extLst>
          </p:cNvPr>
          <p:cNvSpPr/>
          <p:nvPr/>
        </p:nvSpPr>
        <p:spPr>
          <a:xfrm>
            <a:off x="7197979" y="2330457"/>
            <a:ext cx="1767117" cy="4770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Verifizierung</a:t>
            </a:r>
          </a:p>
        </p:txBody>
      </p:sp>
      <p:sp>
        <p:nvSpPr>
          <p:cNvPr id="16" name="Rechteck 15">
            <a:extLst>
              <a:ext uri="{FF2B5EF4-FFF2-40B4-BE49-F238E27FC236}">
                <a16:creationId xmlns:a16="http://schemas.microsoft.com/office/drawing/2014/main" id="{B7B21D28-EBAA-EC5B-9684-A46AC8730E63}"/>
              </a:ext>
            </a:extLst>
          </p:cNvPr>
          <p:cNvSpPr/>
          <p:nvPr/>
        </p:nvSpPr>
        <p:spPr>
          <a:xfrm>
            <a:off x="3226904" y="1771882"/>
            <a:ext cx="5738192" cy="49481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DACE übernimmt alle aufgaben selbst</a:t>
            </a:r>
          </a:p>
        </p:txBody>
      </p:sp>
      <p:sp>
        <p:nvSpPr>
          <p:cNvPr id="17" name="Pfeil nach unten 16">
            <a:extLst>
              <a:ext uri="{FF2B5EF4-FFF2-40B4-BE49-F238E27FC236}">
                <a16:creationId xmlns:a16="http://schemas.microsoft.com/office/drawing/2014/main" id="{3061172D-E7DE-9752-D971-4ABB998C05DE}"/>
              </a:ext>
            </a:extLst>
          </p:cNvPr>
          <p:cNvSpPr/>
          <p:nvPr/>
        </p:nvSpPr>
        <p:spPr>
          <a:xfrm>
            <a:off x="3261112" y="1815200"/>
            <a:ext cx="281617" cy="3853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sp>
        <p:nvSpPr>
          <p:cNvPr id="18" name="Pfeil nach unten 17">
            <a:extLst>
              <a:ext uri="{FF2B5EF4-FFF2-40B4-BE49-F238E27FC236}">
                <a16:creationId xmlns:a16="http://schemas.microsoft.com/office/drawing/2014/main" id="{4AFC2756-0934-76F8-21AD-BC4CDFCEA370}"/>
              </a:ext>
            </a:extLst>
          </p:cNvPr>
          <p:cNvSpPr/>
          <p:nvPr/>
        </p:nvSpPr>
        <p:spPr>
          <a:xfrm>
            <a:off x="8648123" y="1819980"/>
            <a:ext cx="281617" cy="3853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cxnSp>
        <p:nvCxnSpPr>
          <p:cNvPr id="20" name="Gerade Verbindung mit Pfeil 19">
            <a:extLst>
              <a:ext uri="{FF2B5EF4-FFF2-40B4-BE49-F238E27FC236}">
                <a16:creationId xmlns:a16="http://schemas.microsoft.com/office/drawing/2014/main" id="{4C61D2D7-00D7-E1EA-CCC6-E1A21BD78507}"/>
              </a:ext>
            </a:extLst>
          </p:cNvPr>
          <p:cNvCxnSpPr>
            <a:cxnSpLocks/>
            <a:stCxn id="13" idx="2"/>
            <a:endCxn id="8" idx="1"/>
          </p:cNvCxnSpPr>
          <p:nvPr/>
        </p:nvCxnSpPr>
        <p:spPr>
          <a:xfrm>
            <a:off x="4110464" y="2810296"/>
            <a:ext cx="1349140" cy="9111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0974D8F2-2950-0873-C49F-14C49C4320BB}"/>
              </a:ext>
            </a:extLst>
          </p:cNvPr>
          <p:cNvCxnSpPr>
            <a:cxnSpLocks/>
            <a:stCxn id="14" idx="2"/>
            <a:endCxn id="8" idx="0"/>
          </p:cNvCxnSpPr>
          <p:nvPr/>
        </p:nvCxnSpPr>
        <p:spPr>
          <a:xfrm flipH="1">
            <a:off x="6096000" y="2910835"/>
            <a:ext cx="1" cy="547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B2BF77F4-2463-649D-2F11-948866913872}"/>
              </a:ext>
            </a:extLst>
          </p:cNvPr>
          <p:cNvCxnSpPr>
            <a:cxnSpLocks/>
            <a:stCxn id="15" idx="2"/>
            <a:endCxn id="8" idx="7"/>
          </p:cNvCxnSpPr>
          <p:nvPr/>
        </p:nvCxnSpPr>
        <p:spPr>
          <a:xfrm flipH="1">
            <a:off x="6732396" y="2807535"/>
            <a:ext cx="1349142" cy="913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C008EB4A-34B5-BCDD-2C00-EED486937660}"/>
              </a:ext>
            </a:extLst>
          </p:cNvPr>
          <p:cNvSpPr txBox="1"/>
          <p:nvPr/>
        </p:nvSpPr>
        <p:spPr>
          <a:xfrm>
            <a:off x="3414465" y="3017204"/>
            <a:ext cx="1391996" cy="276999"/>
          </a:xfrm>
          <a:prstGeom prst="rect">
            <a:avLst/>
          </a:prstGeom>
          <a:noFill/>
        </p:spPr>
        <p:txBody>
          <a:bodyPr wrap="square" rtlCol="0">
            <a:spAutoFit/>
          </a:bodyPr>
          <a:lstStyle/>
          <a:p>
            <a:pPr algn="ctr"/>
            <a:r>
              <a:rPr lang="de-DE" sz="1200" dirty="0">
                <a:latin typeface="Georgia" panose="02040502050405020303" pitchFamily="18" charset="0"/>
              </a:rPr>
              <a:t>Stellt bereit</a:t>
            </a:r>
          </a:p>
        </p:txBody>
      </p:sp>
      <p:sp>
        <p:nvSpPr>
          <p:cNvPr id="38" name="Textfeld 37">
            <a:extLst>
              <a:ext uri="{FF2B5EF4-FFF2-40B4-BE49-F238E27FC236}">
                <a16:creationId xmlns:a16="http://schemas.microsoft.com/office/drawing/2014/main" id="{C2032C79-C670-8ACB-DD5C-E25F3F594F71}"/>
              </a:ext>
            </a:extLst>
          </p:cNvPr>
          <p:cNvSpPr txBox="1"/>
          <p:nvPr/>
        </p:nvSpPr>
        <p:spPr>
          <a:xfrm>
            <a:off x="7053502" y="4743733"/>
            <a:ext cx="1907895" cy="276999"/>
          </a:xfrm>
          <a:prstGeom prst="rect">
            <a:avLst/>
          </a:prstGeom>
          <a:noFill/>
        </p:spPr>
        <p:txBody>
          <a:bodyPr wrap="none" rtlCol="0">
            <a:spAutoFit/>
          </a:bodyPr>
          <a:lstStyle/>
          <a:p>
            <a:r>
              <a:rPr lang="de-DE" sz="1200" dirty="0">
                <a:latin typeface="Georgia" panose="02040502050405020303" pitchFamily="18" charset="0"/>
              </a:rPr>
              <a:t>Austausch von CE-Daten</a:t>
            </a:r>
          </a:p>
        </p:txBody>
      </p:sp>
      <p:sp>
        <p:nvSpPr>
          <p:cNvPr id="39" name="Textfeld 38">
            <a:extLst>
              <a:ext uri="{FF2B5EF4-FFF2-40B4-BE49-F238E27FC236}">
                <a16:creationId xmlns:a16="http://schemas.microsoft.com/office/drawing/2014/main" id="{D44F7C90-909F-965E-EABA-89D4B7F4A486}"/>
              </a:ext>
            </a:extLst>
          </p:cNvPr>
          <p:cNvSpPr txBox="1"/>
          <p:nvPr/>
        </p:nvSpPr>
        <p:spPr>
          <a:xfrm>
            <a:off x="3225872" y="4743733"/>
            <a:ext cx="1907895" cy="276999"/>
          </a:xfrm>
          <a:prstGeom prst="rect">
            <a:avLst/>
          </a:prstGeom>
          <a:noFill/>
        </p:spPr>
        <p:txBody>
          <a:bodyPr wrap="none" rtlCol="0">
            <a:spAutoFit/>
          </a:bodyPr>
          <a:lstStyle/>
          <a:p>
            <a:r>
              <a:rPr lang="de-DE" sz="1200" dirty="0">
                <a:latin typeface="Georgia" panose="02040502050405020303" pitchFamily="18" charset="0"/>
              </a:rPr>
              <a:t>Austausch von CE-Daten</a:t>
            </a:r>
          </a:p>
        </p:txBody>
      </p:sp>
      <p:sp>
        <p:nvSpPr>
          <p:cNvPr id="51" name="Textfeld 50">
            <a:extLst>
              <a:ext uri="{FF2B5EF4-FFF2-40B4-BE49-F238E27FC236}">
                <a16:creationId xmlns:a16="http://schemas.microsoft.com/office/drawing/2014/main" id="{480A160F-B0C4-E0A6-6B63-CEEFB772E71E}"/>
              </a:ext>
            </a:extLst>
          </p:cNvPr>
          <p:cNvSpPr txBox="1"/>
          <p:nvPr/>
        </p:nvSpPr>
        <p:spPr>
          <a:xfrm>
            <a:off x="4987026" y="3018025"/>
            <a:ext cx="1391996" cy="276999"/>
          </a:xfrm>
          <a:prstGeom prst="rect">
            <a:avLst/>
          </a:prstGeom>
          <a:noFill/>
        </p:spPr>
        <p:txBody>
          <a:bodyPr wrap="square" rtlCol="0">
            <a:spAutoFit/>
          </a:bodyPr>
          <a:lstStyle/>
          <a:p>
            <a:pPr algn="ctr"/>
            <a:r>
              <a:rPr lang="de-DE" sz="1200" dirty="0">
                <a:latin typeface="Georgia" panose="02040502050405020303" pitchFamily="18" charset="0"/>
              </a:rPr>
              <a:t>Stellt bereit</a:t>
            </a:r>
          </a:p>
        </p:txBody>
      </p:sp>
      <p:sp>
        <p:nvSpPr>
          <p:cNvPr id="52" name="Textfeld 51">
            <a:extLst>
              <a:ext uri="{FF2B5EF4-FFF2-40B4-BE49-F238E27FC236}">
                <a16:creationId xmlns:a16="http://schemas.microsoft.com/office/drawing/2014/main" id="{937A15DC-70BA-64A3-A768-8082F35C8742}"/>
              </a:ext>
            </a:extLst>
          </p:cNvPr>
          <p:cNvSpPr txBox="1"/>
          <p:nvPr/>
        </p:nvSpPr>
        <p:spPr>
          <a:xfrm>
            <a:off x="7385539" y="3018025"/>
            <a:ext cx="1391996" cy="276999"/>
          </a:xfrm>
          <a:prstGeom prst="rect">
            <a:avLst/>
          </a:prstGeom>
          <a:noFill/>
        </p:spPr>
        <p:txBody>
          <a:bodyPr wrap="square" rtlCol="0">
            <a:spAutoFit/>
          </a:bodyPr>
          <a:lstStyle/>
          <a:p>
            <a:pPr algn="ctr"/>
            <a:r>
              <a:rPr lang="de-DE" sz="1200" dirty="0">
                <a:latin typeface="Georgia" panose="02040502050405020303" pitchFamily="18" charset="0"/>
              </a:rPr>
              <a:t>Stellt bereit</a:t>
            </a:r>
          </a:p>
        </p:txBody>
      </p:sp>
      <p:cxnSp>
        <p:nvCxnSpPr>
          <p:cNvPr id="74" name="Gerade Verbindung mit Pfeil 73">
            <a:extLst>
              <a:ext uri="{FF2B5EF4-FFF2-40B4-BE49-F238E27FC236}">
                <a16:creationId xmlns:a16="http://schemas.microsoft.com/office/drawing/2014/main" id="{E47464E1-BA4F-A3CB-13B3-D03C07FB2D61}"/>
              </a:ext>
            </a:extLst>
          </p:cNvPr>
          <p:cNvCxnSpPr>
            <a:cxnSpLocks/>
          </p:cNvCxnSpPr>
          <p:nvPr/>
        </p:nvCxnSpPr>
        <p:spPr>
          <a:xfrm rot="2700000">
            <a:off x="5139687" y="4794128"/>
            <a:ext cx="0" cy="61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Gerade Verbindung mit Pfeil 74">
            <a:extLst>
              <a:ext uri="{FF2B5EF4-FFF2-40B4-BE49-F238E27FC236}">
                <a16:creationId xmlns:a16="http://schemas.microsoft.com/office/drawing/2014/main" id="{8F17AD8B-D116-6697-CDBA-8A490FB927F3}"/>
              </a:ext>
            </a:extLst>
          </p:cNvPr>
          <p:cNvCxnSpPr>
            <a:cxnSpLocks/>
          </p:cNvCxnSpPr>
          <p:nvPr/>
        </p:nvCxnSpPr>
        <p:spPr>
          <a:xfrm rot="2700000">
            <a:off x="5320947" y="4991829"/>
            <a:ext cx="0" cy="61200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6" name="Gerade Verbindung mit Pfeil 75">
            <a:extLst>
              <a:ext uri="{FF2B5EF4-FFF2-40B4-BE49-F238E27FC236}">
                <a16:creationId xmlns:a16="http://schemas.microsoft.com/office/drawing/2014/main" id="{6919BC7A-8932-DB81-FD78-BF751AD1C3BD}"/>
              </a:ext>
            </a:extLst>
          </p:cNvPr>
          <p:cNvCxnSpPr>
            <a:cxnSpLocks/>
          </p:cNvCxnSpPr>
          <p:nvPr/>
        </p:nvCxnSpPr>
        <p:spPr>
          <a:xfrm rot="18900000">
            <a:off x="7044326" y="4789776"/>
            <a:ext cx="0" cy="61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Gerade Verbindung mit Pfeil 76">
            <a:extLst>
              <a:ext uri="{FF2B5EF4-FFF2-40B4-BE49-F238E27FC236}">
                <a16:creationId xmlns:a16="http://schemas.microsoft.com/office/drawing/2014/main" id="{3FC9A914-984D-D959-AD26-8558DD24ACEC}"/>
              </a:ext>
            </a:extLst>
          </p:cNvPr>
          <p:cNvCxnSpPr>
            <a:cxnSpLocks/>
          </p:cNvCxnSpPr>
          <p:nvPr/>
        </p:nvCxnSpPr>
        <p:spPr>
          <a:xfrm rot="18900000">
            <a:off x="6871053" y="4991829"/>
            <a:ext cx="0" cy="61200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5377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9296EC2D-AC07-8F84-5DB4-A253F91CB99C}"/>
              </a:ext>
            </a:extLst>
          </p:cNvPr>
          <p:cNvSpPr>
            <a:spLocks noGrp="1"/>
          </p:cNvSpPr>
          <p:nvPr>
            <p:ph type="sldNum" sz="quarter" idx="4"/>
          </p:nvPr>
        </p:nvSpPr>
        <p:spPr/>
        <p:txBody>
          <a:bodyPr/>
          <a:lstStyle/>
          <a:p>
            <a:fld id="{13DF57E2-0006-4890-B490-C5A56CDD4B6C}" type="slidenum">
              <a:rPr lang="de-DE" smtClean="0"/>
              <a:pPr/>
              <a:t>25</a:t>
            </a:fld>
            <a:endParaRPr lang="de-DE" dirty="0"/>
          </a:p>
        </p:txBody>
      </p:sp>
      <p:sp>
        <p:nvSpPr>
          <p:cNvPr id="4" name="Datumsplatzhalter 3">
            <a:extLst>
              <a:ext uri="{FF2B5EF4-FFF2-40B4-BE49-F238E27FC236}">
                <a16:creationId xmlns:a16="http://schemas.microsoft.com/office/drawing/2014/main" id="{0024004A-00E6-DD1C-A62E-190B82410A0D}"/>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grpSp>
        <p:nvGrpSpPr>
          <p:cNvPr id="56" name="Gruppieren 55">
            <a:extLst>
              <a:ext uri="{FF2B5EF4-FFF2-40B4-BE49-F238E27FC236}">
                <a16:creationId xmlns:a16="http://schemas.microsoft.com/office/drawing/2014/main" id="{3E530FCD-F37B-F11F-F5A6-2068F04B4CBC}"/>
              </a:ext>
            </a:extLst>
          </p:cNvPr>
          <p:cNvGrpSpPr/>
          <p:nvPr/>
        </p:nvGrpSpPr>
        <p:grpSpPr>
          <a:xfrm>
            <a:off x="3225872" y="970754"/>
            <a:ext cx="5739224" cy="5187643"/>
            <a:chOff x="3225872" y="970754"/>
            <a:chExt cx="5739224" cy="5187643"/>
          </a:xfrm>
        </p:grpSpPr>
        <p:sp>
          <p:nvSpPr>
            <p:cNvPr id="8" name="Oval 7">
              <a:extLst>
                <a:ext uri="{FF2B5EF4-FFF2-40B4-BE49-F238E27FC236}">
                  <a16:creationId xmlns:a16="http://schemas.microsoft.com/office/drawing/2014/main" id="{0B0F8D78-BA6C-B9E6-1AC3-774B5D218C2F}"/>
                </a:ext>
              </a:extLst>
            </p:cNvPr>
            <p:cNvSpPr/>
            <p:nvPr/>
          </p:nvSpPr>
          <p:spPr>
            <a:xfrm>
              <a:off x="5196000" y="3457891"/>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dirty="0">
                  <a:latin typeface="Georgia" panose="02040502050405020303" pitchFamily="18" charset="0"/>
                </a:rPr>
                <a:t>Datenraum</a:t>
              </a:r>
            </a:p>
          </p:txBody>
        </p:sp>
        <p:sp>
          <p:nvSpPr>
            <p:cNvPr id="11" name="Abgerundetes Rechteck 10">
              <a:extLst>
                <a:ext uri="{FF2B5EF4-FFF2-40B4-BE49-F238E27FC236}">
                  <a16:creationId xmlns:a16="http://schemas.microsoft.com/office/drawing/2014/main" id="{69655220-1CD0-65E0-973C-7F8503C8DB1E}"/>
                </a:ext>
              </a:extLst>
            </p:cNvPr>
            <p:cNvSpPr/>
            <p:nvPr/>
          </p:nvSpPr>
          <p:spPr>
            <a:xfrm>
              <a:off x="3226904" y="970754"/>
              <a:ext cx="5738192" cy="7818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DACE</a:t>
              </a:r>
            </a:p>
          </p:txBody>
        </p:sp>
        <p:sp>
          <p:nvSpPr>
            <p:cNvPr id="12" name="Rechteck 11">
              <a:extLst>
                <a:ext uri="{FF2B5EF4-FFF2-40B4-BE49-F238E27FC236}">
                  <a16:creationId xmlns:a16="http://schemas.microsoft.com/office/drawing/2014/main" id="{8E27A2DE-9E5B-1646-9B32-4ABA16DE0A8A}"/>
                </a:ext>
              </a:extLst>
            </p:cNvPr>
            <p:cNvSpPr/>
            <p:nvPr/>
          </p:nvSpPr>
          <p:spPr>
            <a:xfrm>
              <a:off x="3226905" y="2252868"/>
              <a:ext cx="1767117" cy="4770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err="1">
                  <a:latin typeface="Georgia" panose="02040502050405020303" pitchFamily="18" charset="0"/>
                </a:rPr>
                <a:t>Governance</a:t>
              </a:r>
              <a:endParaRPr lang="de-DE" dirty="0">
                <a:latin typeface="Georgia" panose="02040502050405020303" pitchFamily="18" charset="0"/>
              </a:endParaRPr>
            </a:p>
          </p:txBody>
        </p:sp>
        <p:sp>
          <p:nvSpPr>
            <p:cNvPr id="13" name="Rechteck 12">
              <a:extLst>
                <a:ext uri="{FF2B5EF4-FFF2-40B4-BE49-F238E27FC236}">
                  <a16:creationId xmlns:a16="http://schemas.microsoft.com/office/drawing/2014/main" id="{1723DA79-540C-82C2-47AF-2D426300521C}"/>
                </a:ext>
              </a:extLst>
            </p:cNvPr>
            <p:cNvSpPr/>
            <p:nvPr/>
          </p:nvSpPr>
          <p:spPr>
            <a:xfrm>
              <a:off x="5212441" y="2425144"/>
              <a:ext cx="1767117" cy="781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dirty="0">
                  <a:latin typeface="Georgia" panose="02040502050405020303" pitchFamily="18" charset="0"/>
                </a:rPr>
                <a:t>Datenraum Service/Tools Anbieter</a:t>
              </a:r>
            </a:p>
          </p:txBody>
        </p:sp>
        <p:sp>
          <p:nvSpPr>
            <p:cNvPr id="14" name="Rechteck 13">
              <a:extLst>
                <a:ext uri="{FF2B5EF4-FFF2-40B4-BE49-F238E27FC236}">
                  <a16:creationId xmlns:a16="http://schemas.microsoft.com/office/drawing/2014/main" id="{9BEB6DB2-1FE4-2AAE-50DA-BFA60E274D88}"/>
                </a:ext>
              </a:extLst>
            </p:cNvPr>
            <p:cNvSpPr/>
            <p:nvPr/>
          </p:nvSpPr>
          <p:spPr>
            <a:xfrm>
              <a:off x="7094890" y="2744149"/>
              <a:ext cx="1866507" cy="5965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Verifizierungs-anbieter</a:t>
              </a:r>
            </a:p>
          </p:txBody>
        </p:sp>
        <p:sp>
          <p:nvSpPr>
            <p:cNvPr id="16" name="Pfeil nach unten 15">
              <a:extLst>
                <a:ext uri="{FF2B5EF4-FFF2-40B4-BE49-F238E27FC236}">
                  <a16:creationId xmlns:a16="http://schemas.microsoft.com/office/drawing/2014/main" id="{14462F56-9268-8784-153F-F2DA07F3C7F2}"/>
                </a:ext>
              </a:extLst>
            </p:cNvPr>
            <p:cNvSpPr/>
            <p:nvPr/>
          </p:nvSpPr>
          <p:spPr>
            <a:xfrm>
              <a:off x="3969654" y="1814664"/>
              <a:ext cx="281617" cy="3853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cxnSp>
          <p:nvCxnSpPr>
            <p:cNvPr id="18" name="Gerade Verbindung mit Pfeil 17">
              <a:extLst>
                <a:ext uri="{FF2B5EF4-FFF2-40B4-BE49-F238E27FC236}">
                  <a16:creationId xmlns:a16="http://schemas.microsoft.com/office/drawing/2014/main" id="{BADCF9E1-3E94-CB27-B551-0E4730E37D16}"/>
                </a:ext>
              </a:extLst>
            </p:cNvPr>
            <p:cNvCxnSpPr>
              <a:cxnSpLocks/>
              <a:stCxn id="12" idx="2"/>
              <a:endCxn id="8" idx="1"/>
            </p:cNvCxnSpPr>
            <p:nvPr/>
          </p:nvCxnSpPr>
          <p:spPr>
            <a:xfrm>
              <a:off x="4110464" y="2729946"/>
              <a:ext cx="1349140" cy="9915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D3E9E92C-CFA0-71AA-EDD2-4897165FBA5E}"/>
                </a:ext>
              </a:extLst>
            </p:cNvPr>
            <p:cNvCxnSpPr>
              <a:cxnSpLocks/>
              <a:stCxn id="13" idx="2"/>
              <a:endCxn id="8" idx="0"/>
            </p:cNvCxnSpPr>
            <p:nvPr/>
          </p:nvCxnSpPr>
          <p:spPr>
            <a:xfrm>
              <a:off x="6096000" y="3207022"/>
              <a:ext cx="0" cy="250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B8F520A9-3AF3-1C81-EB13-5C64CBA31502}"/>
                </a:ext>
              </a:extLst>
            </p:cNvPr>
            <p:cNvCxnSpPr>
              <a:cxnSpLocks/>
              <a:stCxn id="14" idx="2"/>
              <a:endCxn id="8" idx="7"/>
            </p:cNvCxnSpPr>
            <p:nvPr/>
          </p:nvCxnSpPr>
          <p:spPr>
            <a:xfrm flipH="1">
              <a:off x="6732396" y="3340716"/>
              <a:ext cx="1295748" cy="380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D32A391A-5F4A-4E89-FEDC-5836911C1F1C}"/>
                </a:ext>
              </a:extLst>
            </p:cNvPr>
            <p:cNvCxnSpPr>
              <a:cxnSpLocks/>
              <a:endCxn id="13" idx="0"/>
            </p:cNvCxnSpPr>
            <p:nvPr/>
          </p:nvCxnSpPr>
          <p:spPr>
            <a:xfrm>
              <a:off x="6095999" y="1752632"/>
              <a:ext cx="1" cy="672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216A1DE9-ECD1-0623-6B6D-1C72ECF801B7}"/>
                </a:ext>
              </a:extLst>
            </p:cNvPr>
            <p:cNvCxnSpPr>
              <a:cxnSpLocks/>
              <a:endCxn id="14" idx="0"/>
            </p:cNvCxnSpPr>
            <p:nvPr/>
          </p:nvCxnSpPr>
          <p:spPr>
            <a:xfrm>
              <a:off x="8028144" y="1766838"/>
              <a:ext cx="0" cy="97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5ADF9FE8-BE3B-74AA-6C11-C073D80CEE05}"/>
                </a:ext>
              </a:extLst>
            </p:cNvPr>
            <p:cNvSpPr txBox="1"/>
            <p:nvPr/>
          </p:nvSpPr>
          <p:spPr>
            <a:xfrm>
              <a:off x="7281129" y="1885972"/>
              <a:ext cx="1680268" cy="261610"/>
            </a:xfrm>
            <a:prstGeom prst="rect">
              <a:avLst/>
            </a:prstGeom>
            <a:solidFill>
              <a:schemeClr val="bg1"/>
            </a:solidFill>
          </p:spPr>
          <p:txBody>
            <a:bodyPr wrap="none" rtlCol="0">
              <a:spAutoFit/>
            </a:bodyPr>
            <a:lstStyle/>
            <a:p>
              <a:r>
                <a:rPr lang="de-DE" sz="1100" dirty="0">
                  <a:latin typeface="Georgia" panose="02040502050405020303" pitchFamily="18" charset="0"/>
                </a:rPr>
                <a:t>Beauftragt &amp; Überwacht</a:t>
              </a:r>
            </a:p>
          </p:txBody>
        </p:sp>
        <p:sp>
          <p:nvSpPr>
            <p:cNvPr id="34" name="Textfeld 33">
              <a:extLst>
                <a:ext uri="{FF2B5EF4-FFF2-40B4-BE49-F238E27FC236}">
                  <a16:creationId xmlns:a16="http://schemas.microsoft.com/office/drawing/2014/main" id="{A0F23333-4699-5505-21EC-E8B8F55DAE75}"/>
                </a:ext>
              </a:extLst>
            </p:cNvPr>
            <p:cNvSpPr txBox="1"/>
            <p:nvPr/>
          </p:nvSpPr>
          <p:spPr>
            <a:xfrm>
              <a:off x="5255865" y="1903031"/>
              <a:ext cx="1680268" cy="261610"/>
            </a:xfrm>
            <a:prstGeom prst="rect">
              <a:avLst/>
            </a:prstGeom>
            <a:solidFill>
              <a:schemeClr val="bg1"/>
            </a:solidFill>
          </p:spPr>
          <p:txBody>
            <a:bodyPr wrap="none" rtlCol="0">
              <a:spAutoFit/>
            </a:bodyPr>
            <a:lstStyle/>
            <a:p>
              <a:r>
                <a:rPr lang="de-DE" sz="1100" dirty="0">
                  <a:latin typeface="Georgia" panose="02040502050405020303" pitchFamily="18" charset="0"/>
                </a:rPr>
                <a:t>Beauftragt &amp; Überwacht</a:t>
              </a:r>
            </a:p>
          </p:txBody>
        </p:sp>
        <p:sp>
          <p:nvSpPr>
            <p:cNvPr id="35" name="Textfeld 34">
              <a:extLst>
                <a:ext uri="{FF2B5EF4-FFF2-40B4-BE49-F238E27FC236}">
                  <a16:creationId xmlns:a16="http://schemas.microsoft.com/office/drawing/2014/main" id="{5ECB26C2-E2FC-7020-685A-4F7CDCAB02F7}"/>
                </a:ext>
              </a:extLst>
            </p:cNvPr>
            <p:cNvSpPr txBox="1"/>
            <p:nvPr/>
          </p:nvSpPr>
          <p:spPr>
            <a:xfrm>
              <a:off x="4263097" y="1863252"/>
              <a:ext cx="716863" cy="261610"/>
            </a:xfrm>
            <a:prstGeom prst="rect">
              <a:avLst/>
            </a:prstGeom>
            <a:noFill/>
          </p:spPr>
          <p:txBody>
            <a:bodyPr wrap="none" rtlCol="0">
              <a:spAutoFit/>
            </a:bodyPr>
            <a:lstStyle/>
            <a:p>
              <a:r>
                <a:rPr lang="de-DE" sz="1100" dirty="0">
                  <a:latin typeface="Georgia" panose="02040502050405020303" pitchFamily="18" charset="0"/>
                </a:rPr>
                <a:t>Gibt Vor</a:t>
              </a:r>
            </a:p>
          </p:txBody>
        </p:sp>
        <p:sp>
          <p:nvSpPr>
            <p:cNvPr id="47" name="Oval 46">
              <a:extLst>
                <a:ext uri="{FF2B5EF4-FFF2-40B4-BE49-F238E27FC236}">
                  <a16:creationId xmlns:a16="http://schemas.microsoft.com/office/drawing/2014/main" id="{308B031E-296D-3F42-3406-D0860A28886B}"/>
                </a:ext>
              </a:extLst>
            </p:cNvPr>
            <p:cNvSpPr/>
            <p:nvPr/>
          </p:nvSpPr>
          <p:spPr>
            <a:xfrm>
              <a:off x="4233767" y="5258397"/>
              <a:ext cx="900000" cy="9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A</a:t>
              </a:r>
            </a:p>
          </p:txBody>
        </p:sp>
        <p:sp>
          <p:nvSpPr>
            <p:cNvPr id="48" name="Oval 47">
              <a:extLst>
                <a:ext uri="{FF2B5EF4-FFF2-40B4-BE49-F238E27FC236}">
                  <a16:creationId xmlns:a16="http://schemas.microsoft.com/office/drawing/2014/main" id="{2B10E143-5F7B-6FCF-2373-FAB4E1292BAF}"/>
                </a:ext>
              </a:extLst>
            </p:cNvPr>
            <p:cNvSpPr/>
            <p:nvPr/>
          </p:nvSpPr>
          <p:spPr>
            <a:xfrm>
              <a:off x="7044326" y="5256160"/>
              <a:ext cx="900000" cy="9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B</a:t>
              </a:r>
            </a:p>
          </p:txBody>
        </p:sp>
        <p:sp>
          <p:nvSpPr>
            <p:cNvPr id="49" name="Textfeld 48">
              <a:extLst>
                <a:ext uri="{FF2B5EF4-FFF2-40B4-BE49-F238E27FC236}">
                  <a16:creationId xmlns:a16="http://schemas.microsoft.com/office/drawing/2014/main" id="{C4CE47F8-E433-00A0-4404-BF11F910DE82}"/>
                </a:ext>
              </a:extLst>
            </p:cNvPr>
            <p:cNvSpPr txBox="1"/>
            <p:nvPr/>
          </p:nvSpPr>
          <p:spPr>
            <a:xfrm>
              <a:off x="7053502" y="4743733"/>
              <a:ext cx="1907895" cy="276999"/>
            </a:xfrm>
            <a:prstGeom prst="rect">
              <a:avLst/>
            </a:prstGeom>
            <a:noFill/>
          </p:spPr>
          <p:txBody>
            <a:bodyPr wrap="none" rtlCol="0">
              <a:spAutoFit/>
            </a:bodyPr>
            <a:lstStyle/>
            <a:p>
              <a:r>
                <a:rPr lang="de-DE" sz="1200" dirty="0">
                  <a:latin typeface="Georgia" panose="02040502050405020303" pitchFamily="18" charset="0"/>
                </a:rPr>
                <a:t>Austausch von CE-Daten</a:t>
              </a:r>
            </a:p>
          </p:txBody>
        </p:sp>
        <p:sp>
          <p:nvSpPr>
            <p:cNvPr id="50" name="Textfeld 49">
              <a:extLst>
                <a:ext uri="{FF2B5EF4-FFF2-40B4-BE49-F238E27FC236}">
                  <a16:creationId xmlns:a16="http://schemas.microsoft.com/office/drawing/2014/main" id="{53B5FEFE-DF2A-2FD1-17A7-091FF1B0637A}"/>
                </a:ext>
              </a:extLst>
            </p:cNvPr>
            <p:cNvSpPr txBox="1"/>
            <p:nvPr/>
          </p:nvSpPr>
          <p:spPr>
            <a:xfrm>
              <a:off x="3225872" y="4743733"/>
              <a:ext cx="1907895" cy="276999"/>
            </a:xfrm>
            <a:prstGeom prst="rect">
              <a:avLst/>
            </a:prstGeom>
            <a:noFill/>
          </p:spPr>
          <p:txBody>
            <a:bodyPr wrap="none" rtlCol="0">
              <a:spAutoFit/>
            </a:bodyPr>
            <a:lstStyle/>
            <a:p>
              <a:r>
                <a:rPr lang="de-DE" sz="1200" dirty="0">
                  <a:latin typeface="Georgia" panose="02040502050405020303" pitchFamily="18" charset="0"/>
                </a:rPr>
                <a:t>Austausch von CE-Daten</a:t>
              </a:r>
            </a:p>
          </p:txBody>
        </p:sp>
        <p:cxnSp>
          <p:nvCxnSpPr>
            <p:cNvPr id="51" name="Gerade Verbindung mit Pfeil 50">
              <a:extLst>
                <a:ext uri="{FF2B5EF4-FFF2-40B4-BE49-F238E27FC236}">
                  <a16:creationId xmlns:a16="http://schemas.microsoft.com/office/drawing/2014/main" id="{5F205556-C0D3-BE25-B451-CA92977628A8}"/>
                </a:ext>
              </a:extLst>
            </p:cNvPr>
            <p:cNvCxnSpPr>
              <a:cxnSpLocks/>
            </p:cNvCxnSpPr>
            <p:nvPr/>
          </p:nvCxnSpPr>
          <p:spPr>
            <a:xfrm rot="2700000">
              <a:off x="5139687" y="4794128"/>
              <a:ext cx="0" cy="61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Gerade Verbindung mit Pfeil 51">
              <a:extLst>
                <a:ext uri="{FF2B5EF4-FFF2-40B4-BE49-F238E27FC236}">
                  <a16:creationId xmlns:a16="http://schemas.microsoft.com/office/drawing/2014/main" id="{60200486-6BED-4F0A-4E4C-61A690E25CCA}"/>
                </a:ext>
              </a:extLst>
            </p:cNvPr>
            <p:cNvCxnSpPr>
              <a:cxnSpLocks/>
            </p:cNvCxnSpPr>
            <p:nvPr/>
          </p:nvCxnSpPr>
          <p:spPr>
            <a:xfrm rot="2700000">
              <a:off x="5320947" y="4991829"/>
              <a:ext cx="0" cy="61200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3" name="Gerade Verbindung mit Pfeil 52">
              <a:extLst>
                <a:ext uri="{FF2B5EF4-FFF2-40B4-BE49-F238E27FC236}">
                  <a16:creationId xmlns:a16="http://schemas.microsoft.com/office/drawing/2014/main" id="{79BBDAC4-4AEA-51A3-E7F7-8BA7DAF7DE3A}"/>
                </a:ext>
              </a:extLst>
            </p:cNvPr>
            <p:cNvCxnSpPr>
              <a:cxnSpLocks/>
            </p:cNvCxnSpPr>
            <p:nvPr/>
          </p:nvCxnSpPr>
          <p:spPr>
            <a:xfrm rot="18900000">
              <a:off x="7044326" y="4789776"/>
              <a:ext cx="0" cy="61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Gerade Verbindung mit Pfeil 53">
              <a:extLst>
                <a:ext uri="{FF2B5EF4-FFF2-40B4-BE49-F238E27FC236}">
                  <a16:creationId xmlns:a16="http://schemas.microsoft.com/office/drawing/2014/main" id="{909BC08C-CD62-6C51-3A0C-E0EEA2C74633}"/>
                </a:ext>
              </a:extLst>
            </p:cNvPr>
            <p:cNvCxnSpPr>
              <a:cxnSpLocks/>
            </p:cNvCxnSpPr>
            <p:nvPr/>
          </p:nvCxnSpPr>
          <p:spPr>
            <a:xfrm rot="18900000">
              <a:off x="6871053" y="4991829"/>
              <a:ext cx="0" cy="61200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51865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9D461DE8-35B0-B90A-6817-8A41F406612F}"/>
              </a:ext>
            </a:extLst>
          </p:cNvPr>
          <p:cNvSpPr>
            <a:spLocks noGrp="1"/>
          </p:cNvSpPr>
          <p:nvPr>
            <p:ph type="sldNum" sz="quarter" idx="4"/>
          </p:nvPr>
        </p:nvSpPr>
        <p:spPr/>
        <p:txBody>
          <a:bodyPr/>
          <a:lstStyle/>
          <a:p>
            <a:fld id="{13DF57E2-0006-4890-B490-C5A56CDD4B6C}" type="slidenum">
              <a:rPr lang="de-DE" smtClean="0"/>
              <a:pPr/>
              <a:t>26</a:t>
            </a:fld>
            <a:endParaRPr lang="de-DE" dirty="0"/>
          </a:p>
        </p:txBody>
      </p:sp>
      <p:sp>
        <p:nvSpPr>
          <p:cNvPr id="4" name="Datumsplatzhalter 3">
            <a:extLst>
              <a:ext uri="{FF2B5EF4-FFF2-40B4-BE49-F238E27FC236}">
                <a16:creationId xmlns:a16="http://schemas.microsoft.com/office/drawing/2014/main" id="{85519014-EEBB-5C31-5D25-5AE025070B87}"/>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89F79135-92ED-08F6-073A-D068CB5B829D}"/>
              </a:ext>
            </a:extLst>
          </p:cNvPr>
          <p:cNvSpPr>
            <a:spLocks noGrp="1"/>
          </p:cNvSpPr>
          <p:nvPr>
            <p:ph type="ftr" sz="quarter" idx="10"/>
          </p:nvPr>
        </p:nvSpPr>
        <p:spPr/>
        <p:txBody>
          <a:bodyPr/>
          <a:lstStyle/>
          <a:p>
            <a:r>
              <a:rPr lang="da-DK"/>
              <a:t>Aeneas Molitor</a:t>
            </a:r>
            <a:endParaRPr lang="de-DE" dirty="0"/>
          </a:p>
        </p:txBody>
      </p:sp>
      <p:sp>
        <p:nvSpPr>
          <p:cNvPr id="6" name="Titel 5">
            <a:extLst>
              <a:ext uri="{FF2B5EF4-FFF2-40B4-BE49-F238E27FC236}">
                <a16:creationId xmlns:a16="http://schemas.microsoft.com/office/drawing/2014/main" id="{1214AF96-D272-79A9-233A-4D7BE4DBE6AD}"/>
              </a:ext>
            </a:extLst>
          </p:cNvPr>
          <p:cNvSpPr>
            <a:spLocks noGrp="1"/>
          </p:cNvSpPr>
          <p:nvPr>
            <p:ph type="title"/>
          </p:nvPr>
        </p:nvSpPr>
        <p:spPr/>
        <p:txBody>
          <a:bodyPr/>
          <a:lstStyle/>
          <a:p>
            <a:r>
              <a:rPr lang="de-DE" dirty="0"/>
              <a:t>Konzept</a:t>
            </a:r>
          </a:p>
        </p:txBody>
      </p:sp>
      <p:sp>
        <p:nvSpPr>
          <p:cNvPr id="7" name="Textplatzhalter 6">
            <a:extLst>
              <a:ext uri="{FF2B5EF4-FFF2-40B4-BE49-F238E27FC236}">
                <a16:creationId xmlns:a16="http://schemas.microsoft.com/office/drawing/2014/main" id="{D13B4075-BB1F-D131-3C01-08355D41C352}"/>
              </a:ext>
            </a:extLst>
          </p:cNvPr>
          <p:cNvSpPr>
            <a:spLocks noGrp="1"/>
          </p:cNvSpPr>
          <p:nvPr>
            <p:ph type="body" sz="quarter" idx="18"/>
          </p:nvPr>
        </p:nvSpPr>
        <p:spPr/>
        <p:txBody>
          <a:bodyPr/>
          <a:lstStyle/>
          <a:p>
            <a:endParaRPr lang="de-DE"/>
          </a:p>
        </p:txBody>
      </p:sp>
      <p:sp>
        <p:nvSpPr>
          <p:cNvPr id="8" name="Abgerundetes Rechteck 7">
            <a:extLst>
              <a:ext uri="{FF2B5EF4-FFF2-40B4-BE49-F238E27FC236}">
                <a16:creationId xmlns:a16="http://schemas.microsoft.com/office/drawing/2014/main" id="{D30BDB3F-7931-259C-8A38-F6880C21B262}"/>
              </a:ext>
            </a:extLst>
          </p:cNvPr>
          <p:cNvSpPr/>
          <p:nvPr/>
        </p:nvSpPr>
        <p:spPr>
          <a:xfrm>
            <a:off x="658886" y="3078925"/>
            <a:ext cx="1864352" cy="11083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Daten aus Unternehmen</a:t>
            </a:r>
          </a:p>
        </p:txBody>
      </p:sp>
      <p:sp>
        <p:nvSpPr>
          <p:cNvPr id="10" name="Abgerundetes Rechteck 9">
            <a:extLst>
              <a:ext uri="{FF2B5EF4-FFF2-40B4-BE49-F238E27FC236}">
                <a16:creationId xmlns:a16="http://schemas.microsoft.com/office/drawing/2014/main" id="{5271778D-C818-3FE0-69D8-8DCA7CDF1738}"/>
              </a:ext>
            </a:extLst>
          </p:cNvPr>
          <p:cNvSpPr/>
          <p:nvPr/>
        </p:nvSpPr>
        <p:spPr>
          <a:xfrm>
            <a:off x="4082525" y="2635579"/>
            <a:ext cx="5603790" cy="26069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Datenraum</a:t>
            </a:r>
          </a:p>
        </p:txBody>
      </p:sp>
      <p:sp>
        <p:nvSpPr>
          <p:cNvPr id="11" name="Pfeil nach links und rechts 10">
            <a:extLst>
              <a:ext uri="{FF2B5EF4-FFF2-40B4-BE49-F238E27FC236}">
                <a16:creationId xmlns:a16="http://schemas.microsoft.com/office/drawing/2014/main" id="{EBDDC102-70AB-07E1-8E0B-43A15D3D1ED3}"/>
              </a:ext>
            </a:extLst>
          </p:cNvPr>
          <p:cNvSpPr/>
          <p:nvPr/>
        </p:nvSpPr>
        <p:spPr>
          <a:xfrm flipV="1">
            <a:off x="2711026" y="3343336"/>
            <a:ext cx="1098973" cy="286555"/>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Pfeil nach rechts 11">
            <a:extLst>
              <a:ext uri="{FF2B5EF4-FFF2-40B4-BE49-F238E27FC236}">
                <a16:creationId xmlns:a16="http://schemas.microsoft.com/office/drawing/2014/main" id="{DB9BE01A-BFB3-3520-3E92-0164F56EA56F}"/>
              </a:ext>
            </a:extLst>
          </p:cNvPr>
          <p:cNvSpPr/>
          <p:nvPr/>
        </p:nvSpPr>
        <p:spPr>
          <a:xfrm>
            <a:off x="6213662" y="3343335"/>
            <a:ext cx="762000" cy="85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Abgerundetes Rechteck 8">
            <a:extLst>
              <a:ext uri="{FF2B5EF4-FFF2-40B4-BE49-F238E27FC236}">
                <a16:creationId xmlns:a16="http://schemas.microsoft.com/office/drawing/2014/main" id="{4F85E6B3-7B82-8E63-1F49-9853B0D84AC2}"/>
              </a:ext>
            </a:extLst>
          </p:cNvPr>
          <p:cNvSpPr/>
          <p:nvPr/>
        </p:nvSpPr>
        <p:spPr>
          <a:xfrm>
            <a:off x="4231648" y="2830707"/>
            <a:ext cx="1864352" cy="1108363"/>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KI Systeme</a:t>
            </a:r>
          </a:p>
        </p:txBody>
      </p:sp>
    </p:spTree>
    <p:extLst>
      <p:ext uri="{BB962C8B-B14F-4D97-AF65-F5344CB8AC3E}">
        <p14:creationId xmlns:p14="http://schemas.microsoft.com/office/powerpoint/2010/main" val="1797883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bgerundetes Rechteck 36">
            <a:extLst>
              <a:ext uri="{FF2B5EF4-FFF2-40B4-BE49-F238E27FC236}">
                <a16:creationId xmlns:a16="http://schemas.microsoft.com/office/drawing/2014/main" id="{65F07B21-FA8F-E5BD-02B1-510869E30A7A}"/>
              </a:ext>
            </a:extLst>
          </p:cNvPr>
          <p:cNvSpPr>
            <a:spLocks/>
          </p:cNvSpPr>
          <p:nvPr/>
        </p:nvSpPr>
        <p:spPr>
          <a:xfrm>
            <a:off x="7029469" y="923000"/>
            <a:ext cx="3470143" cy="2081586"/>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6" name="Abgerundetes Rechteck 35">
            <a:extLst>
              <a:ext uri="{FF2B5EF4-FFF2-40B4-BE49-F238E27FC236}">
                <a16:creationId xmlns:a16="http://schemas.microsoft.com/office/drawing/2014/main" id="{BEB28042-9F75-BB1A-2C38-BB016CF0AD0C}"/>
              </a:ext>
            </a:extLst>
          </p:cNvPr>
          <p:cNvSpPr/>
          <p:nvPr/>
        </p:nvSpPr>
        <p:spPr>
          <a:xfrm>
            <a:off x="1750436" y="923000"/>
            <a:ext cx="5167986" cy="4451684"/>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Foliennummernplatzhalter 2">
            <a:extLst>
              <a:ext uri="{FF2B5EF4-FFF2-40B4-BE49-F238E27FC236}">
                <a16:creationId xmlns:a16="http://schemas.microsoft.com/office/drawing/2014/main" id="{F0E6AF1A-4073-AA7F-489F-DEE86AF6D05C}"/>
              </a:ext>
            </a:extLst>
          </p:cNvPr>
          <p:cNvSpPr>
            <a:spLocks noGrp="1"/>
          </p:cNvSpPr>
          <p:nvPr>
            <p:ph type="sldNum" sz="quarter" idx="4"/>
          </p:nvPr>
        </p:nvSpPr>
        <p:spPr/>
        <p:txBody>
          <a:bodyPr/>
          <a:lstStyle/>
          <a:p>
            <a:fld id="{13DF57E2-0006-4890-B490-C5A56CDD4B6C}" type="slidenum">
              <a:rPr lang="de-DE" smtClean="0"/>
              <a:pPr/>
              <a:t>27</a:t>
            </a:fld>
            <a:endParaRPr lang="de-DE" dirty="0"/>
          </a:p>
        </p:txBody>
      </p:sp>
      <p:sp>
        <p:nvSpPr>
          <p:cNvPr id="4" name="Datumsplatzhalter 3">
            <a:extLst>
              <a:ext uri="{FF2B5EF4-FFF2-40B4-BE49-F238E27FC236}">
                <a16:creationId xmlns:a16="http://schemas.microsoft.com/office/drawing/2014/main" id="{04291774-34BE-EEE9-991B-E0A19575587C}"/>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B9850986-0AAF-EEF2-94CC-23A65848E2E5}"/>
              </a:ext>
            </a:extLst>
          </p:cNvPr>
          <p:cNvSpPr>
            <a:spLocks noGrp="1"/>
          </p:cNvSpPr>
          <p:nvPr>
            <p:ph type="ftr" sz="quarter" idx="10"/>
          </p:nvPr>
        </p:nvSpPr>
        <p:spPr/>
        <p:txBody>
          <a:bodyPr/>
          <a:lstStyle/>
          <a:p>
            <a:r>
              <a:rPr lang="da-DK" dirty="0" err="1"/>
              <a:t>Aeneas</a:t>
            </a:r>
            <a:r>
              <a:rPr lang="da-DK" dirty="0"/>
              <a:t> </a:t>
            </a:r>
            <a:r>
              <a:rPr lang="da-DK" dirty="0" err="1"/>
              <a:t>Molitor</a:t>
            </a:r>
            <a:endParaRPr lang="de-DE" dirty="0"/>
          </a:p>
        </p:txBody>
      </p:sp>
      <p:sp>
        <p:nvSpPr>
          <p:cNvPr id="8" name="Abgerundetes Rechteck 7">
            <a:extLst>
              <a:ext uri="{FF2B5EF4-FFF2-40B4-BE49-F238E27FC236}">
                <a16:creationId xmlns:a16="http://schemas.microsoft.com/office/drawing/2014/main" id="{3BA10399-D187-3DC7-F770-E55D73EFDFE5}"/>
              </a:ext>
            </a:extLst>
          </p:cNvPr>
          <p:cNvSpPr/>
          <p:nvPr/>
        </p:nvSpPr>
        <p:spPr>
          <a:xfrm>
            <a:off x="2189929" y="1485692"/>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Schüler Modell</a:t>
            </a:r>
          </a:p>
        </p:txBody>
      </p:sp>
      <p:sp>
        <p:nvSpPr>
          <p:cNvPr id="9" name="Abgerundetes Rechteck 8">
            <a:extLst>
              <a:ext uri="{FF2B5EF4-FFF2-40B4-BE49-F238E27FC236}">
                <a16:creationId xmlns:a16="http://schemas.microsoft.com/office/drawing/2014/main" id="{66FC9315-5BD0-BA4E-B4DE-18F1087E34E7}"/>
              </a:ext>
            </a:extLst>
          </p:cNvPr>
          <p:cNvSpPr/>
          <p:nvPr/>
        </p:nvSpPr>
        <p:spPr>
          <a:xfrm>
            <a:off x="7197913" y="1485692"/>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Kommunikationsmodul</a:t>
            </a:r>
          </a:p>
        </p:txBody>
      </p:sp>
      <p:sp>
        <p:nvSpPr>
          <p:cNvPr id="10" name="Abgerundetes Rechteck 9">
            <a:extLst>
              <a:ext uri="{FF2B5EF4-FFF2-40B4-BE49-F238E27FC236}">
                <a16:creationId xmlns:a16="http://schemas.microsoft.com/office/drawing/2014/main" id="{3B1B9AA6-1018-C770-0564-BC960B607D78}"/>
              </a:ext>
            </a:extLst>
          </p:cNvPr>
          <p:cNvSpPr/>
          <p:nvPr/>
        </p:nvSpPr>
        <p:spPr>
          <a:xfrm>
            <a:off x="4693921" y="1485692"/>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Pädagogisches Modul</a:t>
            </a:r>
          </a:p>
        </p:txBody>
      </p:sp>
      <p:sp>
        <p:nvSpPr>
          <p:cNvPr id="11" name="Abgerundetes Rechteck 10">
            <a:extLst>
              <a:ext uri="{FF2B5EF4-FFF2-40B4-BE49-F238E27FC236}">
                <a16:creationId xmlns:a16="http://schemas.microsoft.com/office/drawing/2014/main" id="{EB80DBD3-1420-1129-7E1C-B3B5FBDA5AF6}"/>
              </a:ext>
            </a:extLst>
          </p:cNvPr>
          <p:cNvSpPr/>
          <p:nvPr/>
        </p:nvSpPr>
        <p:spPr>
          <a:xfrm>
            <a:off x="4693921" y="3897594"/>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Experten Modell</a:t>
            </a:r>
          </a:p>
        </p:txBody>
      </p:sp>
      <p:sp>
        <p:nvSpPr>
          <p:cNvPr id="12" name="Abgerundetes Rechteck 11">
            <a:extLst>
              <a:ext uri="{FF2B5EF4-FFF2-40B4-BE49-F238E27FC236}">
                <a16:creationId xmlns:a16="http://schemas.microsoft.com/office/drawing/2014/main" id="{FD312F37-FAB0-EAD4-4F3C-41BA6697336E}"/>
              </a:ext>
            </a:extLst>
          </p:cNvPr>
          <p:cNvSpPr/>
          <p:nvPr/>
        </p:nvSpPr>
        <p:spPr>
          <a:xfrm>
            <a:off x="2189930" y="3897594"/>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Fachwissen</a:t>
            </a:r>
          </a:p>
        </p:txBody>
      </p:sp>
      <p:cxnSp>
        <p:nvCxnSpPr>
          <p:cNvPr id="16" name="Gerade Verbindung mit Pfeil 15">
            <a:extLst>
              <a:ext uri="{FF2B5EF4-FFF2-40B4-BE49-F238E27FC236}">
                <a16:creationId xmlns:a16="http://schemas.microsoft.com/office/drawing/2014/main" id="{76A24EFF-B505-9207-A196-52480AB5A49E}"/>
              </a:ext>
            </a:extLst>
          </p:cNvPr>
          <p:cNvCxnSpPr>
            <a:stCxn id="12" idx="0"/>
            <a:endCxn id="8" idx="2"/>
          </p:cNvCxnSpPr>
          <p:nvPr/>
        </p:nvCxnSpPr>
        <p:spPr>
          <a:xfrm flipH="1" flipV="1">
            <a:off x="3084933" y="2400092"/>
            <a:ext cx="1" cy="14975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419BDC12-872D-D6AF-BF49-665240D20E69}"/>
              </a:ext>
            </a:extLst>
          </p:cNvPr>
          <p:cNvCxnSpPr>
            <a:cxnSpLocks/>
            <a:stCxn id="12" idx="3"/>
          </p:cNvCxnSpPr>
          <p:nvPr/>
        </p:nvCxnSpPr>
        <p:spPr>
          <a:xfrm flipV="1">
            <a:off x="3979937" y="2400090"/>
            <a:ext cx="1158986" cy="19547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5D620BB1-CD2B-D62C-B983-DEE03838BDDF}"/>
              </a:ext>
            </a:extLst>
          </p:cNvPr>
          <p:cNvCxnSpPr>
            <a:cxnSpLocks/>
            <a:stCxn id="11" idx="1"/>
          </p:cNvCxnSpPr>
          <p:nvPr/>
        </p:nvCxnSpPr>
        <p:spPr>
          <a:xfrm flipH="1" flipV="1">
            <a:off x="3529936" y="2400090"/>
            <a:ext cx="1163985" cy="19547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DA72225B-74D8-9025-AE1B-6A9D4D706CF3}"/>
              </a:ext>
            </a:extLst>
          </p:cNvPr>
          <p:cNvCxnSpPr>
            <a:stCxn id="11" idx="0"/>
          </p:cNvCxnSpPr>
          <p:nvPr/>
        </p:nvCxnSpPr>
        <p:spPr>
          <a:xfrm flipH="1" flipV="1">
            <a:off x="5588924" y="2400091"/>
            <a:ext cx="1" cy="14975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551BBFC3-6110-EA4B-98A7-FB8EE78BB501}"/>
              </a:ext>
            </a:extLst>
          </p:cNvPr>
          <p:cNvCxnSpPr>
            <a:cxnSpLocks/>
          </p:cNvCxnSpPr>
          <p:nvPr/>
        </p:nvCxnSpPr>
        <p:spPr>
          <a:xfrm>
            <a:off x="3979936" y="1798516"/>
            <a:ext cx="7139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0E7370B2-F33D-F9C6-C3E0-D995C7B1DE7F}"/>
              </a:ext>
            </a:extLst>
          </p:cNvPr>
          <p:cNvCxnSpPr>
            <a:endCxn id="9" idx="1"/>
          </p:cNvCxnSpPr>
          <p:nvPr/>
        </p:nvCxnSpPr>
        <p:spPr>
          <a:xfrm>
            <a:off x="6483928" y="1942892"/>
            <a:ext cx="7139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Gerade Verbindung mit Pfeil 34">
            <a:extLst>
              <a:ext uri="{FF2B5EF4-FFF2-40B4-BE49-F238E27FC236}">
                <a16:creationId xmlns:a16="http://schemas.microsoft.com/office/drawing/2014/main" id="{E6A01DB1-9903-0573-2A02-C3EB81D129C6}"/>
              </a:ext>
            </a:extLst>
          </p:cNvPr>
          <p:cNvCxnSpPr>
            <a:cxnSpLocks/>
          </p:cNvCxnSpPr>
          <p:nvPr/>
        </p:nvCxnSpPr>
        <p:spPr>
          <a:xfrm>
            <a:off x="3977437" y="2084622"/>
            <a:ext cx="713985" cy="0"/>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020859F2-9063-8CD9-30EF-B39A4968ECB8}"/>
              </a:ext>
            </a:extLst>
          </p:cNvPr>
          <p:cNvSpPr txBox="1"/>
          <p:nvPr/>
        </p:nvSpPr>
        <p:spPr>
          <a:xfrm>
            <a:off x="2189929" y="1019680"/>
            <a:ext cx="878305" cy="369332"/>
          </a:xfrm>
          <a:prstGeom prst="rect">
            <a:avLst/>
          </a:prstGeom>
          <a:noFill/>
        </p:spPr>
        <p:txBody>
          <a:bodyPr wrap="square" rtlCol="0">
            <a:spAutoFit/>
          </a:bodyPr>
          <a:lstStyle/>
          <a:p>
            <a:r>
              <a:rPr lang="de-DE" dirty="0"/>
              <a:t>DACE</a:t>
            </a:r>
          </a:p>
        </p:txBody>
      </p:sp>
      <p:sp>
        <p:nvSpPr>
          <p:cNvPr id="40" name="Textfeld 39">
            <a:extLst>
              <a:ext uri="{FF2B5EF4-FFF2-40B4-BE49-F238E27FC236}">
                <a16:creationId xmlns:a16="http://schemas.microsoft.com/office/drawing/2014/main" id="{E82E1327-C198-AAD6-5D25-7E64950D4A86}"/>
              </a:ext>
            </a:extLst>
          </p:cNvPr>
          <p:cNvSpPr txBox="1"/>
          <p:nvPr/>
        </p:nvSpPr>
        <p:spPr>
          <a:xfrm>
            <a:off x="7197913" y="1019680"/>
            <a:ext cx="878305" cy="369332"/>
          </a:xfrm>
          <a:prstGeom prst="rect">
            <a:avLst/>
          </a:prstGeom>
          <a:noFill/>
        </p:spPr>
        <p:txBody>
          <a:bodyPr wrap="square" rtlCol="0">
            <a:spAutoFit/>
          </a:bodyPr>
          <a:lstStyle/>
          <a:p>
            <a:r>
              <a:rPr lang="de-DE" dirty="0"/>
              <a:t>KMU</a:t>
            </a:r>
          </a:p>
        </p:txBody>
      </p:sp>
      <p:pic>
        <p:nvPicPr>
          <p:cNvPr id="42" name="Grafik 41" descr="Männliches Profil Silhouette">
            <a:extLst>
              <a:ext uri="{FF2B5EF4-FFF2-40B4-BE49-F238E27FC236}">
                <a16:creationId xmlns:a16="http://schemas.microsoft.com/office/drawing/2014/main" id="{59456AB9-9CA1-0A12-CB2C-1283898DB1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85213" y="1485690"/>
            <a:ext cx="914400" cy="914400"/>
          </a:xfrm>
          <a:prstGeom prst="rect">
            <a:avLst/>
          </a:prstGeom>
        </p:spPr>
      </p:pic>
      <p:cxnSp>
        <p:nvCxnSpPr>
          <p:cNvPr id="43" name="Gerade Verbindung mit Pfeil 42">
            <a:extLst>
              <a:ext uri="{FF2B5EF4-FFF2-40B4-BE49-F238E27FC236}">
                <a16:creationId xmlns:a16="http://schemas.microsoft.com/office/drawing/2014/main" id="{C08EA013-88BA-350C-B9E3-1AB51AED63FC}"/>
              </a:ext>
            </a:extLst>
          </p:cNvPr>
          <p:cNvCxnSpPr>
            <a:cxnSpLocks/>
          </p:cNvCxnSpPr>
          <p:nvPr/>
        </p:nvCxnSpPr>
        <p:spPr>
          <a:xfrm>
            <a:off x="8990419" y="1788941"/>
            <a:ext cx="7139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81D2C364-3A55-8702-25DC-55E33B3C18C9}"/>
              </a:ext>
            </a:extLst>
          </p:cNvPr>
          <p:cNvCxnSpPr>
            <a:cxnSpLocks/>
          </p:cNvCxnSpPr>
          <p:nvPr/>
        </p:nvCxnSpPr>
        <p:spPr>
          <a:xfrm>
            <a:off x="8987920" y="2075047"/>
            <a:ext cx="713985" cy="0"/>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6" name="Gerade Verbindung 45">
            <a:extLst>
              <a:ext uri="{FF2B5EF4-FFF2-40B4-BE49-F238E27FC236}">
                <a16:creationId xmlns:a16="http://schemas.microsoft.com/office/drawing/2014/main" id="{5DA62E0E-4AF7-BF50-77D1-B48E07CF369C}"/>
              </a:ext>
            </a:extLst>
          </p:cNvPr>
          <p:cNvCxnSpPr/>
          <p:nvPr/>
        </p:nvCxnSpPr>
        <p:spPr>
          <a:xfrm>
            <a:off x="9738104" y="2265504"/>
            <a:ext cx="6086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756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bgerundetes Rechteck 7">
            <a:extLst>
              <a:ext uri="{FF2B5EF4-FFF2-40B4-BE49-F238E27FC236}">
                <a16:creationId xmlns:a16="http://schemas.microsoft.com/office/drawing/2014/main" id="{D2CB1B45-973D-F9D5-10A4-C6E374D39256}"/>
              </a:ext>
            </a:extLst>
          </p:cNvPr>
          <p:cNvSpPr/>
          <p:nvPr/>
        </p:nvSpPr>
        <p:spPr>
          <a:xfrm>
            <a:off x="4491317" y="717177"/>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DACE-Academy</a:t>
            </a:r>
          </a:p>
        </p:txBody>
      </p:sp>
      <p:sp>
        <p:nvSpPr>
          <p:cNvPr id="9" name="Abgerundetes Rechteck 8">
            <a:extLst>
              <a:ext uri="{FF2B5EF4-FFF2-40B4-BE49-F238E27FC236}">
                <a16:creationId xmlns:a16="http://schemas.microsoft.com/office/drawing/2014/main" id="{35EE4462-D1BB-9465-79C3-D44CCE28587D}"/>
              </a:ext>
            </a:extLst>
          </p:cNvPr>
          <p:cNvSpPr/>
          <p:nvPr/>
        </p:nvSpPr>
        <p:spPr>
          <a:xfrm>
            <a:off x="493059" y="2667000"/>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Anfrage des lernenden</a:t>
            </a:r>
          </a:p>
        </p:txBody>
      </p:sp>
      <p:sp>
        <p:nvSpPr>
          <p:cNvPr id="10" name="Abgerundetes Rechteck 9">
            <a:extLst>
              <a:ext uri="{FF2B5EF4-FFF2-40B4-BE49-F238E27FC236}">
                <a16:creationId xmlns:a16="http://schemas.microsoft.com/office/drawing/2014/main" id="{F031C03A-AF65-CB50-DC59-BA895CB04654}"/>
              </a:ext>
            </a:extLst>
          </p:cNvPr>
          <p:cNvSpPr/>
          <p:nvPr/>
        </p:nvSpPr>
        <p:spPr>
          <a:xfrm>
            <a:off x="4491317" y="2667000"/>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Algorithmen anwenden</a:t>
            </a:r>
          </a:p>
        </p:txBody>
      </p:sp>
      <p:sp>
        <p:nvSpPr>
          <p:cNvPr id="11" name="Abgerundetes Rechteck 10">
            <a:extLst>
              <a:ext uri="{FF2B5EF4-FFF2-40B4-BE49-F238E27FC236}">
                <a16:creationId xmlns:a16="http://schemas.microsoft.com/office/drawing/2014/main" id="{5430B52D-02E5-C5AC-3A88-74D87B8A4E1A}"/>
              </a:ext>
            </a:extLst>
          </p:cNvPr>
          <p:cNvSpPr/>
          <p:nvPr/>
        </p:nvSpPr>
        <p:spPr>
          <a:xfrm>
            <a:off x="4491317" y="4796118"/>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Virtueller Tutor</a:t>
            </a:r>
          </a:p>
        </p:txBody>
      </p:sp>
      <p:sp>
        <p:nvSpPr>
          <p:cNvPr id="13" name="Pfeil nach rechts 12">
            <a:extLst>
              <a:ext uri="{FF2B5EF4-FFF2-40B4-BE49-F238E27FC236}">
                <a16:creationId xmlns:a16="http://schemas.microsoft.com/office/drawing/2014/main" id="{5EBEAEB6-6C29-42B8-8A32-E4966C31112B}"/>
              </a:ext>
            </a:extLst>
          </p:cNvPr>
          <p:cNvSpPr/>
          <p:nvPr/>
        </p:nvSpPr>
        <p:spPr>
          <a:xfrm>
            <a:off x="3787588" y="3126441"/>
            <a:ext cx="618564" cy="6051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iger Pfeil 13">
            <a:extLst>
              <a:ext uri="{FF2B5EF4-FFF2-40B4-BE49-F238E27FC236}">
                <a16:creationId xmlns:a16="http://schemas.microsoft.com/office/drawing/2014/main" id="{49A63B17-7C54-C4EB-39E2-EFC8F1F697C5}"/>
              </a:ext>
            </a:extLst>
          </p:cNvPr>
          <p:cNvSpPr/>
          <p:nvPr/>
        </p:nvSpPr>
        <p:spPr>
          <a:xfrm rot="5400000" flipV="1">
            <a:off x="2698376" y="1006287"/>
            <a:ext cx="1167652" cy="162933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5" name="Rechteckiger Pfeil 14">
            <a:extLst>
              <a:ext uri="{FF2B5EF4-FFF2-40B4-BE49-F238E27FC236}">
                <a16:creationId xmlns:a16="http://schemas.microsoft.com/office/drawing/2014/main" id="{A0D52B1A-9C16-353B-4DA7-3FC3EDF8E58F}"/>
              </a:ext>
            </a:extLst>
          </p:cNvPr>
          <p:cNvSpPr/>
          <p:nvPr/>
        </p:nvSpPr>
        <p:spPr>
          <a:xfrm rot="5400000" flipH="1" flipV="1">
            <a:off x="2698376" y="4222377"/>
            <a:ext cx="1167652" cy="162933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6" name="Gebogener Pfeil 15">
            <a:extLst>
              <a:ext uri="{FF2B5EF4-FFF2-40B4-BE49-F238E27FC236}">
                <a16:creationId xmlns:a16="http://schemas.microsoft.com/office/drawing/2014/main" id="{889B006A-95D9-4AD3-B003-7A1DCB87FE12}"/>
              </a:ext>
            </a:extLst>
          </p:cNvPr>
          <p:cNvSpPr/>
          <p:nvPr/>
        </p:nvSpPr>
        <p:spPr>
          <a:xfrm rot="5400000">
            <a:off x="6665255" y="3272118"/>
            <a:ext cx="2277035" cy="2590799"/>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8" name="Gebogener Pfeil 17">
            <a:extLst>
              <a:ext uri="{FF2B5EF4-FFF2-40B4-BE49-F238E27FC236}">
                <a16:creationId xmlns:a16="http://schemas.microsoft.com/office/drawing/2014/main" id="{E83455F9-04F1-5955-3B61-08E0C8A12D76}"/>
              </a:ext>
            </a:extLst>
          </p:cNvPr>
          <p:cNvSpPr/>
          <p:nvPr/>
        </p:nvSpPr>
        <p:spPr>
          <a:xfrm rot="5400000" flipH="1">
            <a:off x="6664372" y="1173495"/>
            <a:ext cx="2278800" cy="2590799"/>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2" name="Abgerundetes Rechteck 11">
            <a:extLst>
              <a:ext uri="{FF2B5EF4-FFF2-40B4-BE49-F238E27FC236}">
                <a16:creationId xmlns:a16="http://schemas.microsoft.com/office/drawing/2014/main" id="{8F9F5443-F78F-3698-7645-8273B5D5DF07}"/>
              </a:ext>
            </a:extLst>
          </p:cNvPr>
          <p:cNvSpPr/>
          <p:nvPr/>
        </p:nvSpPr>
        <p:spPr>
          <a:xfrm>
            <a:off x="8489576" y="1479177"/>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Lehrerberichte und Warnmeldungen</a:t>
            </a:r>
          </a:p>
        </p:txBody>
      </p:sp>
    </p:spTree>
    <p:extLst>
      <p:ext uri="{BB962C8B-B14F-4D97-AF65-F5344CB8AC3E}">
        <p14:creationId xmlns:p14="http://schemas.microsoft.com/office/powerpoint/2010/main" val="358438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uppieren 77">
            <a:extLst>
              <a:ext uri="{FF2B5EF4-FFF2-40B4-BE49-F238E27FC236}">
                <a16:creationId xmlns:a16="http://schemas.microsoft.com/office/drawing/2014/main" id="{2816019C-3107-2813-0EC6-DCA64098563D}"/>
              </a:ext>
            </a:extLst>
          </p:cNvPr>
          <p:cNvGrpSpPr>
            <a:grpSpLocks noChangeAspect="1"/>
          </p:cNvGrpSpPr>
          <p:nvPr/>
        </p:nvGrpSpPr>
        <p:grpSpPr>
          <a:xfrm>
            <a:off x="638818" y="474772"/>
            <a:ext cx="12503868" cy="6330703"/>
            <a:chOff x="638818" y="474771"/>
            <a:chExt cx="12818883" cy="6490191"/>
          </a:xfrm>
        </p:grpSpPr>
        <p:sp>
          <p:nvSpPr>
            <p:cNvPr id="65" name="Abgerundetes Rechteck 64">
              <a:extLst>
                <a:ext uri="{FF2B5EF4-FFF2-40B4-BE49-F238E27FC236}">
                  <a16:creationId xmlns:a16="http://schemas.microsoft.com/office/drawing/2014/main" id="{C89115AC-9373-9F59-9E23-77587CAFCE78}"/>
                </a:ext>
              </a:extLst>
            </p:cNvPr>
            <p:cNvSpPr/>
            <p:nvPr/>
          </p:nvSpPr>
          <p:spPr>
            <a:xfrm>
              <a:off x="5160367" y="2456442"/>
              <a:ext cx="8297334" cy="45085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latin typeface="Georgia" panose="02040502050405020303" pitchFamily="18" charset="0"/>
              </a:endParaRPr>
            </a:p>
          </p:txBody>
        </p:sp>
        <p:grpSp>
          <p:nvGrpSpPr>
            <p:cNvPr id="48" name="Gruppieren 47">
              <a:extLst>
                <a:ext uri="{FF2B5EF4-FFF2-40B4-BE49-F238E27FC236}">
                  <a16:creationId xmlns:a16="http://schemas.microsoft.com/office/drawing/2014/main" id="{2C383413-99FE-31DA-D6F5-78F7A49DF14F}"/>
                </a:ext>
              </a:extLst>
            </p:cNvPr>
            <p:cNvGrpSpPr>
              <a:grpSpLocks noChangeAspect="1"/>
            </p:cNvGrpSpPr>
            <p:nvPr/>
          </p:nvGrpSpPr>
          <p:grpSpPr>
            <a:xfrm>
              <a:off x="638818" y="474771"/>
              <a:ext cx="7041638" cy="3953032"/>
              <a:chOff x="1750436" y="923000"/>
              <a:chExt cx="8749177" cy="4451684"/>
            </a:xfrm>
          </p:grpSpPr>
          <p:sp>
            <p:nvSpPr>
              <p:cNvPr id="28" name="Abgerundetes Rechteck 27">
                <a:extLst>
                  <a:ext uri="{FF2B5EF4-FFF2-40B4-BE49-F238E27FC236}">
                    <a16:creationId xmlns:a16="http://schemas.microsoft.com/office/drawing/2014/main" id="{8104519A-3369-05B8-1FE7-B7028A03A137}"/>
                  </a:ext>
                </a:extLst>
              </p:cNvPr>
              <p:cNvSpPr>
                <a:spLocks/>
              </p:cNvSpPr>
              <p:nvPr/>
            </p:nvSpPr>
            <p:spPr>
              <a:xfrm>
                <a:off x="7029469" y="923000"/>
                <a:ext cx="3470143" cy="2081586"/>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dirty="0">
                  <a:latin typeface="Georgia" panose="02040502050405020303" pitchFamily="18" charset="0"/>
                </a:endParaRPr>
              </a:p>
            </p:txBody>
          </p:sp>
          <p:sp>
            <p:nvSpPr>
              <p:cNvPr id="29" name="Abgerundetes Rechteck 28">
                <a:extLst>
                  <a:ext uri="{FF2B5EF4-FFF2-40B4-BE49-F238E27FC236}">
                    <a16:creationId xmlns:a16="http://schemas.microsoft.com/office/drawing/2014/main" id="{19FCE4DE-EE87-FC90-517B-9C3397C3ACB2}"/>
                  </a:ext>
                </a:extLst>
              </p:cNvPr>
              <p:cNvSpPr/>
              <p:nvPr/>
            </p:nvSpPr>
            <p:spPr>
              <a:xfrm>
                <a:off x="1750436" y="923000"/>
                <a:ext cx="5167986" cy="4451684"/>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latin typeface="Georgia" panose="02040502050405020303" pitchFamily="18" charset="0"/>
                </a:endParaRPr>
              </a:p>
            </p:txBody>
          </p:sp>
          <p:sp>
            <p:nvSpPr>
              <p:cNvPr id="30" name="Abgerundetes Rechteck 29">
                <a:extLst>
                  <a:ext uri="{FF2B5EF4-FFF2-40B4-BE49-F238E27FC236}">
                    <a16:creationId xmlns:a16="http://schemas.microsoft.com/office/drawing/2014/main" id="{1A2BA3B5-60ED-C2E5-D4A3-6D4FB9EB2A46}"/>
                  </a:ext>
                </a:extLst>
              </p:cNvPr>
              <p:cNvSpPr/>
              <p:nvPr/>
            </p:nvSpPr>
            <p:spPr>
              <a:xfrm>
                <a:off x="2189929" y="1485692"/>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Schüler Modell</a:t>
                </a:r>
              </a:p>
            </p:txBody>
          </p:sp>
          <p:sp>
            <p:nvSpPr>
              <p:cNvPr id="31" name="Abgerundetes Rechteck 30">
                <a:extLst>
                  <a:ext uri="{FF2B5EF4-FFF2-40B4-BE49-F238E27FC236}">
                    <a16:creationId xmlns:a16="http://schemas.microsoft.com/office/drawing/2014/main" id="{6755DFB4-522C-2EBA-07CE-7D27C2630426}"/>
                  </a:ext>
                </a:extLst>
              </p:cNvPr>
              <p:cNvSpPr/>
              <p:nvPr/>
            </p:nvSpPr>
            <p:spPr>
              <a:xfrm>
                <a:off x="7197913" y="1485692"/>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err="1">
                    <a:latin typeface="Georgia" panose="02040502050405020303" pitchFamily="18" charset="0"/>
                  </a:rPr>
                  <a:t>Kommunika-tionsmodul</a:t>
                </a:r>
                <a:endParaRPr lang="de-DE" sz="1600" dirty="0">
                  <a:latin typeface="Georgia" panose="02040502050405020303" pitchFamily="18" charset="0"/>
                </a:endParaRPr>
              </a:p>
            </p:txBody>
          </p:sp>
          <p:sp>
            <p:nvSpPr>
              <p:cNvPr id="32" name="Abgerundetes Rechteck 31">
                <a:extLst>
                  <a:ext uri="{FF2B5EF4-FFF2-40B4-BE49-F238E27FC236}">
                    <a16:creationId xmlns:a16="http://schemas.microsoft.com/office/drawing/2014/main" id="{29E6112D-E0B5-563C-507A-78BBFDFF4662}"/>
                  </a:ext>
                </a:extLst>
              </p:cNvPr>
              <p:cNvSpPr/>
              <p:nvPr/>
            </p:nvSpPr>
            <p:spPr>
              <a:xfrm>
                <a:off x="4693921" y="1485692"/>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Pädagogisches Modul</a:t>
                </a:r>
              </a:p>
            </p:txBody>
          </p:sp>
          <p:sp>
            <p:nvSpPr>
              <p:cNvPr id="33" name="Abgerundetes Rechteck 32">
                <a:extLst>
                  <a:ext uri="{FF2B5EF4-FFF2-40B4-BE49-F238E27FC236}">
                    <a16:creationId xmlns:a16="http://schemas.microsoft.com/office/drawing/2014/main" id="{B046119C-CBA0-F1B4-BFA4-A1B832221C31}"/>
                  </a:ext>
                </a:extLst>
              </p:cNvPr>
              <p:cNvSpPr/>
              <p:nvPr/>
            </p:nvSpPr>
            <p:spPr>
              <a:xfrm>
                <a:off x="4693921" y="3897594"/>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Experten Modell</a:t>
                </a:r>
              </a:p>
            </p:txBody>
          </p:sp>
          <p:sp>
            <p:nvSpPr>
              <p:cNvPr id="34" name="Abgerundetes Rechteck 33">
                <a:extLst>
                  <a:ext uri="{FF2B5EF4-FFF2-40B4-BE49-F238E27FC236}">
                    <a16:creationId xmlns:a16="http://schemas.microsoft.com/office/drawing/2014/main" id="{FDC83F3F-10D1-42AE-FF3E-744AFAA0B612}"/>
                  </a:ext>
                </a:extLst>
              </p:cNvPr>
              <p:cNvSpPr/>
              <p:nvPr/>
            </p:nvSpPr>
            <p:spPr>
              <a:xfrm>
                <a:off x="2189930" y="3897594"/>
                <a:ext cx="1790007"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Fachwissen</a:t>
                </a:r>
              </a:p>
            </p:txBody>
          </p:sp>
          <p:cxnSp>
            <p:nvCxnSpPr>
              <p:cNvPr id="35" name="Gerade Verbindung mit Pfeil 34">
                <a:extLst>
                  <a:ext uri="{FF2B5EF4-FFF2-40B4-BE49-F238E27FC236}">
                    <a16:creationId xmlns:a16="http://schemas.microsoft.com/office/drawing/2014/main" id="{4EFC50A4-2C4D-0B95-6904-4487D544B3F7}"/>
                  </a:ext>
                </a:extLst>
              </p:cNvPr>
              <p:cNvCxnSpPr>
                <a:stCxn id="34" idx="0"/>
                <a:endCxn id="30" idx="2"/>
              </p:cNvCxnSpPr>
              <p:nvPr/>
            </p:nvCxnSpPr>
            <p:spPr>
              <a:xfrm flipH="1" flipV="1">
                <a:off x="3084933" y="2400092"/>
                <a:ext cx="1" cy="14975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9E38075A-5DBD-22C3-CDA5-30E1E2B79BFE}"/>
                  </a:ext>
                </a:extLst>
              </p:cNvPr>
              <p:cNvCxnSpPr>
                <a:cxnSpLocks/>
                <a:stCxn id="34" idx="3"/>
              </p:cNvCxnSpPr>
              <p:nvPr/>
            </p:nvCxnSpPr>
            <p:spPr>
              <a:xfrm flipV="1">
                <a:off x="3979937" y="2400090"/>
                <a:ext cx="1158986" cy="19547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22D86951-E4DC-0861-A87C-650F9208DA77}"/>
                  </a:ext>
                </a:extLst>
              </p:cNvPr>
              <p:cNvCxnSpPr>
                <a:cxnSpLocks/>
                <a:stCxn id="33" idx="1"/>
              </p:cNvCxnSpPr>
              <p:nvPr/>
            </p:nvCxnSpPr>
            <p:spPr>
              <a:xfrm flipH="1" flipV="1">
                <a:off x="3529936" y="2400090"/>
                <a:ext cx="1163985" cy="19547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19AB6612-27DF-ADA4-2488-E67C93A037D5}"/>
                  </a:ext>
                </a:extLst>
              </p:cNvPr>
              <p:cNvCxnSpPr>
                <a:stCxn id="33" idx="0"/>
              </p:cNvCxnSpPr>
              <p:nvPr/>
            </p:nvCxnSpPr>
            <p:spPr>
              <a:xfrm flipH="1" flipV="1">
                <a:off x="5588924" y="2400091"/>
                <a:ext cx="1" cy="14975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DF953DE4-EFE4-9115-12C0-98FD7F1DACE2}"/>
                  </a:ext>
                </a:extLst>
              </p:cNvPr>
              <p:cNvCxnSpPr>
                <a:cxnSpLocks/>
              </p:cNvCxnSpPr>
              <p:nvPr/>
            </p:nvCxnSpPr>
            <p:spPr>
              <a:xfrm>
                <a:off x="3979936" y="1798516"/>
                <a:ext cx="7139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FD125DDC-8970-839A-01CD-AA6CE6E6E830}"/>
                  </a:ext>
                </a:extLst>
              </p:cNvPr>
              <p:cNvCxnSpPr>
                <a:endCxn id="31" idx="1"/>
              </p:cNvCxnSpPr>
              <p:nvPr/>
            </p:nvCxnSpPr>
            <p:spPr>
              <a:xfrm>
                <a:off x="6483928" y="1942892"/>
                <a:ext cx="7139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Gerade Verbindung mit Pfeil 40">
                <a:extLst>
                  <a:ext uri="{FF2B5EF4-FFF2-40B4-BE49-F238E27FC236}">
                    <a16:creationId xmlns:a16="http://schemas.microsoft.com/office/drawing/2014/main" id="{CC3B0A28-BFF2-A51B-4BAF-34C38A9F4689}"/>
                  </a:ext>
                </a:extLst>
              </p:cNvPr>
              <p:cNvCxnSpPr>
                <a:cxnSpLocks/>
              </p:cNvCxnSpPr>
              <p:nvPr/>
            </p:nvCxnSpPr>
            <p:spPr>
              <a:xfrm>
                <a:off x="3977437" y="2084622"/>
                <a:ext cx="713985" cy="0"/>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sp>
            <p:nvSpPr>
              <p:cNvPr id="42" name="Textfeld 41">
                <a:extLst>
                  <a:ext uri="{FF2B5EF4-FFF2-40B4-BE49-F238E27FC236}">
                    <a16:creationId xmlns:a16="http://schemas.microsoft.com/office/drawing/2014/main" id="{103A982C-149C-41AB-FCBD-B4EF47F9C750}"/>
                  </a:ext>
                </a:extLst>
              </p:cNvPr>
              <p:cNvSpPr txBox="1"/>
              <p:nvPr/>
            </p:nvSpPr>
            <p:spPr>
              <a:xfrm>
                <a:off x="2189929" y="1019679"/>
                <a:ext cx="1060089" cy="390866"/>
              </a:xfrm>
              <a:prstGeom prst="rect">
                <a:avLst/>
              </a:prstGeom>
              <a:noFill/>
            </p:spPr>
            <p:txBody>
              <a:bodyPr wrap="square" rtlCol="0">
                <a:spAutoFit/>
              </a:bodyPr>
              <a:lstStyle/>
              <a:p>
                <a:r>
                  <a:rPr lang="de-DE" sz="1600" dirty="0">
                    <a:latin typeface="Georgia" panose="02040502050405020303" pitchFamily="18" charset="0"/>
                  </a:rPr>
                  <a:t>DACE</a:t>
                </a:r>
              </a:p>
            </p:txBody>
          </p:sp>
          <p:sp>
            <p:nvSpPr>
              <p:cNvPr id="43" name="Textfeld 42">
                <a:extLst>
                  <a:ext uri="{FF2B5EF4-FFF2-40B4-BE49-F238E27FC236}">
                    <a16:creationId xmlns:a16="http://schemas.microsoft.com/office/drawing/2014/main" id="{37728275-2159-1878-14C4-09480424E516}"/>
                  </a:ext>
                </a:extLst>
              </p:cNvPr>
              <p:cNvSpPr txBox="1"/>
              <p:nvPr/>
            </p:nvSpPr>
            <p:spPr>
              <a:xfrm>
                <a:off x="7197911" y="1019679"/>
                <a:ext cx="1117788" cy="390866"/>
              </a:xfrm>
              <a:prstGeom prst="rect">
                <a:avLst/>
              </a:prstGeom>
              <a:noFill/>
            </p:spPr>
            <p:txBody>
              <a:bodyPr wrap="square" rtlCol="0">
                <a:spAutoFit/>
              </a:bodyPr>
              <a:lstStyle/>
              <a:p>
                <a:r>
                  <a:rPr lang="de-DE" sz="1600" dirty="0">
                    <a:latin typeface="Georgia" panose="02040502050405020303" pitchFamily="18" charset="0"/>
                  </a:rPr>
                  <a:t>KMU</a:t>
                </a:r>
              </a:p>
            </p:txBody>
          </p:sp>
          <p:pic>
            <p:nvPicPr>
              <p:cNvPr id="44" name="Grafik 43" descr="Männliches Profil Silhouette">
                <a:extLst>
                  <a:ext uri="{FF2B5EF4-FFF2-40B4-BE49-F238E27FC236}">
                    <a16:creationId xmlns:a16="http://schemas.microsoft.com/office/drawing/2014/main" id="{FAB5D900-AAF0-1C01-9A3F-CA6F5851EE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85213" y="1485690"/>
                <a:ext cx="914400" cy="914400"/>
              </a:xfrm>
              <a:prstGeom prst="rect">
                <a:avLst/>
              </a:prstGeom>
            </p:spPr>
          </p:pic>
          <p:cxnSp>
            <p:nvCxnSpPr>
              <p:cNvPr id="45" name="Gerade Verbindung mit Pfeil 44">
                <a:extLst>
                  <a:ext uri="{FF2B5EF4-FFF2-40B4-BE49-F238E27FC236}">
                    <a16:creationId xmlns:a16="http://schemas.microsoft.com/office/drawing/2014/main" id="{72D2D66B-4BDA-D234-14A8-BBF97281DD56}"/>
                  </a:ext>
                </a:extLst>
              </p:cNvPr>
              <p:cNvCxnSpPr>
                <a:cxnSpLocks/>
              </p:cNvCxnSpPr>
              <p:nvPr/>
            </p:nvCxnSpPr>
            <p:spPr>
              <a:xfrm>
                <a:off x="8990419" y="1788941"/>
                <a:ext cx="7139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6" name="Gerade Verbindung mit Pfeil 45">
                <a:extLst>
                  <a:ext uri="{FF2B5EF4-FFF2-40B4-BE49-F238E27FC236}">
                    <a16:creationId xmlns:a16="http://schemas.microsoft.com/office/drawing/2014/main" id="{F5224392-E267-EF52-35D7-7E0F45FCF0E4}"/>
                  </a:ext>
                </a:extLst>
              </p:cNvPr>
              <p:cNvCxnSpPr>
                <a:cxnSpLocks/>
              </p:cNvCxnSpPr>
              <p:nvPr/>
            </p:nvCxnSpPr>
            <p:spPr>
              <a:xfrm>
                <a:off x="8987920" y="2075047"/>
                <a:ext cx="713985" cy="0"/>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7" name="Gerade Verbindung 46">
                <a:extLst>
                  <a:ext uri="{FF2B5EF4-FFF2-40B4-BE49-F238E27FC236}">
                    <a16:creationId xmlns:a16="http://schemas.microsoft.com/office/drawing/2014/main" id="{3C89A3D0-FFAD-556A-6760-740AB705DDA6}"/>
                  </a:ext>
                </a:extLst>
              </p:cNvPr>
              <p:cNvCxnSpPr/>
              <p:nvPr/>
            </p:nvCxnSpPr>
            <p:spPr>
              <a:xfrm>
                <a:off x="9738104" y="2265504"/>
                <a:ext cx="6086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 name="Gruppieren 58">
              <a:extLst>
                <a:ext uri="{FF2B5EF4-FFF2-40B4-BE49-F238E27FC236}">
                  <a16:creationId xmlns:a16="http://schemas.microsoft.com/office/drawing/2014/main" id="{8B1D0DFE-0035-EC34-94E7-0D9B6672FC3C}"/>
                </a:ext>
              </a:extLst>
            </p:cNvPr>
            <p:cNvGrpSpPr>
              <a:grpSpLocks noChangeAspect="1"/>
            </p:cNvGrpSpPr>
            <p:nvPr/>
          </p:nvGrpSpPr>
          <p:grpSpPr>
            <a:xfrm>
              <a:off x="5372830" y="2654280"/>
              <a:ext cx="7793496" cy="3896748"/>
              <a:chOff x="3785047" y="3612235"/>
              <a:chExt cx="11205882" cy="5602941"/>
            </a:xfrm>
          </p:grpSpPr>
          <p:sp>
            <p:nvSpPr>
              <p:cNvPr id="49" name="Abgerundetes Rechteck 48">
                <a:extLst>
                  <a:ext uri="{FF2B5EF4-FFF2-40B4-BE49-F238E27FC236}">
                    <a16:creationId xmlns:a16="http://schemas.microsoft.com/office/drawing/2014/main" id="{DD5B4165-CBBB-F37F-E9CB-D2BA72F12E09}"/>
                  </a:ext>
                </a:extLst>
              </p:cNvPr>
              <p:cNvSpPr/>
              <p:nvPr/>
            </p:nvSpPr>
            <p:spPr>
              <a:xfrm>
                <a:off x="7783305" y="3612235"/>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DACE-Academy</a:t>
                </a:r>
              </a:p>
            </p:txBody>
          </p:sp>
          <p:sp>
            <p:nvSpPr>
              <p:cNvPr id="50" name="Abgerundetes Rechteck 49">
                <a:extLst>
                  <a:ext uri="{FF2B5EF4-FFF2-40B4-BE49-F238E27FC236}">
                    <a16:creationId xmlns:a16="http://schemas.microsoft.com/office/drawing/2014/main" id="{CD36162E-C986-DCFA-ED94-03176ED4771F}"/>
                  </a:ext>
                </a:extLst>
              </p:cNvPr>
              <p:cNvSpPr/>
              <p:nvPr/>
            </p:nvSpPr>
            <p:spPr>
              <a:xfrm>
                <a:off x="3785047" y="5562058"/>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Anfrage des lernenden</a:t>
                </a:r>
              </a:p>
            </p:txBody>
          </p:sp>
          <p:sp>
            <p:nvSpPr>
              <p:cNvPr id="51" name="Abgerundetes Rechteck 50">
                <a:extLst>
                  <a:ext uri="{FF2B5EF4-FFF2-40B4-BE49-F238E27FC236}">
                    <a16:creationId xmlns:a16="http://schemas.microsoft.com/office/drawing/2014/main" id="{0C39AB09-D1F1-A94D-F9A8-64023D82AC8D}"/>
                  </a:ext>
                </a:extLst>
              </p:cNvPr>
              <p:cNvSpPr/>
              <p:nvPr/>
            </p:nvSpPr>
            <p:spPr>
              <a:xfrm>
                <a:off x="7783305" y="5562058"/>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Algorithmen anwenden</a:t>
                </a:r>
              </a:p>
            </p:txBody>
          </p:sp>
          <p:sp>
            <p:nvSpPr>
              <p:cNvPr id="52" name="Abgerundetes Rechteck 51">
                <a:extLst>
                  <a:ext uri="{FF2B5EF4-FFF2-40B4-BE49-F238E27FC236}">
                    <a16:creationId xmlns:a16="http://schemas.microsoft.com/office/drawing/2014/main" id="{ECB658A6-F8CE-A493-BADE-9375D5F35698}"/>
                  </a:ext>
                </a:extLst>
              </p:cNvPr>
              <p:cNvSpPr/>
              <p:nvPr/>
            </p:nvSpPr>
            <p:spPr>
              <a:xfrm>
                <a:off x="7783305" y="7691176"/>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Virtueller Tutor</a:t>
                </a:r>
              </a:p>
            </p:txBody>
          </p:sp>
          <p:sp>
            <p:nvSpPr>
              <p:cNvPr id="53" name="Pfeil nach rechts 52">
                <a:extLst>
                  <a:ext uri="{FF2B5EF4-FFF2-40B4-BE49-F238E27FC236}">
                    <a16:creationId xmlns:a16="http://schemas.microsoft.com/office/drawing/2014/main" id="{80C47386-89A2-85CB-086F-C4EC5389CA05}"/>
                  </a:ext>
                </a:extLst>
              </p:cNvPr>
              <p:cNvSpPr/>
              <p:nvPr/>
            </p:nvSpPr>
            <p:spPr>
              <a:xfrm>
                <a:off x="7079576" y="6021499"/>
                <a:ext cx="618564" cy="6051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latin typeface="Georgia" panose="02040502050405020303" pitchFamily="18" charset="0"/>
                </a:endParaRPr>
              </a:p>
            </p:txBody>
          </p:sp>
          <p:sp>
            <p:nvSpPr>
              <p:cNvPr id="54" name="Rechteckiger Pfeil 53">
                <a:extLst>
                  <a:ext uri="{FF2B5EF4-FFF2-40B4-BE49-F238E27FC236}">
                    <a16:creationId xmlns:a16="http://schemas.microsoft.com/office/drawing/2014/main" id="{F4722865-DB92-B1E1-37C3-750B09960AEA}"/>
                  </a:ext>
                </a:extLst>
              </p:cNvPr>
              <p:cNvSpPr/>
              <p:nvPr/>
            </p:nvSpPr>
            <p:spPr>
              <a:xfrm rot="5400000" flipV="1">
                <a:off x="5990364" y="3901345"/>
                <a:ext cx="1167652" cy="162933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solidFill>
                    <a:schemeClr val="tx1"/>
                  </a:solidFill>
                  <a:latin typeface="Georgia" panose="02040502050405020303" pitchFamily="18" charset="0"/>
                </a:endParaRPr>
              </a:p>
            </p:txBody>
          </p:sp>
          <p:sp>
            <p:nvSpPr>
              <p:cNvPr id="55" name="Rechteckiger Pfeil 54">
                <a:extLst>
                  <a:ext uri="{FF2B5EF4-FFF2-40B4-BE49-F238E27FC236}">
                    <a16:creationId xmlns:a16="http://schemas.microsoft.com/office/drawing/2014/main" id="{EDA26547-2AFA-AC60-EC56-181EE7D5416F}"/>
                  </a:ext>
                </a:extLst>
              </p:cNvPr>
              <p:cNvSpPr/>
              <p:nvPr/>
            </p:nvSpPr>
            <p:spPr>
              <a:xfrm rot="5400000" flipH="1" flipV="1">
                <a:off x="5990364" y="7117435"/>
                <a:ext cx="1167652" cy="162933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solidFill>
                    <a:schemeClr val="tx1"/>
                  </a:solidFill>
                  <a:latin typeface="Georgia" panose="02040502050405020303" pitchFamily="18" charset="0"/>
                </a:endParaRPr>
              </a:p>
            </p:txBody>
          </p:sp>
          <p:sp>
            <p:nvSpPr>
              <p:cNvPr id="56" name="Gebogener Pfeil 55">
                <a:extLst>
                  <a:ext uri="{FF2B5EF4-FFF2-40B4-BE49-F238E27FC236}">
                    <a16:creationId xmlns:a16="http://schemas.microsoft.com/office/drawing/2014/main" id="{AE5F63E1-6DE7-51ED-178E-B45E7105FA31}"/>
                  </a:ext>
                </a:extLst>
              </p:cNvPr>
              <p:cNvSpPr/>
              <p:nvPr/>
            </p:nvSpPr>
            <p:spPr>
              <a:xfrm rot="5400000">
                <a:off x="9957243" y="6167176"/>
                <a:ext cx="2277035" cy="2590799"/>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solidFill>
                    <a:schemeClr val="tx1"/>
                  </a:solidFill>
                  <a:latin typeface="Georgia" panose="02040502050405020303" pitchFamily="18" charset="0"/>
                </a:endParaRPr>
              </a:p>
            </p:txBody>
          </p:sp>
          <p:sp>
            <p:nvSpPr>
              <p:cNvPr id="57" name="Gebogener Pfeil 56">
                <a:extLst>
                  <a:ext uri="{FF2B5EF4-FFF2-40B4-BE49-F238E27FC236}">
                    <a16:creationId xmlns:a16="http://schemas.microsoft.com/office/drawing/2014/main" id="{2CBA9F63-62AE-4842-81DC-FCC96AFA8DD7}"/>
                  </a:ext>
                </a:extLst>
              </p:cNvPr>
              <p:cNvSpPr/>
              <p:nvPr/>
            </p:nvSpPr>
            <p:spPr>
              <a:xfrm rot="5400000" flipH="1">
                <a:off x="9956360" y="4068553"/>
                <a:ext cx="2278800" cy="2590799"/>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solidFill>
                    <a:schemeClr val="tx1"/>
                  </a:solidFill>
                  <a:latin typeface="Georgia" panose="02040502050405020303" pitchFamily="18" charset="0"/>
                </a:endParaRPr>
              </a:p>
            </p:txBody>
          </p:sp>
          <p:sp>
            <p:nvSpPr>
              <p:cNvPr id="58" name="Abgerundetes Rechteck 57">
                <a:extLst>
                  <a:ext uri="{FF2B5EF4-FFF2-40B4-BE49-F238E27FC236}">
                    <a16:creationId xmlns:a16="http://schemas.microsoft.com/office/drawing/2014/main" id="{1EB5ADFC-B3C4-85C3-F934-904FDE3FE87A}"/>
                  </a:ext>
                </a:extLst>
              </p:cNvPr>
              <p:cNvSpPr/>
              <p:nvPr/>
            </p:nvSpPr>
            <p:spPr>
              <a:xfrm>
                <a:off x="11781564" y="4374235"/>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Lehrerberichte und Warnmeldungen</a:t>
                </a:r>
              </a:p>
            </p:txBody>
          </p:sp>
        </p:grpSp>
        <p:cxnSp>
          <p:nvCxnSpPr>
            <p:cNvPr id="62" name="Gerade Verbindung 61">
              <a:extLst>
                <a:ext uri="{FF2B5EF4-FFF2-40B4-BE49-F238E27FC236}">
                  <a16:creationId xmlns:a16="http://schemas.microsoft.com/office/drawing/2014/main" id="{6D07F57F-D698-0157-700E-385742F55D65}"/>
                </a:ext>
              </a:extLst>
            </p:cNvPr>
            <p:cNvCxnSpPr>
              <a:cxnSpLocks/>
            </p:cNvCxnSpPr>
            <p:nvPr/>
          </p:nvCxnSpPr>
          <p:spPr>
            <a:xfrm>
              <a:off x="6882905" y="1366723"/>
              <a:ext cx="581046" cy="10845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Gerade Verbindung 63">
              <a:extLst>
                <a:ext uri="{FF2B5EF4-FFF2-40B4-BE49-F238E27FC236}">
                  <a16:creationId xmlns:a16="http://schemas.microsoft.com/office/drawing/2014/main" id="{1823E178-6544-3A1F-24D5-5BA940BD829A}"/>
                </a:ext>
              </a:extLst>
            </p:cNvPr>
            <p:cNvCxnSpPr>
              <a:cxnSpLocks/>
            </p:cNvCxnSpPr>
            <p:nvPr/>
          </p:nvCxnSpPr>
          <p:spPr>
            <a:xfrm flipH="1">
              <a:off x="6160525" y="1366723"/>
              <a:ext cx="434380" cy="10845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6" name="Grafik 75" descr="Lupe mit einfarbiger Füllung">
              <a:extLst>
                <a:ext uri="{FF2B5EF4-FFF2-40B4-BE49-F238E27FC236}">
                  <a16:creationId xmlns:a16="http://schemas.microsoft.com/office/drawing/2014/main" id="{EBB1BEBE-C33D-1872-780E-E5CAEBC1F4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41246" y="1158758"/>
              <a:ext cx="520731" cy="520731"/>
            </a:xfrm>
            <a:prstGeom prst="rect">
              <a:avLst/>
            </a:prstGeom>
          </p:spPr>
        </p:pic>
      </p:grpSp>
    </p:spTree>
    <p:extLst>
      <p:ext uri="{BB962C8B-B14F-4D97-AF65-F5344CB8AC3E}">
        <p14:creationId xmlns:p14="http://schemas.microsoft.com/office/powerpoint/2010/main" val="1247261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descr="Ein Bild, das Diagramm, Plan, technische Zeichnung, Reihe enthält.&#10;&#10;Automatisch generierte Beschreibung">
            <a:extLst>
              <a:ext uri="{FF2B5EF4-FFF2-40B4-BE49-F238E27FC236}">
                <a16:creationId xmlns:a16="http://schemas.microsoft.com/office/drawing/2014/main" id="{7BE5F11B-791F-E092-15C7-7FF2D14D76D1}"/>
              </a:ext>
            </a:extLst>
          </p:cNvPr>
          <p:cNvPicPr>
            <a:picLocks noChangeAspect="1"/>
          </p:cNvPicPr>
          <p:nvPr/>
        </p:nvPicPr>
        <p:blipFill>
          <a:blip r:embed="rId2"/>
          <a:stretch>
            <a:fillRect/>
          </a:stretch>
        </p:blipFill>
        <p:spPr>
          <a:xfrm>
            <a:off x="-250638" y="-3236849"/>
            <a:ext cx="7377579" cy="3773698"/>
          </a:xfrm>
          <a:prstGeom prst="rect">
            <a:avLst/>
          </a:prstGeom>
        </p:spPr>
      </p:pic>
      <p:grpSp>
        <p:nvGrpSpPr>
          <p:cNvPr id="56" name="Gruppieren 55">
            <a:extLst>
              <a:ext uri="{FF2B5EF4-FFF2-40B4-BE49-F238E27FC236}">
                <a16:creationId xmlns:a16="http://schemas.microsoft.com/office/drawing/2014/main" id="{B7EDC22C-AAD0-4691-AED1-DC07D5CD89B1}"/>
              </a:ext>
            </a:extLst>
          </p:cNvPr>
          <p:cNvGrpSpPr/>
          <p:nvPr/>
        </p:nvGrpSpPr>
        <p:grpSpPr>
          <a:xfrm>
            <a:off x="2653867" y="1808641"/>
            <a:ext cx="7426754" cy="3147654"/>
            <a:chOff x="2653867" y="1789591"/>
            <a:chExt cx="7426754" cy="3147654"/>
          </a:xfrm>
        </p:grpSpPr>
        <p:sp>
          <p:nvSpPr>
            <p:cNvPr id="9" name="Rechteck 8">
              <a:extLst>
                <a:ext uri="{FF2B5EF4-FFF2-40B4-BE49-F238E27FC236}">
                  <a16:creationId xmlns:a16="http://schemas.microsoft.com/office/drawing/2014/main" id="{3B7377F2-1504-C697-EF0C-9DF5306F0043}"/>
                </a:ext>
              </a:extLst>
            </p:cNvPr>
            <p:cNvSpPr/>
            <p:nvPr/>
          </p:nvSpPr>
          <p:spPr>
            <a:xfrm>
              <a:off x="5084135" y="2279310"/>
              <a:ext cx="972000" cy="75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Arbeits-speicher</a:t>
              </a:r>
            </a:p>
          </p:txBody>
        </p:sp>
        <p:sp>
          <p:nvSpPr>
            <p:cNvPr id="10" name="Oval 9">
              <a:extLst>
                <a:ext uri="{FF2B5EF4-FFF2-40B4-BE49-F238E27FC236}">
                  <a16:creationId xmlns:a16="http://schemas.microsoft.com/office/drawing/2014/main" id="{0E2F8D04-5D50-505A-7372-C6D33D4D823C}"/>
                </a:ext>
              </a:extLst>
            </p:cNvPr>
            <p:cNvSpPr/>
            <p:nvPr/>
          </p:nvSpPr>
          <p:spPr>
            <a:xfrm>
              <a:off x="5097516" y="3692634"/>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100" dirty="0">
                  <a:latin typeface="Georgia" panose="02040502050405020303" pitchFamily="18" charset="0"/>
                </a:rPr>
                <a:t>Regel-</a:t>
              </a:r>
              <a:r>
                <a:rPr lang="de-DE" sz="1100" dirty="0" err="1">
                  <a:latin typeface="Georgia" panose="02040502050405020303" pitchFamily="18" charset="0"/>
                </a:rPr>
                <a:t>interpreta</a:t>
              </a:r>
              <a:r>
                <a:rPr lang="de-DE" sz="1100" dirty="0">
                  <a:latin typeface="Georgia" panose="02040502050405020303" pitchFamily="18" charset="0"/>
                </a:rPr>
                <a:t>-</a:t>
              </a:r>
              <a:r>
                <a:rPr lang="de-DE" sz="1100" dirty="0" err="1">
                  <a:latin typeface="Georgia" panose="02040502050405020303" pitchFamily="18" charset="0"/>
                </a:rPr>
                <a:t>tion</a:t>
              </a:r>
              <a:endParaRPr lang="de-DE" sz="1100" dirty="0">
                <a:latin typeface="Georgia" panose="02040502050405020303" pitchFamily="18" charset="0"/>
              </a:endParaRPr>
            </a:p>
          </p:txBody>
        </p:sp>
        <p:sp>
          <p:nvSpPr>
            <p:cNvPr id="13" name="Rechteck 12">
              <a:extLst>
                <a:ext uri="{FF2B5EF4-FFF2-40B4-BE49-F238E27FC236}">
                  <a16:creationId xmlns:a16="http://schemas.microsoft.com/office/drawing/2014/main" id="{65FC0FC5-E66E-48B4-1175-BC2C3FF658D8}"/>
                </a:ext>
              </a:extLst>
            </p:cNvPr>
            <p:cNvSpPr/>
            <p:nvPr/>
          </p:nvSpPr>
          <p:spPr>
            <a:xfrm>
              <a:off x="7126941" y="2131359"/>
              <a:ext cx="2376748" cy="1080000"/>
            </a:xfrm>
            <a:prstGeom prst="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sp>
          <p:nvSpPr>
            <p:cNvPr id="11" name="Rechteck 10">
              <a:extLst>
                <a:ext uri="{FF2B5EF4-FFF2-40B4-BE49-F238E27FC236}">
                  <a16:creationId xmlns:a16="http://schemas.microsoft.com/office/drawing/2014/main" id="{C7A489B5-4459-D6A9-89E1-DDB163C3D14F}"/>
                </a:ext>
              </a:extLst>
            </p:cNvPr>
            <p:cNvSpPr/>
            <p:nvPr/>
          </p:nvSpPr>
          <p:spPr>
            <a:xfrm>
              <a:off x="7273764" y="2279310"/>
              <a:ext cx="972000" cy="75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Regel-gedächtnis</a:t>
              </a:r>
            </a:p>
          </p:txBody>
        </p:sp>
        <p:sp>
          <p:nvSpPr>
            <p:cNvPr id="12" name="Rechteck 11">
              <a:extLst>
                <a:ext uri="{FF2B5EF4-FFF2-40B4-BE49-F238E27FC236}">
                  <a16:creationId xmlns:a16="http://schemas.microsoft.com/office/drawing/2014/main" id="{20371FC1-6D0E-2F53-8880-0EC08E7EFF67}"/>
                </a:ext>
              </a:extLst>
            </p:cNvPr>
            <p:cNvSpPr/>
            <p:nvPr/>
          </p:nvSpPr>
          <p:spPr>
            <a:xfrm>
              <a:off x="8402989" y="2279310"/>
              <a:ext cx="972000" cy="75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Faktisches Gedächtnis</a:t>
              </a:r>
            </a:p>
          </p:txBody>
        </p:sp>
        <p:sp>
          <p:nvSpPr>
            <p:cNvPr id="14" name="Oval 13">
              <a:extLst>
                <a:ext uri="{FF2B5EF4-FFF2-40B4-BE49-F238E27FC236}">
                  <a16:creationId xmlns:a16="http://schemas.microsoft.com/office/drawing/2014/main" id="{FDFFA5FF-A0BC-E93C-B29C-6F0D78505C70}"/>
                </a:ext>
              </a:extLst>
            </p:cNvPr>
            <p:cNvSpPr/>
            <p:nvPr/>
          </p:nvSpPr>
          <p:spPr>
            <a:xfrm>
              <a:off x="7596857" y="3497245"/>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36000" tIns="36000" rIns="72000" bIns="36000" rtlCol="0" anchor="ctr"/>
            <a:lstStyle/>
            <a:p>
              <a:pPr algn="ctr"/>
              <a:r>
                <a:rPr lang="de-DE" sz="1100" dirty="0">
                  <a:latin typeface="Georgia" panose="02040502050405020303" pitchFamily="18" charset="0"/>
                </a:rPr>
                <a:t>Regel- </a:t>
              </a:r>
            </a:p>
            <a:p>
              <a:pPr algn="ctr"/>
              <a:r>
                <a:rPr lang="de-DE" sz="1100" dirty="0">
                  <a:latin typeface="Georgia" panose="02040502050405020303" pitchFamily="18" charset="0"/>
                </a:rPr>
                <a:t>&amp; Datenelementauswahl</a:t>
              </a:r>
            </a:p>
          </p:txBody>
        </p:sp>
        <p:cxnSp>
          <p:nvCxnSpPr>
            <p:cNvPr id="16" name="Gerade Verbindung mit Pfeil 15">
              <a:extLst>
                <a:ext uri="{FF2B5EF4-FFF2-40B4-BE49-F238E27FC236}">
                  <a16:creationId xmlns:a16="http://schemas.microsoft.com/office/drawing/2014/main" id="{F74C2DCA-C72D-4F95-444D-AA23D852E7D6}"/>
                </a:ext>
              </a:extLst>
            </p:cNvPr>
            <p:cNvCxnSpPr>
              <a:cxnSpLocks/>
              <a:endCxn id="9" idx="1"/>
            </p:cNvCxnSpPr>
            <p:nvPr/>
          </p:nvCxnSpPr>
          <p:spPr>
            <a:xfrm>
              <a:off x="3489512" y="2657310"/>
              <a:ext cx="1594623" cy="0"/>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48EB0911-68C1-CC63-84D6-070C84883AB2}"/>
                </a:ext>
              </a:extLst>
            </p:cNvPr>
            <p:cNvCxnSpPr>
              <a:cxnSpLocks/>
            </p:cNvCxnSpPr>
            <p:nvPr/>
          </p:nvCxnSpPr>
          <p:spPr>
            <a:xfrm>
              <a:off x="5472952" y="3035310"/>
              <a:ext cx="0" cy="657324"/>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B170B6B3-44A3-A1AB-87BC-1157C4CF28F0}"/>
                </a:ext>
              </a:extLst>
            </p:cNvPr>
            <p:cNvCxnSpPr>
              <a:cxnSpLocks/>
            </p:cNvCxnSpPr>
            <p:nvPr/>
          </p:nvCxnSpPr>
          <p:spPr>
            <a:xfrm flipV="1">
              <a:off x="5768788" y="3035310"/>
              <a:ext cx="0" cy="723143"/>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50A55442-4D43-683E-7BE3-28167C57CC18}"/>
                </a:ext>
              </a:extLst>
            </p:cNvPr>
            <p:cNvCxnSpPr>
              <a:cxnSpLocks/>
              <a:stCxn id="13" idx="2"/>
              <a:endCxn id="14" idx="0"/>
            </p:cNvCxnSpPr>
            <p:nvPr/>
          </p:nvCxnSpPr>
          <p:spPr>
            <a:xfrm>
              <a:off x="8315315" y="3211359"/>
              <a:ext cx="1542" cy="285886"/>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92610F36-270B-C563-B93D-A9DE97A86E17}"/>
                </a:ext>
              </a:extLst>
            </p:cNvPr>
            <p:cNvCxnSpPr>
              <a:cxnSpLocks/>
              <a:stCxn id="14" idx="2"/>
              <a:endCxn id="10" idx="6"/>
            </p:cNvCxnSpPr>
            <p:nvPr/>
          </p:nvCxnSpPr>
          <p:spPr>
            <a:xfrm flipH="1">
              <a:off x="6177516" y="4217245"/>
              <a:ext cx="1419341" cy="15389"/>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886FC828-1A19-EEDE-C4F3-AE623E64AD99}"/>
                </a:ext>
              </a:extLst>
            </p:cNvPr>
            <p:cNvCxnSpPr>
              <a:cxnSpLocks/>
              <a:stCxn id="10" idx="2"/>
            </p:cNvCxnSpPr>
            <p:nvPr/>
          </p:nvCxnSpPr>
          <p:spPr>
            <a:xfrm flipH="1">
              <a:off x="3486336" y="4232634"/>
              <a:ext cx="1611180" cy="0"/>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37" name="Gewinkelte Verbindung 36">
              <a:extLst>
                <a:ext uri="{FF2B5EF4-FFF2-40B4-BE49-F238E27FC236}">
                  <a16:creationId xmlns:a16="http://schemas.microsoft.com/office/drawing/2014/main" id="{23661DC4-88DD-37E7-4DB4-25329DCBDF2F}"/>
                </a:ext>
              </a:extLst>
            </p:cNvPr>
            <p:cNvCxnSpPr>
              <a:cxnSpLocks/>
              <a:stCxn id="9" idx="3"/>
            </p:cNvCxnSpPr>
            <p:nvPr/>
          </p:nvCxnSpPr>
          <p:spPr>
            <a:xfrm>
              <a:off x="6056135" y="2657310"/>
              <a:ext cx="559818" cy="578015"/>
            </a:xfrm>
            <a:prstGeom prst="bentConnector2">
              <a:avLst/>
            </a:prstGeom>
            <a:ln w="28575" cap="rnd">
              <a:round/>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55E4AD16-7A46-833A-2905-49206CDE703F}"/>
                </a:ext>
              </a:extLst>
            </p:cNvPr>
            <p:cNvCxnSpPr>
              <a:cxnSpLocks/>
            </p:cNvCxnSpPr>
            <p:nvPr/>
          </p:nvCxnSpPr>
          <p:spPr>
            <a:xfrm>
              <a:off x="6615953" y="3234447"/>
              <a:ext cx="1070806" cy="604194"/>
            </a:xfrm>
            <a:prstGeom prst="straightConnector1">
              <a:avLst/>
            </a:prstGeom>
            <a:ln w="28575" cap="flat">
              <a:round/>
              <a:tailEnd type="triangle" w="med" len="lg"/>
            </a:ln>
          </p:spPr>
          <p:style>
            <a:lnRef idx="1">
              <a:schemeClr val="accent1"/>
            </a:lnRef>
            <a:fillRef idx="0">
              <a:schemeClr val="accent1"/>
            </a:fillRef>
            <a:effectRef idx="0">
              <a:schemeClr val="accent1"/>
            </a:effectRef>
            <a:fontRef idx="minor">
              <a:schemeClr val="tx1"/>
            </a:fontRef>
          </p:style>
        </p:cxnSp>
        <p:sp>
          <p:nvSpPr>
            <p:cNvPr id="45" name="Textfeld 44">
              <a:extLst>
                <a:ext uri="{FF2B5EF4-FFF2-40B4-BE49-F238E27FC236}">
                  <a16:creationId xmlns:a16="http://schemas.microsoft.com/office/drawing/2014/main" id="{109E20E9-0295-66AA-B5C1-61BD281656FB}"/>
                </a:ext>
              </a:extLst>
            </p:cNvPr>
            <p:cNvSpPr txBox="1"/>
            <p:nvPr/>
          </p:nvSpPr>
          <p:spPr>
            <a:xfrm>
              <a:off x="7596857" y="1789591"/>
              <a:ext cx="1436915" cy="307777"/>
            </a:xfrm>
            <a:prstGeom prst="rect">
              <a:avLst/>
            </a:prstGeom>
            <a:noFill/>
          </p:spPr>
          <p:txBody>
            <a:bodyPr wrap="square" rtlCol="0">
              <a:spAutoFit/>
            </a:bodyPr>
            <a:lstStyle/>
            <a:p>
              <a:r>
                <a:rPr lang="de-DE" sz="1400" dirty="0">
                  <a:latin typeface="Georgia" panose="02040502050405020303" pitchFamily="18" charset="0"/>
                </a:rPr>
                <a:t>Wissensbasis</a:t>
              </a:r>
            </a:p>
          </p:txBody>
        </p:sp>
        <p:sp>
          <p:nvSpPr>
            <p:cNvPr id="46" name="Textfeld 45">
              <a:extLst>
                <a:ext uri="{FF2B5EF4-FFF2-40B4-BE49-F238E27FC236}">
                  <a16:creationId xmlns:a16="http://schemas.microsoft.com/office/drawing/2014/main" id="{A97422F0-39AB-14F4-2EB4-1AF62942A2EB}"/>
                </a:ext>
              </a:extLst>
            </p:cNvPr>
            <p:cNvSpPr txBox="1"/>
            <p:nvPr/>
          </p:nvSpPr>
          <p:spPr>
            <a:xfrm>
              <a:off x="8402989" y="3224875"/>
              <a:ext cx="1677632" cy="307777"/>
            </a:xfrm>
            <a:prstGeom prst="rect">
              <a:avLst/>
            </a:prstGeom>
            <a:noFill/>
          </p:spPr>
          <p:txBody>
            <a:bodyPr wrap="square" rtlCol="0">
              <a:spAutoFit/>
            </a:bodyPr>
            <a:lstStyle/>
            <a:p>
              <a:r>
                <a:rPr lang="de-DE" sz="1400" dirty="0">
                  <a:latin typeface="Georgia" panose="02040502050405020303" pitchFamily="18" charset="0"/>
                </a:rPr>
                <a:t>Regeln &amp; Fakten</a:t>
              </a:r>
            </a:p>
          </p:txBody>
        </p:sp>
        <p:sp>
          <p:nvSpPr>
            <p:cNvPr id="47" name="Textfeld 46">
              <a:extLst>
                <a:ext uri="{FF2B5EF4-FFF2-40B4-BE49-F238E27FC236}">
                  <a16:creationId xmlns:a16="http://schemas.microsoft.com/office/drawing/2014/main" id="{A3BE081B-8938-2BE5-6562-17852399D93F}"/>
                </a:ext>
              </a:extLst>
            </p:cNvPr>
            <p:cNvSpPr txBox="1"/>
            <p:nvPr/>
          </p:nvSpPr>
          <p:spPr>
            <a:xfrm>
              <a:off x="2817011" y="2488033"/>
              <a:ext cx="688210" cy="307777"/>
            </a:xfrm>
            <a:prstGeom prst="rect">
              <a:avLst/>
            </a:prstGeom>
            <a:noFill/>
          </p:spPr>
          <p:txBody>
            <a:bodyPr wrap="square" rtlCol="0">
              <a:spAutoFit/>
            </a:bodyPr>
            <a:lstStyle/>
            <a:p>
              <a:r>
                <a:rPr lang="de-DE" sz="1400" dirty="0">
                  <a:latin typeface="Georgia" panose="02040502050405020303" pitchFamily="18" charset="0"/>
                </a:rPr>
                <a:t>Input</a:t>
              </a:r>
            </a:p>
          </p:txBody>
        </p:sp>
        <p:sp>
          <p:nvSpPr>
            <p:cNvPr id="48" name="Textfeld 47">
              <a:extLst>
                <a:ext uri="{FF2B5EF4-FFF2-40B4-BE49-F238E27FC236}">
                  <a16:creationId xmlns:a16="http://schemas.microsoft.com/office/drawing/2014/main" id="{D6269C16-297B-1CBF-ED49-C03C32A2EEDB}"/>
                </a:ext>
              </a:extLst>
            </p:cNvPr>
            <p:cNvSpPr txBox="1"/>
            <p:nvPr/>
          </p:nvSpPr>
          <p:spPr>
            <a:xfrm>
              <a:off x="2653867" y="4063357"/>
              <a:ext cx="832469" cy="307777"/>
            </a:xfrm>
            <a:prstGeom prst="rect">
              <a:avLst/>
            </a:prstGeom>
            <a:noFill/>
          </p:spPr>
          <p:txBody>
            <a:bodyPr wrap="square" rtlCol="0">
              <a:spAutoFit/>
            </a:bodyPr>
            <a:lstStyle/>
            <a:p>
              <a:r>
                <a:rPr lang="de-DE" sz="1400" dirty="0">
                  <a:latin typeface="Georgia" panose="02040502050405020303" pitchFamily="18" charset="0"/>
                </a:rPr>
                <a:t>Output</a:t>
              </a:r>
            </a:p>
          </p:txBody>
        </p:sp>
      </p:grpSp>
      <p:sp>
        <p:nvSpPr>
          <p:cNvPr id="49" name="Textfeld 48">
            <a:extLst>
              <a:ext uri="{FF2B5EF4-FFF2-40B4-BE49-F238E27FC236}">
                <a16:creationId xmlns:a16="http://schemas.microsoft.com/office/drawing/2014/main" id="{92F5FFE0-5E4B-2EFF-DA65-5ECBF38CD378}"/>
              </a:ext>
            </a:extLst>
          </p:cNvPr>
          <p:cNvSpPr txBox="1"/>
          <p:nvPr/>
        </p:nvSpPr>
        <p:spPr>
          <a:xfrm>
            <a:off x="3877234" y="214022"/>
            <a:ext cx="1595718" cy="261610"/>
          </a:xfrm>
          <a:prstGeom prst="rect">
            <a:avLst/>
          </a:prstGeom>
          <a:noFill/>
        </p:spPr>
        <p:txBody>
          <a:bodyPr wrap="square" rtlCol="0">
            <a:spAutoFit/>
          </a:bodyPr>
          <a:lstStyle/>
          <a:p>
            <a:pPr algn="ctr"/>
            <a:r>
              <a:rPr lang="de-DE" sz="1100" dirty="0">
                <a:latin typeface="Georgia" panose="02040502050405020303" pitchFamily="18" charset="0"/>
              </a:rPr>
              <a:t>Ausgewählte Regel</a:t>
            </a:r>
          </a:p>
        </p:txBody>
      </p:sp>
      <p:sp>
        <p:nvSpPr>
          <p:cNvPr id="50" name="Textfeld 49">
            <a:extLst>
              <a:ext uri="{FF2B5EF4-FFF2-40B4-BE49-F238E27FC236}">
                <a16:creationId xmlns:a16="http://schemas.microsoft.com/office/drawing/2014/main" id="{4B3AD27D-3C3E-415F-C739-DDE5EC601452}"/>
              </a:ext>
            </a:extLst>
          </p:cNvPr>
          <p:cNvSpPr txBox="1"/>
          <p:nvPr/>
        </p:nvSpPr>
        <p:spPr>
          <a:xfrm>
            <a:off x="4047361" y="727142"/>
            <a:ext cx="1595718" cy="261610"/>
          </a:xfrm>
          <a:prstGeom prst="rect">
            <a:avLst/>
          </a:prstGeom>
          <a:noFill/>
        </p:spPr>
        <p:txBody>
          <a:bodyPr wrap="square" rtlCol="0">
            <a:spAutoFit/>
          </a:bodyPr>
          <a:lstStyle/>
          <a:p>
            <a:pPr algn="ctr"/>
            <a:r>
              <a:rPr lang="de-DE" sz="1100" dirty="0">
                <a:latin typeface="Georgia" panose="02040502050405020303" pitchFamily="18" charset="0"/>
              </a:rPr>
              <a:t>Ausgewählte Daten</a:t>
            </a:r>
          </a:p>
        </p:txBody>
      </p:sp>
    </p:spTree>
    <p:extLst>
      <p:ext uri="{BB962C8B-B14F-4D97-AF65-F5344CB8AC3E}">
        <p14:creationId xmlns:p14="http://schemas.microsoft.com/office/powerpoint/2010/main" val="1105581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5907CF-A8EA-BBBA-81B4-1B0081C01C9C}"/>
            </a:ext>
          </a:extLst>
        </p:cNvPr>
        <p:cNvGrpSpPr/>
        <p:nvPr/>
      </p:nvGrpSpPr>
      <p:grpSpPr>
        <a:xfrm>
          <a:off x="0" y="0"/>
          <a:ext cx="0" cy="0"/>
          <a:chOff x="0" y="0"/>
          <a:chExt cx="0" cy="0"/>
        </a:xfrm>
      </p:grpSpPr>
      <p:sp>
        <p:nvSpPr>
          <p:cNvPr id="8" name="Foliennummernplatzhalter 2">
            <a:extLst>
              <a:ext uri="{FF2B5EF4-FFF2-40B4-BE49-F238E27FC236}">
                <a16:creationId xmlns:a16="http://schemas.microsoft.com/office/drawing/2014/main" id="{7C644F3A-2119-2C39-80F5-0826F6E3CAA1}"/>
              </a:ext>
            </a:extLst>
          </p:cNvPr>
          <p:cNvSpPr>
            <a:spLocks noGrp="1"/>
          </p:cNvSpPr>
          <p:nvPr>
            <p:ph type="sldNum" sz="quarter" idx="4"/>
          </p:nvPr>
        </p:nvSpPr>
        <p:spPr>
          <a:xfrm>
            <a:off x="378205" y="6264677"/>
            <a:ext cx="561363" cy="365125"/>
          </a:xfrm>
        </p:spPr>
        <p:txBody>
          <a:bodyPr/>
          <a:lstStyle/>
          <a:p>
            <a:fld id="{13DF57E2-0006-4890-B490-C5A56CDD4B6C}" type="slidenum">
              <a:rPr lang="de-DE" sz="1050" smtClean="0">
                <a:latin typeface="Georgia" panose="02040502050405020303" pitchFamily="18" charset="0"/>
              </a:rPr>
              <a:pPr/>
              <a:t>31</a:t>
            </a:fld>
            <a:endParaRPr lang="de-DE" sz="1050" dirty="0">
              <a:latin typeface="Georgia" panose="02040502050405020303" pitchFamily="18" charset="0"/>
            </a:endParaRPr>
          </a:p>
        </p:txBody>
      </p:sp>
      <p:grpSp>
        <p:nvGrpSpPr>
          <p:cNvPr id="39" name="Gruppieren 38">
            <a:extLst>
              <a:ext uri="{FF2B5EF4-FFF2-40B4-BE49-F238E27FC236}">
                <a16:creationId xmlns:a16="http://schemas.microsoft.com/office/drawing/2014/main" id="{E06A1C61-0689-5D5B-9B0C-038649BA980A}"/>
              </a:ext>
            </a:extLst>
          </p:cNvPr>
          <p:cNvGrpSpPr/>
          <p:nvPr/>
        </p:nvGrpSpPr>
        <p:grpSpPr>
          <a:xfrm>
            <a:off x="2517423" y="1690992"/>
            <a:ext cx="6890936" cy="2963909"/>
            <a:chOff x="2517423" y="1690992"/>
            <a:chExt cx="6890936" cy="2963909"/>
          </a:xfrm>
        </p:grpSpPr>
        <p:sp>
          <p:nvSpPr>
            <p:cNvPr id="11" name="Abgerundetes Rechteck 10">
              <a:extLst>
                <a:ext uri="{FF2B5EF4-FFF2-40B4-BE49-F238E27FC236}">
                  <a16:creationId xmlns:a16="http://schemas.microsoft.com/office/drawing/2014/main" id="{BBA3AC08-9246-F89D-7972-927EAF44A72E}"/>
                </a:ext>
              </a:extLst>
            </p:cNvPr>
            <p:cNvSpPr/>
            <p:nvPr/>
          </p:nvSpPr>
          <p:spPr>
            <a:xfrm>
              <a:off x="2517423" y="3428998"/>
              <a:ext cx="1260000" cy="720000"/>
            </a:xfrm>
            <a:prstGeom prst="roundRect">
              <a:avLst>
                <a:gd name="adj" fmla="val 22702"/>
              </a:avLst>
            </a:prstGeom>
            <a:solidFill>
              <a:schemeClr val="bg1">
                <a:lumMod val="65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Manifest für ein Ressourcen effizientes Europa</a:t>
              </a:r>
            </a:p>
          </p:txBody>
        </p:sp>
        <p:sp>
          <p:nvSpPr>
            <p:cNvPr id="12" name="Abgerundetes Rechteck 11">
              <a:extLst>
                <a:ext uri="{FF2B5EF4-FFF2-40B4-BE49-F238E27FC236}">
                  <a16:creationId xmlns:a16="http://schemas.microsoft.com/office/drawing/2014/main" id="{F1E25FE3-2B03-FDF3-46BB-B028FCC7EC26}"/>
                </a:ext>
              </a:extLst>
            </p:cNvPr>
            <p:cNvSpPr/>
            <p:nvPr/>
          </p:nvSpPr>
          <p:spPr>
            <a:xfrm>
              <a:off x="3925157" y="3429000"/>
              <a:ext cx="1260000" cy="720000"/>
            </a:xfrm>
            <a:prstGeom prst="roundRect">
              <a:avLst>
                <a:gd name="adj" fmla="val 22702"/>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EU-Green Deal</a:t>
              </a:r>
            </a:p>
          </p:txBody>
        </p:sp>
        <p:sp>
          <p:nvSpPr>
            <p:cNvPr id="13" name="Abgerundetes Rechteck 12">
              <a:extLst>
                <a:ext uri="{FF2B5EF4-FFF2-40B4-BE49-F238E27FC236}">
                  <a16:creationId xmlns:a16="http://schemas.microsoft.com/office/drawing/2014/main" id="{08E1FECC-F591-485A-1F7D-D194998FB3C2}"/>
                </a:ext>
              </a:extLst>
            </p:cNvPr>
            <p:cNvSpPr/>
            <p:nvPr/>
          </p:nvSpPr>
          <p:spPr>
            <a:xfrm>
              <a:off x="5332891" y="3429000"/>
              <a:ext cx="1260000" cy="720000"/>
            </a:xfrm>
            <a:prstGeom prst="roundRect">
              <a:avLst>
                <a:gd name="adj" fmla="val 22702"/>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Batterie-verordnung</a:t>
              </a:r>
            </a:p>
          </p:txBody>
        </p:sp>
        <p:sp>
          <p:nvSpPr>
            <p:cNvPr id="14" name="Abgerundetes Rechteck 13">
              <a:extLst>
                <a:ext uri="{FF2B5EF4-FFF2-40B4-BE49-F238E27FC236}">
                  <a16:creationId xmlns:a16="http://schemas.microsoft.com/office/drawing/2014/main" id="{EAEFE880-556D-44F2-85A4-F02517C3CDB3}"/>
                </a:ext>
              </a:extLst>
            </p:cNvPr>
            <p:cNvSpPr/>
            <p:nvPr/>
          </p:nvSpPr>
          <p:spPr>
            <a:xfrm>
              <a:off x="8148359" y="3429000"/>
              <a:ext cx="1260000" cy="720000"/>
            </a:xfrm>
            <a:prstGeom prst="roundRect">
              <a:avLst>
                <a:gd name="adj" fmla="val 22702"/>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bg1"/>
                  </a:solidFill>
                  <a:latin typeface="Georgia" panose="02040502050405020303" pitchFamily="18" charset="0"/>
                </a:rPr>
                <a:t>Strategie für nachhaltige und zirkuläre Textilien</a:t>
              </a:r>
            </a:p>
          </p:txBody>
        </p:sp>
        <p:sp>
          <p:nvSpPr>
            <p:cNvPr id="15" name="Abgerundetes Rechteck 14">
              <a:extLst>
                <a:ext uri="{FF2B5EF4-FFF2-40B4-BE49-F238E27FC236}">
                  <a16:creationId xmlns:a16="http://schemas.microsoft.com/office/drawing/2014/main" id="{47B0FA5C-6361-29CD-870D-63FF8A319C11}"/>
                </a:ext>
              </a:extLst>
            </p:cNvPr>
            <p:cNvSpPr/>
            <p:nvPr/>
          </p:nvSpPr>
          <p:spPr>
            <a:xfrm>
              <a:off x="8148359" y="2559996"/>
              <a:ext cx="1260000" cy="720000"/>
            </a:xfrm>
            <a:prstGeom prst="roundRect">
              <a:avLst>
                <a:gd name="adj" fmla="val 22702"/>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bg1"/>
                  </a:solidFill>
                  <a:latin typeface="Georgia" panose="02040502050405020303" pitchFamily="18" charset="0"/>
                </a:rPr>
                <a:t>Bauprodukte Verordnung</a:t>
              </a:r>
            </a:p>
          </p:txBody>
        </p:sp>
        <p:sp>
          <p:nvSpPr>
            <p:cNvPr id="16" name="Abgerundetes Rechteck 15">
              <a:extLst>
                <a:ext uri="{FF2B5EF4-FFF2-40B4-BE49-F238E27FC236}">
                  <a16:creationId xmlns:a16="http://schemas.microsoft.com/office/drawing/2014/main" id="{95CB7409-539F-CB0C-2BAD-3EA60AFCE548}"/>
                </a:ext>
              </a:extLst>
            </p:cNvPr>
            <p:cNvSpPr/>
            <p:nvPr/>
          </p:nvSpPr>
          <p:spPr>
            <a:xfrm>
              <a:off x="5332891" y="2559996"/>
              <a:ext cx="1260000" cy="720000"/>
            </a:xfrm>
            <a:prstGeom prst="roundRect">
              <a:avLst>
                <a:gd name="adj" fmla="val 22702"/>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Kreislauf-wirtschafts- Aktionsplan</a:t>
              </a:r>
            </a:p>
          </p:txBody>
        </p:sp>
        <p:sp>
          <p:nvSpPr>
            <p:cNvPr id="17" name="Abgerundetes Rechteck 16">
              <a:extLst>
                <a:ext uri="{FF2B5EF4-FFF2-40B4-BE49-F238E27FC236}">
                  <a16:creationId xmlns:a16="http://schemas.microsoft.com/office/drawing/2014/main" id="{7F227B93-38D7-A91B-67EE-62F2D90DBA04}"/>
                </a:ext>
              </a:extLst>
            </p:cNvPr>
            <p:cNvSpPr/>
            <p:nvPr/>
          </p:nvSpPr>
          <p:spPr>
            <a:xfrm>
              <a:off x="8148359" y="1690992"/>
              <a:ext cx="1260000" cy="720000"/>
            </a:xfrm>
            <a:prstGeom prst="roundRect">
              <a:avLst>
                <a:gd name="adj" fmla="val 22702"/>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bg1"/>
                  </a:solidFill>
                  <a:latin typeface="Georgia" panose="02040502050405020303" pitchFamily="18" charset="0"/>
                </a:rPr>
                <a:t>Ökodesign für nachhaltige Produkte</a:t>
              </a:r>
            </a:p>
          </p:txBody>
        </p:sp>
        <p:cxnSp>
          <p:nvCxnSpPr>
            <p:cNvPr id="18" name="Gerade Verbindung mit Pfeil 17">
              <a:extLst>
                <a:ext uri="{FF2B5EF4-FFF2-40B4-BE49-F238E27FC236}">
                  <a16:creationId xmlns:a16="http://schemas.microsoft.com/office/drawing/2014/main" id="{8F72A832-C696-E91F-A0C3-FE1530D4D7CE}"/>
                </a:ext>
              </a:extLst>
            </p:cNvPr>
            <p:cNvCxnSpPr>
              <a:cxnSpLocks/>
            </p:cNvCxnSpPr>
            <p:nvPr/>
          </p:nvCxnSpPr>
          <p:spPr>
            <a:xfrm>
              <a:off x="3147423" y="4310136"/>
              <a:ext cx="626093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19">
              <a:extLst>
                <a:ext uri="{FF2B5EF4-FFF2-40B4-BE49-F238E27FC236}">
                  <a16:creationId xmlns:a16="http://schemas.microsoft.com/office/drawing/2014/main" id="{DF8B483B-5BED-A62B-34AB-6A27AE45AD37}"/>
                </a:ext>
              </a:extLst>
            </p:cNvPr>
            <p:cNvCxnSpPr/>
            <p:nvPr/>
          </p:nvCxnSpPr>
          <p:spPr>
            <a:xfrm>
              <a:off x="3147423" y="4149000"/>
              <a:ext cx="0" cy="161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Gerade Verbindung 20">
              <a:extLst>
                <a:ext uri="{FF2B5EF4-FFF2-40B4-BE49-F238E27FC236}">
                  <a16:creationId xmlns:a16="http://schemas.microsoft.com/office/drawing/2014/main" id="{E3A91E7B-595E-D428-8CB9-AD786F9F1F25}"/>
                </a:ext>
              </a:extLst>
            </p:cNvPr>
            <p:cNvCxnSpPr/>
            <p:nvPr/>
          </p:nvCxnSpPr>
          <p:spPr>
            <a:xfrm>
              <a:off x="8778359" y="4149000"/>
              <a:ext cx="0" cy="161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Gerade Verbindung 21">
              <a:extLst>
                <a:ext uri="{FF2B5EF4-FFF2-40B4-BE49-F238E27FC236}">
                  <a16:creationId xmlns:a16="http://schemas.microsoft.com/office/drawing/2014/main" id="{96BAB5B4-F48A-C118-E1BA-C72AF9F2B877}"/>
                </a:ext>
              </a:extLst>
            </p:cNvPr>
            <p:cNvCxnSpPr>
              <a:endCxn id="14" idx="0"/>
            </p:cNvCxnSpPr>
            <p:nvPr/>
          </p:nvCxnSpPr>
          <p:spPr>
            <a:xfrm>
              <a:off x="8778359" y="3279996"/>
              <a:ext cx="0" cy="149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 Verbindung 22">
              <a:extLst>
                <a:ext uri="{FF2B5EF4-FFF2-40B4-BE49-F238E27FC236}">
                  <a16:creationId xmlns:a16="http://schemas.microsoft.com/office/drawing/2014/main" id="{D2DC8DBD-350C-6C39-27EC-AC11E0F946D4}"/>
                </a:ext>
              </a:extLst>
            </p:cNvPr>
            <p:cNvCxnSpPr>
              <a:endCxn id="15" idx="0"/>
            </p:cNvCxnSpPr>
            <p:nvPr/>
          </p:nvCxnSpPr>
          <p:spPr>
            <a:xfrm>
              <a:off x="8778359" y="2410992"/>
              <a:ext cx="0" cy="149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 Verbindung 23">
              <a:extLst>
                <a:ext uri="{FF2B5EF4-FFF2-40B4-BE49-F238E27FC236}">
                  <a16:creationId xmlns:a16="http://schemas.microsoft.com/office/drawing/2014/main" id="{BD554DC7-F599-98E0-7A55-3BEE285EBA14}"/>
                </a:ext>
              </a:extLst>
            </p:cNvPr>
            <p:cNvCxnSpPr>
              <a:endCxn id="13" idx="0"/>
            </p:cNvCxnSpPr>
            <p:nvPr/>
          </p:nvCxnSpPr>
          <p:spPr>
            <a:xfrm>
              <a:off x="5962891" y="3279996"/>
              <a:ext cx="0" cy="149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Gerade Verbindung 24">
              <a:extLst>
                <a:ext uri="{FF2B5EF4-FFF2-40B4-BE49-F238E27FC236}">
                  <a16:creationId xmlns:a16="http://schemas.microsoft.com/office/drawing/2014/main" id="{435DFB84-CE35-7909-41A5-19A5354D336D}"/>
                </a:ext>
              </a:extLst>
            </p:cNvPr>
            <p:cNvCxnSpPr/>
            <p:nvPr/>
          </p:nvCxnSpPr>
          <p:spPr>
            <a:xfrm>
              <a:off x="5962891" y="4149000"/>
              <a:ext cx="0" cy="161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 Verbindung 25">
              <a:extLst>
                <a:ext uri="{FF2B5EF4-FFF2-40B4-BE49-F238E27FC236}">
                  <a16:creationId xmlns:a16="http://schemas.microsoft.com/office/drawing/2014/main" id="{11B45711-8320-EC93-817B-FF7B6788E952}"/>
                </a:ext>
              </a:extLst>
            </p:cNvPr>
            <p:cNvCxnSpPr/>
            <p:nvPr/>
          </p:nvCxnSpPr>
          <p:spPr>
            <a:xfrm>
              <a:off x="4569983" y="4149000"/>
              <a:ext cx="0" cy="161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4603ABA4-6082-532E-96B9-441466AB2EB0}"/>
                </a:ext>
              </a:extLst>
            </p:cNvPr>
            <p:cNvSpPr txBox="1"/>
            <p:nvPr/>
          </p:nvSpPr>
          <p:spPr>
            <a:xfrm>
              <a:off x="2793254" y="4347124"/>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2014</a:t>
              </a:r>
            </a:p>
          </p:txBody>
        </p:sp>
        <p:sp>
          <p:nvSpPr>
            <p:cNvPr id="30" name="Textfeld 29">
              <a:extLst>
                <a:ext uri="{FF2B5EF4-FFF2-40B4-BE49-F238E27FC236}">
                  <a16:creationId xmlns:a16="http://schemas.microsoft.com/office/drawing/2014/main" id="{63696604-26B2-D7D4-4DC0-AB2D330B1372}"/>
                </a:ext>
              </a:extLst>
            </p:cNvPr>
            <p:cNvSpPr txBox="1"/>
            <p:nvPr/>
          </p:nvSpPr>
          <p:spPr>
            <a:xfrm>
              <a:off x="8424190" y="4347123"/>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2022</a:t>
              </a:r>
            </a:p>
          </p:txBody>
        </p:sp>
        <p:sp>
          <p:nvSpPr>
            <p:cNvPr id="31" name="Textfeld 30">
              <a:extLst>
                <a:ext uri="{FF2B5EF4-FFF2-40B4-BE49-F238E27FC236}">
                  <a16:creationId xmlns:a16="http://schemas.microsoft.com/office/drawing/2014/main" id="{8C0347DA-9205-BC93-4AB6-E8E72F641EB8}"/>
                </a:ext>
              </a:extLst>
            </p:cNvPr>
            <p:cNvSpPr txBox="1"/>
            <p:nvPr/>
          </p:nvSpPr>
          <p:spPr>
            <a:xfrm>
              <a:off x="5608722" y="4347123"/>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2020</a:t>
              </a:r>
            </a:p>
          </p:txBody>
        </p:sp>
        <p:sp>
          <p:nvSpPr>
            <p:cNvPr id="32" name="Textfeld 31">
              <a:extLst>
                <a:ext uri="{FF2B5EF4-FFF2-40B4-BE49-F238E27FC236}">
                  <a16:creationId xmlns:a16="http://schemas.microsoft.com/office/drawing/2014/main" id="{875C2BE8-55A7-AB1C-3CFC-0B9D760B4477}"/>
                </a:ext>
              </a:extLst>
            </p:cNvPr>
            <p:cNvSpPr txBox="1"/>
            <p:nvPr/>
          </p:nvSpPr>
          <p:spPr>
            <a:xfrm>
              <a:off x="4200988" y="4347124"/>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2019</a:t>
              </a:r>
            </a:p>
          </p:txBody>
        </p:sp>
        <p:sp>
          <p:nvSpPr>
            <p:cNvPr id="33" name="Textfeld 32">
              <a:extLst>
                <a:ext uri="{FF2B5EF4-FFF2-40B4-BE49-F238E27FC236}">
                  <a16:creationId xmlns:a16="http://schemas.microsoft.com/office/drawing/2014/main" id="{546E4CD0-32B4-6750-80B0-C73D078EF766}"/>
                </a:ext>
              </a:extLst>
            </p:cNvPr>
            <p:cNvSpPr txBox="1"/>
            <p:nvPr/>
          </p:nvSpPr>
          <p:spPr>
            <a:xfrm>
              <a:off x="7016456" y="4347123"/>
              <a:ext cx="708338" cy="307777"/>
            </a:xfrm>
            <a:prstGeom prst="rect">
              <a:avLst/>
            </a:prstGeom>
            <a:noFill/>
          </p:spPr>
          <p:txBody>
            <a:bodyPr wrap="square" rtlCol="0" anchor="ctr">
              <a:spAutoFit/>
            </a:bodyPr>
            <a:lstStyle/>
            <a:p>
              <a:pPr algn="ctr"/>
              <a:r>
                <a:rPr lang="de-DE" sz="1400" dirty="0">
                  <a:latin typeface="Georgia" panose="02040502050405020303" pitchFamily="18" charset="0"/>
                </a:rPr>
                <a:t>2021</a:t>
              </a:r>
            </a:p>
          </p:txBody>
        </p:sp>
        <p:sp>
          <p:nvSpPr>
            <p:cNvPr id="34" name="Abgerundetes Rechteck 33">
              <a:extLst>
                <a:ext uri="{FF2B5EF4-FFF2-40B4-BE49-F238E27FC236}">
                  <a16:creationId xmlns:a16="http://schemas.microsoft.com/office/drawing/2014/main" id="{963E4BA7-B1E4-E2F1-2EDF-A75F6B850EB1}"/>
                </a:ext>
              </a:extLst>
            </p:cNvPr>
            <p:cNvSpPr/>
            <p:nvPr/>
          </p:nvSpPr>
          <p:spPr>
            <a:xfrm>
              <a:off x="6740625" y="3428998"/>
              <a:ext cx="1260000" cy="720000"/>
            </a:xfrm>
            <a:prstGeom prst="roundRect">
              <a:avLst>
                <a:gd name="adj" fmla="val 22702"/>
              </a:avLst>
            </a:prstGeom>
            <a:solidFill>
              <a:schemeClr val="bg1">
                <a:lumMod val="65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Beginn DPP Entwicklung</a:t>
              </a:r>
            </a:p>
          </p:txBody>
        </p:sp>
        <p:cxnSp>
          <p:nvCxnSpPr>
            <p:cNvPr id="37" name="Gerade Verbindung 36">
              <a:extLst>
                <a:ext uri="{FF2B5EF4-FFF2-40B4-BE49-F238E27FC236}">
                  <a16:creationId xmlns:a16="http://schemas.microsoft.com/office/drawing/2014/main" id="{5150F850-A58B-1582-1779-C2D652454B38}"/>
                </a:ext>
              </a:extLst>
            </p:cNvPr>
            <p:cNvCxnSpPr>
              <a:cxnSpLocks/>
              <a:stCxn id="34" idx="2"/>
            </p:cNvCxnSpPr>
            <p:nvPr/>
          </p:nvCxnSpPr>
          <p:spPr>
            <a:xfrm>
              <a:off x="7370625" y="4148998"/>
              <a:ext cx="0" cy="161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10870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2ACE450-1C99-6B8B-15A0-6E1222CA6F8E}"/>
            </a:ext>
          </a:extLst>
        </p:cNvPr>
        <p:cNvGrpSpPr/>
        <p:nvPr/>
      </p:nvGrpSpPr>
      <p:grpSpPr>
        <a:xfrm>
          <a:off x="0" y="0"/>
          <a:ext cx="0" cy="0"/>
          <a:chOff x="0" y="0"/>
          <a:chExt cx="0" cy="0"/>
        </a:xfrm>
      </p:grpSpPr>
      <p:grpSp>
        <p:nvGrpSpPr>
          <p:cNvPr id="6" name="Gruppieren 5">
            <a:extLst>
              <a:ext uri="{FF2B5EF4-FFF2-40B4-BE49-F238E27FC236}">
                <a16:creationId xmlns:a16="http://schemas.microsoft.com/office/drawing/2014/main" id="{1A9DC5AB-C669-EFE7-4942-0B0521275C86}"/>
              </a:ext>
            </a:extLst>
          </p:cNvPr>
          <p:cNvGrpSpPr/>
          <p:nvPr/>
        </p:nvGrpSpPr>
        <p:grpSpPr>
          <a:xfrm>
            <a:off x="576194" y="699419"/>
            <a:ext cx="9189706" cy="5250209"/>
            <a:chOff x="576194" y="699419"/>
            <a:chExt cx="9189706" cy="5250209"/>
          </a:xfrm>
        </p:grpSpPr>
        <p:sp>
          <p:nvSpPr>
            <p:cNvPr id="19" name="Pfeil nach unten 18">
              <a:extLst>
                <a:ext uri="{FF2B5EF4-FFF2-40B4-BE49-F238E27FC236}">
                  <a16:creationId xmlns:a16="http://schemas.microsoft.com/office/drawing/2014/main" id="{A667A5D4-2C08-84A7-D44D-1243EBB61722}"/>
                </a:ext>
              </a:extLst>
            </p:cNvPr>
            <p:cNvSpPr/>
            <p:nvPr/>
          </p:nvSpPr>
          <p:spPr>
            <a:xfrm rot="10800000">
              <a:off x="940677" y="1200864"/>
              <a:ext cx="396000" cy="4320000"/>
            </a:xfrm>
            <a:prstGeom prst="downArrow">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00">
                <a:latin typeface="Georgia" panose="02040502050405020303" pitchFamily="18" charset="0"/>
              </a:endParaRPr>
            </a:p>
          </p:txBody>
        </p:sp>
        <p:sp>
          <p:nvSpPr>
            <p:cNvPr id="9" name="Rechteck 8">
              <a:extLst>
                <a:ext uri="{FF2B5EF4-FFF2-40B4-BE49-F238E27FC236}">
                  <a16:creationId xmlns:a16="http://schemas.microsoft.com/office/drawing/2014/main" id="{F252300E-1D01-8425-9EE3-0FD834465EA3}"/>
                </a:ext>
              </a:extLst>
            </p:cNvPr>
            <p:cNvSpPr/>
            <p:nvPr/>
          </p:nvSpPr>
          <p:spPr>
            <a:xfrm>
              <a:off x="2888690" y="1458253"/>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R1 Überdenken</a:t>
              </a:r>
            </a:p>
          </p:txBody>
        </p:sp>
        <p:sp>
          <p:nvSpPr>
            <p:cNvPr id="10" name="Rechteck 9">
              <a:extLst>
                <a:ext uri="{FF2B5EF4-FFF2-40B4-BE49-F238E27FC236}">
                  <a16:creationId xmlns:a16="http://schemas.microsoft.com/office/drawing/2014/main" id="{6BBF22A1-7F20-B6FB-F5C9-F0D230C490C9}"/>
                </a:ext>
              </a:extLst>
            </p:cNvPr>
            <p:cNvSpPr/>
            <p:nvPr/>
          </p:nvSpPr>
          <p:spPr>
            <a:xfrm>
              <a:off x="2888690" y="1957790"/>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R2 Reduzieren</a:t>
              </a:r>
            </a:p>
          </p:txBody>
        </p:sp>
        <p:sp>
          <p:nvSpPr>
            <p:cNvPr id="11" name="Rechteck 10">
              <a:extLst>
                <a:ext uri="{FF2B5EF4-FFF2-40B4-BE49-F238E27FC236}">
                  <a16:creationId xmlns:a16="http://schemas.microsoft.com/office/drawing/2014/main" id="{E54B6F12-6ED5-FA55-7474-6EBCAA697094}"/>
                </a:ext>
              </a:extLst>
            </p:cNvPr>
            <p:cNvSpPr/>
            <p:nvPr/>
          </p:nvSpPr>
          <p:spPr>
            <a:xfrm>
              <a:off x="2888690" y="4967747"/>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R8 Recyceln</a:t>
              </a:r>
            </a:p>
          </p:txBody>
        </p:sp>
        <p:sp>
          <p:nvSpPr>
            <p:cNvPr id="12" name="Rechteck 11">
              <a:extLst>
                <a:ext uri="{FF2B5EF4-FFF2-40B4-BE49-F238E27FC236}">
                  <a16:creationId xmlns:a16="http://schemas.microsoft.com/office/drawing/2014/main" id="{3C13C3BC-2A71-07F4-98FE-DE015FC45B85}"/>
                </a:ext>
              </a:extLst>
            </p:cNvPr>
            <p:cNvSpPr/>
            <p:nvPr/>
          </p:nvSpPr>
          <p:spPr>
            <a:xfrm>
              <a:off x="2888689" y="5467375"/>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R9 Rückgewinnen</a:t>
              </a:r>
            </a:p>
          </p:txBody>
        </p:sp>
        <p:sp>
          <p:nvSpPr>
            <p:cNvPr id="13" name="Rechteck 12">
              <a:extLst>
                <a:ext uri="{FF2B5EF4-FFF2-40B4-BE49-F238E27FC236}">
                  <a16:creationId xmlns:a16="http://schemas.microsoft.com/office/drawing/2014/main" id="{A8D006AC-AC49-D0BC-5836-8A157643EEC5}"/>
                </a:ext>
              </a:extLst>
            </p:cNvPr>
            <p:cNvSpPr/>
            <p:nvPr/>
          </p:nvSpPr>
          <p:spPr>
            <a:xfrm>
              <a:off x="2888690" y="3965421"/>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R6 Wiederaufbereiten</a:t>
              </a:r>
            </a:p>
          </p:txBody>
        </p:sp>
        <p:sp>
          <p:nvSpPr>
            <p:cNvPr id="14" name="Rechteck 13">
              <a:extLst>
                <a:ext uri="{FF2B5EF4-FFF2-40B4-BE49-F238E27FC236}">
                  <a16:creationId xmlns:a16="http://schemas.microsoft.com/office/drawing/2014/main" id="{A9E9E0FF-2AD8-5394-9099-5DC29EB08E54}"/>
                </a:ext>
              </a:extLst>
            </p:cNvPr>
            <p:cNvSpPr/>
            <p:nvPr/>
          </p:nvSpPr>
          <p:spPr>
            <a:xfrm>
              <a:off x="2888690" y="4474796"/>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R7 Umnutzen</a:t>
              </a:r>
            </a:p>
          </p:txBody>
        </p:sp>
        <p:sp>
          <p:nvSpPr>
            <p:cNvPr id="15" name="Rechteck 14">
              <a:extLst>
                <a:ext uri="{FF2B5EF4-FFF2-40B4-BE49-F238E27FC236}">
                  <a16:creationId xmlns:a16="http://schemas.microsoft.com/office/drawing/2014/main" id="{FDF2E140-361D-1529-7E2A-6B53B9B87FB7}"/>
                </a:ext>
              </a:extLst>
            </p:cNvPr>
            <p:cNvSpPr/>
            <p:nvPr/>
          </p:nvSpPr>
          <p:spPr>
            <a:xfrm>
              <a:off x="2888690" y="958625"/>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R0 Vermeiden</a:t>
              </a:r>
            </a:p>
          </p:txBody>
        </p:sp>
        <p:sp>
          <p:nvSpPr>
            <p:cNvPr id="16" name="Rechteck 15">
              <a:extLst>
                <a:ext uri="{FF2B5EF4-FFF2-40B4-BE49-F238E27FC236}">
                  <a16:creationId xmlns:a16="http://schemas.microsoft.com/office/drawing/2014/main" id="{5060F3B5-03F5-A4F3-4F07-643086C8ABAA}"/>
                </a:ext>
              </a:extLst>
            </p:cNvPr>
            <p:cNvSpPr/>
            <p:nvPr/>
          </p:nvSpPr>
          <p:spPr>
            <a:xfrm>
              <a:off x="2888690" y="2457327"/>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R3 Wiederverwenden</a:t>
              </a:r>
            </a:p>
          </p:txBody>
        </p:sp>
        <p:sp>
          <p:nvSpPr>
            <p:cNvPr id="17" name="Rechteck 16">
              <a:extLst>
                <a:ext uri="{FF2B5EF4-FFF2-40B4-BE49-F238E27FC236}">
                  <a16:creationId xmlns:a16="http://schemas.microsoft.com/office/drawing/2014/main" id="{80540B82-A202-5FC5-99BE-C103BFD0BE8C}"/>
                </a:ext>
              </a:extLst>
            </p:cNvPr>
            <p:cNvSpPr/>
            <p:nvPr/>
          </p:nvSpPr>
          <p:spPr>
            <a:xfrm>
              <a:off x="2888690" y="2956864"/>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R4 Reparieren</a:t>
              </a:r>
            </a:p>
          </p:txBody>
        </p:sp>
        <p:sp>
          <p:nvSpPr>
            <p:cNvPr id="18" name="Rechteck 17">
              <a:extLst>
                <a:ext uri="{FF2B5EF4-FFF2-40B4-BE49-F238E27FC236}">
                  <a16:creationId xmlns:a16="http://schemas.microsoft.com/office/drawing/2014/main" id="{218A6625-7543-C1B6-6D60-CAB2C227C457}"/>
                </a:ext>
              </a:extLst>
            </p:cNvPr>
            <p:cNvSpPr/>
            <p:nvPr/>
          </p:nvSpPr>
          <p:spPr>
            <a:xfrm>
              <a:off x="2888690" y="3462723"/>
              <a:ext cx="1584000" cy="432000"/>
            </a:xfrm>
            <a:prstGeom prst="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R5 Instandsetzen</a:t>
              </a:r>
            </a:p>
          </p:txBody>
        </p:sp>
        <p:sp>
          <p:nvSpPr>
            <p:cNvPr id="40" name="Rechteck 39">
              <a:extLst>
                <a:ext uri="{FF2B5EF4-FFF2-40B4-BE49-F238E27FC236}">
                  <a16:creationId xmlns:a16="http://schemas.microsoft.com/office/drawing/2014/main" id="{2A315EFA-88A8-E4BA-5211-F297A49C7075}"/>
                </a:ext>
              </a:extLst>
            </p:cNvPr>
            <p:cNvSpPr/>
            <p:nvPr/>
          </p:nvSpPr>
          <p:spPr>
            <a:xfrm>
              <a:off x="1662986" y="958671"/>
              <a:ext cx="1080001" cy="14311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100" dirty="0">
                  <a:latin typeface="Georgia" panose="02040502050405020303" pitchFamily="18" charset="0"/>
                </a:rPr>
                <a:t>Schlauere Produkt-nutzung &amp; Herstellung</a:t>
              </a:r>
            </a:p>
          </p:txBody>
        </p:sp>
        <p:sp>
          <p:nvSpPr>
            <p:cNvPr id="30" name="Rechteck 29">
              <a:extLst>
                <a:ext uri="{FF2B5EF4-FFF2-40B4-BE49-F238E27FC236}">
                  <a16:creationId xmlns:a16="http://schemas.microsoft.com/office/drawing/2014/main" id="{D375B352-6936-9F55-4375-DE74E3B9B89D}"/>
                </a:ext>
              </a:extLst>
            </p:cNvPr>
            <p:cNvSpPr/>
            <p:nvPr/>
          </p:nvSpPr>
          <p:spPr>
            <a:xfrm>
              <a:off x="4618390" y="1458253"/>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Die Produktnutzung intensivieren (z.B. durch gemeinsame Nutzung)</a:t>
              </a:r>
            </a:p>
          </p:txBody>
        </p:sp>
        <p:sp>
          <p:nvSpPr>
            <p:cNvPr id="31" name="Rechteck 30">
              <a:extLst>
                <a:ext uri="{FF2B5EF4-FFF2-40B4-BE49-F238E27FC236}">
                  <a16:creationId xmlns:a16="http://schemas.microsoft.com/office/drawing/2014/main" id="{A844AEEC-4EC5-56F5-2C74-1C3E6ACB78D7}"/>
                </a:ext>
              </a:extLst>
            </p:cNvPr>
            <p:cNvSpPr/>
            <p:nvPr/>
          </p:nvSpPr>
          <p:spPr>
            <a:xfrm>
              <a:off x="4618390" y="1958430"/>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die Effizienz bei der Herstellung oder Verwendung von Produkten zu erhöhen, indem weniger natürliche Ressourcen und Materialien verbraucht werden</a:t>
              </a:r>
            </a:p>
          </p:txBody>
        </p:sp>
        <p:sp>
          <p:nvSpPr>
            <p:cNvPr id="32" name="Rechteck 31">
              <a:extLst>
                <a:ext uri="{FF2B5EF4-FFF2-40B4-BE49-F238E27FC236}">
                  <a16:creationId xmlns:a16="http://schemas.microsoft.com/office/drawing/2014/main" id="{85A0CFED-0AD8-1219-2B0B-17DC83FF1488}"/>
                </a:ext>
              </a:extLst>
            </p:cNvPr>
            <p:cNvSpPr/>
            <p:nvPr/>
          </p:nvSpPr>
          <p:spPr>
            <a:xfrm>
              <a:off x="4618390" y="4967747"/>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Verarbeitung von Materialien, um die gleiche (hochwertige) oder eine niedrigere (minderwertige) Qualität zu erhalten</a:t>
              </a:r>
            </a:p>
          </p:txBody>
        </p:sp>
        <p:sp>
          <p:nvSpPr>
            <p:cNvPr id="33" name="Rechteck 32">
              <a:extLst>
                <a:ext uri="{FF2B5EF4-FFF2-40B4-BE49-F238E27FC236}">
                  <a16:creationId xmlns:a16="http://schemas.microsoft.com/office/drawing/2014/main" id="{DDFA09AE-43C3-3517-2F7C-C80DA4A4CB7C}"/>
                </a:ext>
              </a:extLst>
            </p:cNvPr>
            <p:cNvSpPr/>
            <p:nvPr/>
          </p:nvSpPr>
          <p:spPr>
            <a:xfrm>
              <a:off x="4618390" y="5467375"/>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Verbrennung von Material mit Energierückgewinnung</a:t>
              </a:r>
            </a:p>
          </p:txBody>
        </p:sp>
        <p:sp>
          <p:nvSpPr>
            <p:cNvPr id="34" name="Rechteck 33">
              <a:extLst>
                <a:ext uri="{FF2B5EF4-FFF2-40B4-BE49-F238E27FC236}">
                  <a16:creationId xmlns:a16="http://schemas.microsoft.com/office/drawing/2014/main" id="{581AE122-515C-4E69-DCC6-19FBE4F6CE27}"/>
                </a:ext>
              </a:extLst>
            </p:cNvPr>
            <p:cNvSpPr/>
            <p:nvPr/>
          </p:nvSpPr>
          <p:spPr>
            <a:xfrm>
              <a:off x="4618390" y="3966759"/>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Verwendung eines ausrangierten Produkts in einem neuen Produkt mit derselben Funktion</a:t>
              </a:r>
            </a:p>
          </p:txBody>
        </p:sp>
        <p:sp>
          <p:nvSpPr>
            <p:cNvPr id="35" name="Rechteck 34">
              <a:extLst>
                <a:ext uri="{FF2B5EF4-FFF2-40B4-BE49-F238E27FC236}">
                  <a16:creationId xmlns:a16="http://schemas.microsoft.com/office/drawing/2014/main" id="{AFE859A9-BF64-610A-948D-8754E7806C21}"/>
                </a:ext>
              </a:extLst>
            </p:cNvPr>
            <p:cNvSpPr/>
            <p:nvPr/>
          </p:nvSpPr>
          <p:spPr>
            <a:xfrm>
              <a:off x="4618390" y="4474796"/>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Verwendung von Teilen eines ausrangierten Produkts oder seiner Teile in einem neuen Produkt mit einer anderen Funktion</a:t>
              </a:r>
            </a:p>
          </p:txBody>
        </p:sp>
        <p:sp>
          <p:nvSpPr>
            <p:cNvPr id="36" name="Rechteck 35">
              <a:extLst>
                <a:ext uri="{FF2B5EF4-FFF2-40B4-BE49-F238E27FC236}">
                  <a16:creationId xmlns:a16="http://schemas.microsoft.com/office/drawing/2014/main" id="{A7A81BDA-9F31-C000-BBA5-BC37DBC0392A}"/>
                </a:ext>
              </a:extLst>
            </p:cNvPr>
            <p:cNvSpPr/>
            <p:nvPr/>
          </p:nvSpPr>
          <p:spPr>
            <a:xfrm>
              <a:off x="4618390" y="958076"/>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ein Produkt überflüssig machen, indem seine Funktion aufgegeben wird oder indem dieselbe Funktion mit einem völlig anderen Produkt angeboten wird</a:t>
              </a:r>
            </a:p>
          </p:txBody>
        </p:sp>
        <p:sp>
          <p:nvSpPr>
            <p:cNvPr id="37" name="Rechteck 36">
              <a:extLst>
                <a:ext uri="{FF2B5EF4-FFF2-40B4-BE49-F238E27FC236}">
                  <a16:creationId xmlns:a16="http://schemas.microsoft.com/office/drawing/2014/main" id="{178C6EDD-7B8E-91FA-153D-B111E89EB768}"/>
                </a:ext>
              </a:extLst>
            </p:cNvPr>
            <p:cNvSpPr/>
            <p:nvPr/>
          </p:nvSpPr>
          <p:spPr>
            <a:xfrm>
              <a:off x="4618390" y="2461772"/>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Wiederverwendung eines ausrangierten Produkts, das noch in gutem Zustand ist und seine ursprüngliche Funktion erfüllt, durch einen anderen Verbraucher</a:t>
              </a:r>
            </a:p>
          </p:txBody>
        </p:sp>
        <p:sp>
          <p:nvSpPr>
            <p:cNvPr id="38" name="Rechteck 37">
              <a:extLst>
                <a:ext uri="{FF2B5EF4-FFF2-40B4-BE49-F238E27FC236}">
                  <a16:creationId xmlns:a16="http://schemas.microsoft.com/office/drawing/2014/main" id="{5A8D0EE5-3361-8688-E131-3DAE35A3BF08}"/>
                </a:ext>
              </a:extLst>
            </p:cNvPr>
            <p:cNvSpPr/>
            <p:nvPr/>
          </p:nvSpPr>
          <p:spPr>
            <a:xfrm>
              <a:off x="4618390" y="2961309"/>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Reparatur und Wartung eines defekten Produkts, damit es mit seiner ursprünglichen Funktion verwendet werden kann</a:t>
              </a:r>
            </a:p>
          </p:txBody>
        </p:sp>
        <p:sp>
          <p:nvSpPr>
            <p:cNvPr id="39" name="Rechteck 38">
              <a:extLst>
                <a:ext uri="{FF2B5EF4-FFF2-40B4-BE49-F238E27FC236}">
                  <a16:creationId xmlns:a16="http://schemas.microsoft.com/office/drawing/2014/main" id="{77559144-CE21-799A-292F-FD0B7408A37B}"/>
                </a:ext>
              </a:extLst>
            </p:cNvPr>
            <p:cNvSpPr/>
            <p:nvPr/>
          </p:nvSpPr>
          <p:spPr>
            <a:xfrm>
              <a:off x="4618390" y="3467222"/>
              <a:ext cx="5147510" cy="432000"/>
            </a:xfrm>
            <a:prstGeom prst="rect">
              <a:avLst/>
            </a:prstGeom>
            <a:solidFill>
              <a:srgbClr val="8EB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ein altes Produkt wiederherstellen und auf den neuesten Stand bringen</a:t>
              </a:r>
            </a:p>
          </p:txBody>
        </p:sp>
        <p:sp>
          <p:nvSpPr>
            <p:cNvPr id="42" name="Rechteck 41">
              <a:extLst>
                <a:ext uri="{FF2B5EF4-FFF2-40B4-BE49-F238E27FC236}">
                  <a16:creationId xmlns:a16="http://schemas.microsoft.com/office/drawing/2014/main" id="{75E7CCCF-E949-AADD-085E-A0A5457A2BC9}"/>
                </a:ext>
              </a:extLst>
            </p:cNvPr>
            <p:cNvSpPr/>
            <p:nvPr/>
          </p:nvSpPr>
          <p:spPr>
            <a:xfrm>
              <a:off x="1662988" y="2457328"/>
              <a:ext cx="1080000" cy="2449468"/>
            </a:xfrm>
            <a:prstGeom prst="rect">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100" dirty="0">
                  <a:latin typeface="Georgia" panose="02040502050405020303" pitchFamily="18" charset="0"/>
                </a:rPr>
                <a:t>Lebensdauer von Produkten und Teilen erhöhen</a:t>
              </a:r>
            </a:p>
          </p:txBody>
        </p:sp>
        <p:sp>
          <p:nvSpPr>
            <p:cNvPr id="43" name="Rechteck 42">
              <a:extLst>
                <a:ext uri="{FF2B5EF4-FFF2-40B4-BE49-F238E27FC236}">
                  <a16:creationId xmlns:a16="http://schemas.microsoft.com/office/drawing/2014/main" id="{01959C1E-37EB-D35E-796C-2A7C7A206331}"/>
                </a:ext>
              </a:extLst>
            </p:cNvPr>
            <p:cNvSpPr/>
            <p:nvPr/>
          </p:nvSpPr>
          <p:spPr>
            <a:xfrm>
              <a:off x="1662987" y="4967747"/>
              <a:ext cx="1080000" cy="9315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100" dirty="0">
                  <a:latin typeface="Georgia" panose="02040502050405020303" pitchFamily="18" charset="0"/>
                </a:rPr>
                <a:t>Nützliche Anwendung von Materialien</a:t>
              </a:r>
            </a:p>
          </p:txBody>
        </p:sp>
        <p:sp>
          <p:nvSpPr>
            <p:cNvPr id="44" name="Textfeld 43">
              <a:extLst>
                <a:ext uri="{FF2B5EF4-FFF2-40B4-BE49-F238E27FC236}">
                  <a16:creationId xmlns:a16="http://schemas.microsoft.com/office/drawing/2014/main" id="{E42ACAE6-71A0-8DBF-B593-C9408DFBFBAA}"/>
                </a:ext>
              </a:extLst>
            </p:cNvPr>
            <p:cNvSpPr txBox="1"/>
            <p:nvPr/>
          </p:nvSpPr>
          <p:spPr>
            <a:xfrm>
              <a:off x="595807" y="699419"/>
              <a:ext cx="1080001" cy="430887"/>
            </a:xfrm>
            <a:prstGeom prst="rect">
              <a:avLst/>
            </a:prstGeom>
            <a:noFill/>
          </p:spPr>
          <p:txBody>
            <a:bodyPr wrap="square" rtlCol="0">
              <a:spAutoFit/>
            </a:bodyPr>
            <a:lstStyle/>
            <a:p>
              <a:pPr algn="ctr"/>
              <a:r>
                <a:rPr lang="de-DE" sz="1100" dirty="0">
                  <a:latin typeface="Georgia" panose="02040502050405020303" pitchFamily="18" charset="0"/>
                </a:rPr>
                <a:t>Kreislauf-wirtschaft</a:t>
              </a:r>
            </a:p>
          </p:txBody>
        </p:sp>
        <p:sp>
          <p:nvSpPr>
            <p:cNvPr id="45" name="Textfeld 44">
              <a:extLst>
                <a:ext uri="{FF2B5EF4-FFF2-40B4-BE49-F238E27FC236}">
                  <a16:creationId xmlns:a16="http://schemas.microsoft.com/office/drawing/2014/main" id="{1B03EC58-647D-0DE0-3BC9-DBB926047E15}"/>
                </a:ext>
              </a:extLst>
            </p:cNvPr>
            <p:cNvSpPr txBox="1"/>
            <p:nvPr/>
          </p:nvSpPr>
          <p:spPr>
            <a:xfrm>
              <a:off x="576194" y="5518741"/>
              <a:ext cx="1119225" cy="430887"/>
            </a:xfrm>
            <a:prstGeom prst="rect">
              <a:avLst/>
            </a:prstGeom>
            <a:noFill/>
          </p:spPr>
          <p:txBody>
            <a:bodyPr wrap="square" rtlCol="0">
              <a:spAutoFit/>
            </a:bodyPr>
            <a:lstStyle/>
            <a:p>
              <a:pPr algn="ctr"/>
              <a:r>
                <a:rPr lang="de-DE" sz="1100" dirty="0">
                  <a:latin typeface="Georgia" panose="02040502050405020303" pitchFamily="18" charset="0"/>
                </a:rPr>
                <a:t>Lineare Wirtschaft</a:t>
              </a:r>
            </a:p>
          </p:txBody>
        </p:sp>
      </p:grpSp>
    </p:spTree>
    <p:extLst>
      <p:ext uri="{BB962C8B-B14F-4D97-AF65-F5344CB8AC3E}">
        <p14:creationId xmlns:p14="http://schemas.microsoft.com/office/powerpoint/2010/main" val="1847023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A26041-6C50-B985-8400-B18A6E465FA7}"/>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1046791-9DA7-F318-DC23-D2587C6F24E0}"/>
              </a:ext>
            </a:extLst>
          </p:cNvPr>
          <p:cNvSpPr>
            <a:spLocks noGrp="1"/>
          </p:cNvSpPr>
          <p:nvPr>
            <p:ph type="sldNum" sz="quarter" idx="4"/>
          </p:nvPr>
        </p:nvSpPr>
        <p:spPr/>
        <p:txBody>
          <a:bodyPr/>
          <a:lstStyle/>
          <a:p>
            <a:fld id="{13DF57E2-0006-4890-B490-C5A56CDD4B6C}" type="slidenum">
              <a:rPr lang="de-DE" smtClean="0"/>
              <a:pPr/>
              <a:t>33</a:t>
            </a:fld>
            <a:endParaRPr lang="de-DE" dirty="0"/>
          </a:p>
        </p:txBody>
      </p:sp>
      <p:sp>
        <p:nvSpPr>
          <p:cNvPr id="4" name="Datumsplatzhalter 3">
            <a:extLst>
              <a:ext uri="{FF2B5EF4-FFF2-40B4-BE49-F238E27FC236}">
                <a16:creationId xmlns:a16="http://schemas.microsoft.com/office/drawing/2014/main" id="{66AB1642-FB82-B3AA-8EAF-5D523CCFC4A7}"/>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B38B810E-6D1A-EB1C-4C12-F437980C7FC6}"/>
              </a:ext>
            </a:extLst>
          </p:cNvPr>
          <p:cNvSpPr>
            <a:spLocks noGrp="1"/>
          </p:cNvSpPr>
          <p:nvPr>
            <p:ph type="ftr" sz="quarter" idx="10"/>
          </p:nvPr>
        </p:nvSpPr>
        <p:spPr/>
        <p:txBody>
          <a:bodyPr/>
          <a:lstStyle/>
          <a:p>
            <a:r>
              <a:rPr lang="da-DK"/>
              <a:t>Aeneas Molitor</a:t>
            </a:r>
            <a:endParaRPr lang="de-DE" dirty="0"/>
          </a:p>
        </p:txBody>
      </p:sp>
      <p:graphicFrame>
        <p:nvGraphicFramePr>
          <p:cNvPr id="40" name="Diagramm 39">
            <a:extLst>
              <a:ext uri="{FF2B5EF4-FFF2-40B4-BE49-F238E27FC236}">
                <a16:creationId xmlns:a16="http://schemas.microsoft.com/office/drawing/2014/main" id="{6A244048-0487-5E91-08B7-2083C6CE68F7}"/>
              </a:ext>
            </a:extLst>
          </p:cNvPr>
          <p:cNvGraphicFramePr>
            <a:graphicFrameLocks noChangeAspect="1"/>
          </p:cNvGraphicFramePr>
          <p:nvPr/>
        </p:nvGraphicFramePr>
        <p:xfrm>
          <a:off x="159204" y="556704"/>
          <a:ext cx="5760000" cy="360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1" name="Diagramm 40">
            <a:extLst>
              <a:ext uri="{FF2B5EF4-FFF2-40B4-BE49-F238E27FC236}">
                <a16:creationId xmlns:a16="http://schemas.microsoft.com/office/drawing/2014/main" id="{6B19455A-037C-821B-86EE-AC7724F5B08C}"/>
              </a:ext>
            </a:extLst>
          </p:cNvPr>
          <p:cNvGraphicFramePr/>
          <p:nvPr/>
        </p:nvGraphicFramePr>
        <p:xfrm>
          <a:off x="4507947" y="2682641"/>
          <a:ext cx="5731510" cy="358203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38559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D1A612-D0B5-2AAF-C454-7B35B5225493}"/>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0875DF05-3A8C-31E7-DC95-E46C8626076E}"/>
              </a:ext>
            </a:extLst>
          </p:cNvPr>
          <p:cNvSpPr>
            <a:spLocks noGrp="1"/>
          </p:cNvSpPr>
          <p:nvPr>
            <p:ph type="sldNum" sz="quarter" idx="4"/>
          </p:nvPr>
        </p:nvSpPr>
        <p:spPr/>
        <p:txBody>
          <a:bodyPr/>
          <a:lstStyle/>
          <a:p>
            <a:fld id="{13DF57E2-0006-4890-B490-C5A56CDD4B6C}" type="slidenum">
              <a:rPr lang="de-DE" smtClean="0"/>
              <a:pPr/>
              <a:t>34</a:t>
            </a:fld>
            <a:endParaRPr lang="de-DE" dirty="0"/>
          </a:p>
        </p:txBody>
      </p:sp>
      <p:sp>
        <p:nvSpPr>
          <p:cNvPr id="4" name="Datumsplatzhalter 3">
            <a:extLst>
              <a:ext uri="{FF2B5EF4-FFF2-40B4-BE49-F238E27FC236}">
                <a16:creationId xmlns:a16="http://schemas.microsoft.com/office/drawing/2014/main" id="{CD02F9C7-FC3F-EE48-4BED-9FCD82D4BE85}"/>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56748D9D-93EE-A53C-2C70-DDC7131B51A2}"/>
              </a:ext>
            </a:extLst>
          </p:cNvPr>
          <p:cNvSpPr>
            <a:spLocks noGrp="1"/>
          </p:cNvSpPr>
          <p:nvPr>
            <p:ph type="ftr" sz="quarter" idx="10"/>
          </p:nvPr>
        </p:nvSpPr>
        <p:spPr/>
        <p:txBody>
          <a:bodyPr/>
          <a:lstStyle/>
          <a:p>
            <a:r>
              <a:rPr lang="da-DK"/>
              <a:t>Aeneas Molitor</a:t>
            </a:r>
            <a:endParaRPr lang="de-DE" dirty="0"/>
          </a:p>
        </p:txBody>
      </p:sp>
      <p:pic>
        <p:nvPicPr>
          <p:cNvPr id="2" name="Grafik 1">
            <a:extLst>
              <a:ext uri="{FF2B5EF4-FFF2-40B4-BE49-F238E27FC236}">
                <a16:creationId xmlns:a16="http://schemas.microsoft.com/office/drawing/2014/main" id="{5AE15FD1-1285-C2D3-02CD-1CAC542DCDA6}"/>
              </a:ext>
            </a:extLst>
          </p:cNvPr>
          <p:cNvPicPr>
            <a:picLocks noGrp="1" noRot="1" noChangeAspect="1" noMove="1" noResize="1" noEditPoints="1" noAdjustHandles="1" noChangeArrowheads="1" noChangeShapeType="1" noCrop="1"/>
          </p:cNvPicPr>
          <p:nvPr/>
        </p:nvPicPr>
        <p:blipFill>
          <a:blip r:embed="rId3"/>
          <a:stretch>
            <a:fillRect/>
          </a:stretch>
        </p:blipFill>
        <p:spPr>
          <a:xfrm>
            <a:off x="2209800" y="1644675"/>
            <a:ext cx="7772400" cy="3568650"/>
          </a:xfrm>
          <a:prstGeom prst="rect">
            <a:avLst/>
          </a:prstGeom>
        </p:spPr>
      </p:pic>
      <p:grpSp>
        <p:nvGrpSpPr>
          <p:cNvPr id="15" name="Gruppieren 14">
            <a:extLst>
              <a:ext uri="{FF2B5EF4-FFF2-40B4-BE49-F238E27FC236}">
                <a16:creationId xmlns:a16="http://schemas.microsoft.com/office/drawing/2014/main" id="{2A1BC01A-267E-3351-F6DF-E139C0963B90}"/>
              </a:ext>
            </a:extLst>
          </p:cNvPr>
          <p:cNvGrpSpPr/>
          <p:nvPr/>
        </p:nvGrpSpPr>
        <p:grpSpPr>
          <a:xfrm>
            <a:off x="7242610" y="504032"/>
            <a:ext cx="4883083" cy="2281286"/>
            <a:chOff x="3770723" y="2130458"/>
            <a:chExt cx="4883083" cy="2281286"/>
          </a:xfrm>
          <a:solidFill>
            <a:schemeClr val="bg1"/>
          </a:solidFill>
        </p:grpSpPr>
        <p:sp>
          <p:nvSpPr>
            <p:cNvPr id="6" name="Oval 5">
              <a:extLst>
                <a:ext uri="{FF2B5EF4-FFF2-40B4-BE49-F238E27FC236}">
                  <a16:creationId xmlns:a16="http://schemas.microsoft.com/office/drawing/2014/main" id="{DED4E22B-1489-7A98-ECC6-216BE41AEEBE}"/>
                </a:ext>
              </a:extLst>
            </p:cNvPr>
            <p:cNvSpPr/>
            <p:nvPr/>
          </p:nvSpPr>
          <p:spPr>
            <a:xfrm>
              <a:off x="3770723" y="2130458"/>
              <a:ext cx="4883083" cy="2281286"/>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sp>
          <p:nvSpPr>
            <p:cNvPr id="9" name="Textfeld 8">
              <a:extLst>
                <a:ext uri="{FF2B5EF4-FFF2-40B4-BE49-F238E27FC236}">
                  <a16:creationId xmlns:a16="http://schemas.microsoft.com/office/drawing/2014/main" id="{07A89954-275F-53A6-C30E-C7BBEF2D4056}"/>
                </a:ext>
              </a:extLst>
            </p:cNvPr>
            <p:cNvSpPr txBox="1"/>
            <p:nvPr/>
          </p:nvSpPr>
          <p:spPr>
            <a:xfrm>
              <a:off x="3881693" y="3063351"/>
              <a:ext cx="1282388" cy="415498"/>
            </a:xfrm>
            <a:prstGeom prst="rect">
              <a:avLst/>
            </a:prstGeom>
            <a:grpFill/>
          </p:spPr>
          <p:txBody>
            <a:bodyPr wrap="square" rtlCol="0">
              <a:spAutoFit/>
            </a:bodyPr>
            <a:lstStyle/>
            <a:p>
              <a:r>
                <a:rPr lang="de-DE" sz="1050" dirty="0">
                  <a:latin typeface="Georgia" panose="02040502050405020303" pitchFamily="18" charset="0"/>
                </a:rPr>
                <a:t>Maschinelles Lernen</a:t>
              </a:r>
            </a:p>
          </p:txBody>
        </p:sp>
        <p:sp>
          <p:nvSpPr>
            <p:cNvPr id="10" name="Oval 9">
              <a:extLst>
                <a:ext uri="{FF2B5EF4-FFF2-40B4-BE49-F238E27FC236}">
                  <a16:creationId xmlns:a16="http://schemas.microsoft.com/office/drawing/2014/main" id="{CBE759DA-6E0B-D88B-3104-A084F37F2D5F}"/>
                </a:ext>
              </a:extLst>
            </p:cNvPr>
            <p:cNvSpPr/>
            <p:nvPr/>
          </p:nvSpPr>
          <p:spPr>
            <a:xfrm>
              <a:off x="5460273" y="2205872"/>
              <a:ext cx="1389017"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Überwachtes </a:t>
              </a:r>
              <a:r>
                <a:rPr lang="de-DE" sz="1050" dirty="0" err="1">
                  <a:solidFill>
                    <a:schemeClr val="tx1"/>
                  </a:solidFill>
                  <a:latin typeface="Georgia" panose="02040502050405020303" pitchFamily="18" charset="0"/>
                </a:rPr>
                <a:t>Lerenen</a:t>
              </a:r>
              <a:endParaRPr lang="de-DE" sz="1050" dirty="0">
                <a:solidFill>
                  <a:schemeClr val="tx1"/>
                </a:solidFill>
                <a:latin typeface="Georgia" panose="02040502050405020303" pitchFamily="18" charset="0"/>
              </a:endParaRPr>
            </a:p>
          </p:txBody>
        </p:sp>
        <p:sp>
          <p:nvSpPr>
            <p:cNvPr id="11" name="Oval 10">
              <a:extLst>
                <a:ext uri="{FF2B5EF4-FFF2-40B4-BE49-F238E27FC236}">
                  <a16:creationId xmlns:a16="http://schemas.microsoft.com/office/drawing/2014/main" id="{827C6DD9-1D7C-69F7-F813-1D0C89788801}"/>
                </a:ext>
              </a:extLst>
            </p:cNvPr>
            <p:cNvSpPr/>
            <p:nvPr/>
          </p:nvSpPr>
          <p:spPr>
            <a:xfrm>
              <a:off x="4919461" y="2945831"/>
              <a:ext cx="1389017"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Unüberwachtes </a:t>
              </a:r>
              <a:r>
                <a:rPr lang="de-DE" sz="1050" dirty="0" err="1">
                  <a:solidFill>
                    <a:schemeClr val="tx1"/>
                  </a:solidFill>
                  <a:latin typeface="Georgia" panose="02040502050405020303" pitchFamily="18" charset="0"/>
                </a:rPr>
                <a:t>Lerenen</a:t>
              </a:r>
              <a:endParaRPr lang="de-DE" sz="1050" dirty="0">
                <a:solidFill>
                  <a:schemeClr val="tx1"/>
                </a:solidFill>
                <a:latin typeface="Georgia" panose="02040502050405020303" pitchFamily="18" charset="0"/>
              </a:endParaRPr>
            </a:p>
          </p:txBody>
        </p:sp>
        <p:sp>
          <p:nvSpPr>
            <p:cNvPr id="12" name="Oval 11">
              <a:extLst>
                <a:ext uri="{FF2B5EF4-FFF2-40B4-BE49-F238E27FC236}">
                  <a16:creationId xmlns:a16="http://schemas.microsoft.com/office/drawing/2014/main" id="{ABCAF22B-177A-89C2-A800-C055FB26A201}"/>
                </a:ext>
              </a:extLst>
            </p:cNvPr>
            <p:cNvSpPr/>
            <p:nvPr/>
          </p:nvSpPr>
          <p:spPr>
            <a:xfrm>
              <a:off x="5460272" y="3685790"/>
              <a:ext cx="1490336"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Teilüberwachtes </a:t>
              </a:r>
              <a:r>
                <a:rPr lang="de-DE" sz="1050" dirty="0" err="1">
                  <a:solidFill>
                    <a:schemeClr val="tx1"/>
                  </a:solidFill>
                  <a:latin typeface="Georgia" panose="02040502050405020303" pitchFamily="18" charset="0"/>
                </a:rPr>
                <a:t>Lerenen</a:t>
              </a:r>
              <a:endParaRPr lang="de-DE" sz="1050" dirty="0">
                <a:solidFill>
                  <a:schemeClr val="tx1"/>
                </a:solidFill>
                <a:latin typeface="Georgia" panose="02040502050405020303" pitchFamily="18" charset="0"/>
              </a:endParaRPr>
            </a:p>
          </p:txBody>
        </p:sp>
        <p:sp>
          <p:nvSpPr>
            <p:cNvPr id="13" name="Oval 12">
              <a:extLst>
                <a:ext uri="{FF2B5EF4-FFF2-40B4-BE49-F238E27FC236}">
                  <a16:creationId xmlns:a16="http://schemas.microsoft.com/office/drawing/2014/main" id="{A5F79419-0763-CF77-6B3A-E6FC92988489}"/>
                </a:ext>
              </a:extLst>
            </p:cNvPr>
            <p:cNvSpPr/>
            <p:nvPr/>
          </p:nvSpPr>
          <p:spPr>
            <a:xfrm>
              <a:off x="6868215" y="2547866"/>
              <a:ext cx="1389017"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Nachahmungs- lernen</a:t>
              </a:r>
            </a:p>
          </p:txBody>
        </p:sp>
        <p:sp>
          <p:nvSpPr>
            <p:cNvPr id="14" name="Oval 13">
              <a:extLst>
                <a:ext uri="{FF2B5EF4-FFF2-40B4-BE49-F238E27FC236}">
                  <a16:creationId xmlns:a16="http://schemas.microsoft.com/office/drawing/2014/main" id="{0B35A52F-8782-C04C-3423-1AE5E5B9014C}"/>
                </a:ext>
              </a:extLst>
            </p:cNvPr>
            <p:cNvSpPr/>
            <p:nvPr/>
          </p:nvSpPr>
          <p:spPr>
            <a:xfrm>
              <a:off x="6850149" y="3358918"/>
              <a:ext cx="1389017" cy="65053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de-DE" sz="1050" dirty="0">
                  <a:solidFill>
                    <a:schemeClr val="tx1"/>
                  </a:solidFill>
                  <a:latin typeface="Georgia" panose="02040502050405020303" pitchFamily="18" charset="0"/>
                </a:rPr>
                <a:t>Verstärkungs-lernen</a:t>
              </a:r>
            </a:p>
          </p:txBody>
        </p:sp>
      </p:grpSp>
    </p:spTree>
    <p:extLst>
      <p:ext uri="{BB962C8B-B14F-4D97-AF65-F5344CB8AC3E}">
        <p14:creationId xmlns:p14="http://schemas.microsoft.com/office/powerpoint/2010/main" val="1844910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CDC48D-C60E-2E8A-9EF4-FD8F661FDF40}"/>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F54ADA3-D257-B4C3-2C76-EA65FA9D52D1}"/>
              </a:ext>
            </a:extLst>
          </p:cNvPr>
          <p:cNvSpPr>
            <a:spLocks noGrp="1"/>
          </p:cNvSpPr>
          <p:nvPr>
            <p:ph type="sldNum" sz="quarter" idx="4"/>
          </p:nvPr>
        </p:nvSpPr>
        <p:spPr/>
        <p:txBody>
          <a:bodyPr/>
          <a:lstStyle/>
          <a:p>
            <a:fld id="{13DF57E2-0006-4890-B490-C5A56CDD4B6C}" type="slidenum">
              <a:rPr lang="de-DE" smtClean="0"/>
              <a:pPr/>
              <a:t>35</a:t>
            </a:fld>
            <a:endParaRPr lang="de-DE" dirty="0"/>
          </a:p>
        </p:txBody>
      </p:sp>
      <p:sp>
        <p:nvSpPr>
          <p:cNvPr id="4" name="Datumsplatzhalter 3">
            <a:extLst>
              <a:ext uri="{FF2B5EF4-FFF2-40B4-BE49-F238E27FC236}">
                <a16:creationId xmlns:a16="http://schemas.microsoft.com/office/drawing/2014/main" id="{B7E4B3F8-7355-47E1-B53B-C120436054DC}"/>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sp>
        <p:nvSpPr>
          <p:cNvPr id="5" name="Fußzeilenplatzhalter 4">
            <a:extLst>
              <a:ext uri="{FF2B5EF4-FFF2-40B4-BE49-F238E27FC236}">
                <a16:creationId xmlns:a16="http://schemas.microsoft.com/office/drawing/2014/main" id="{824A97CD-93F5-ED70-43B4-DCEED5B9C34E}"/>
              </a:ext>
            </a:extLst>
          </p:cNvPr>
          <p:cNvSpPr>
            <a:spLocks noGrp="1"/>
          </p:cNvSpPr>
          <p:nvPr>
            <p:ph type="ftr" sz="quarter" idx="10"/>
          </p:nvPr>
        </p:nvSpPr>
        <p:spPr/>
        <p:txBody>
          <a:bodyPr/>
          <a:lstStyle/>
          <a:p>
            <a:r>
              <a:rPr lang="da-DK"/>
              <a:t>Aeneas Molitor</a:t>
            </a:r>
            <a:endParaRPr lang="de-DE" dirty="0"/>
          </a:p>
        </p:txBody>
      </p:sp>
      <p:pic>
        <p:nvPicPr>
          <p:cNvPr id="7" name="Grafik 6">
            <a:extLst>
              <a:ext uri="{FF2B5EF4-FFF2-40B4-BE49-F238E27FC236}">
                <a16:creationId xmlns:a16="http://schemas.microsoft.com/office/drawing/2014/main" id="{47A2EDB0-2AC1-74B2-70B8-5B6EB11A2680}"/>
              </a:ext>
            </a:extLst>
          </p:cNvPr>
          <p:cNvPicPr>
            <a:picLocks noChangeAspect="1"/>
          </p:cNvPicPr>
          <p:nvPr/>
        </p:nvPicPr>
        <p:blipFill>
          <a:blip r:embed="rId3"/>
          <a:srcRect r="6194"/>
          <a:stretch/>
        </p:blipFill>
        <p:spPr>
          <a:xfrm>
            <a:off x="4160520" y="-4411373"/>
            <a:ext cx="8031480" cy="4393360"/>
          </a:xfrm>
          <a:prstGeom prst="rect">
            <a:avLst/>
          </a:prstGeom>
        </p:spPr>
      </p:pic>
      <p:grpSp>
        <p:nvGrpSpPr>
          <p:cNvPr id="87" name="Gruppieren 86">
            <a:extLst>
              <a:ext uri="{FF2B5EF4-FFF2-40B4-BE49-F238E27FC236}">
                <a16:creationId xmlns:a16="http://schemas.microsoft.com/office/drawing/2014/main" id="{E7A5062B-5B66-D1BF-1FFC-D8FA0501FE77}"/>
              </a:ext>
            </a:extLst>
          </p:cNvPr>
          <p:cNvGrpSpPr/>
          <p:nvPr/>
        </p:nvGrpSpPr>
        <p:grpSpPr>
          <a:xfrm>
            <a:off x="-1491271" y="-2836892"/>
            <a:ext cx="5294420" cy="2696837"/>
            <a:chOff x="3447580" y="2080581"/>
            <a:chExt cx="5294420" cy="2696837"/>
          </a:xfrm>
        </p:grpSpPr>
        <p:sp>
          <p:nvSpPr>
            <p:cNvPr id="88" name="Abgerundetes Rechteck 87">
              <a:extLst>
                <a:ext uri="{FF2B5EF4-FFF2-40B4-BE49-F238E27FC236}">
                  <a16:creationId xmlns:a16="http://schemas.microsoft.com/office/drawing/2014/main" id="{0E2DC06A-987D-6C1B-9E66-047AC8BFE85D}"/>
                </a:ext>
              </a:extLst>
            </p:cNvPr>
            <p:cNvSpPr/>
            <p:nvPr/>
          </p:nvSpPr>
          <p:spPr>
            <a:xfrm>
              <a:off x="3447580" y="2080581"/>
              <a:ext cx="1620000" cy="514350"/>
            </a:xfrm>
            <a:prstGeom prst="roundRect">
              <a:avLst>
                <a:gd name="adj" fmla="val 41263"/>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Nach Umfang der Erklärbarkeit</a:t>
              </a:r>
            </a:p>
          </p:txBody>
        </p:sp>
        <p:sp>
          <p:nvSpPr>
            <p:cNvPr id="89" name="Abgerundetes Rechteck 88">
              <a:extLst>
                <a:ext uri="{FF2B5EF4-FFF2-40B4-BE49-F238E27FC236}">
                  <a16:creationId xmlns:a16="http://schemas.microsoft.com/office/drawing/2014/main" id="{C639508C-73E9-F349-6FF3-3884C729E1BB}"/>
                </a:ext>
              </a:extLst>
            </p:cNvPr>
            <p:cNvSpPr/>
            <p:nvPr/>
          </p:nvSpPr>
          <p:spPr>
            <a:xfrm>
              <a:off x="7122000" y="4263068"/>
              <a:ext cx="1620000" cy="514350"/>
            </a:xfrm>
            <a:prstGeom prst="roundRect">
              <a:avLst>
                <a:gd name="adj" fmla="val 41263"/>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Basierend auf der Erklärungsebene</a:t>
              </a:r>
            </a:p>
          </p:txBody>
        </p:sp>
        <p:sp>
          <p:nvSpPr>
            <p:cNvPr id="90" name="Abgerundetes Rechteck 89">
              <a:extLst>
                <a:ext uri="{FF2B5EF4-FFF2-40B4-BE49-F238E27FC236}">
                  <a16:creationId xmlns:a16="http://schemas.microsoft.com/office/drawing/2014/main" id="{926511C9-E05A-31A3-428D-DBA6F35B021A}"/>
                </a:ext>
              </a:extLst>
            </p:cNvPr>
            <p:cNvSpPr/>
            <p:nvPr/>
          </p:nvSpPr>
          <p:spPr>
            <a:xfrm>
              <a:off x="3447581" y="4263068"/>
              <a:ext cx="1620000" cy="514350"/>
            </a:xfrm>
            <a:prstGeom prst="roundRect">
              <a:avLst>
                <a:gd name="adj" fmla="val 412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Nach Anwendbarkeit </a:t>
              </a:r>
            </a:p>
          </p:txBody>
        </p:sp>
        <p:sp>
          <p:nvSpPr>
            <p:cNvPr id="91" name="Abgerundetes Rechteck 90">
              <a:extLst>
                <a:ext uri="{FF2B5EF4-FFF2-40B4-BE49-F238E27FC236}">
                  <a16:creationId xmlns:a16="http://schemas.microsoft.com/office/drawing/2014/main" id="{59ABE20A-4EF5-FD8E-AF0F-22B97457FCCB}"/>
                </a:ext>
              </a:extLst>
            </p:cNvPr>
            <p:cNvSpPr/>
            <p:nvPr/>
          </p:nvSpPr>
          <p:spPr>
            <a:xfrm>
              <a:off x="7122000" y="2080582"/>
              <a:ext cx="1620000" cy="514350"/>
            </a:xfrm>
            <a:prstGeom prst="roundRect">
              <a:avLst>
                <a:gd name="adj" fmla="val 412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Auf Basis der Umsetzung</a:t>
              </a:r>
            </a:p>
          </p:txBody>
        </p:sp>
        <p:sp>
          <p:nvSpPr>
            <p:cNvPr id="92" name="Freihandform 91">
              <a:extLst>
                <a:ext uri="{FF2B5EF4-FFF2-40B4-BE49-F238E27FC236}">
                  <a16:creationId xmlns:a16="http://schemas.microsoft.com/office/drawing/2014/main" id="{E704E58A-3104-CF7E-70D8-A7E41EDDF67F}"/>
                </a:ext>
              </a:extLst>
            </p:cNvPr>
            <p:cNvSpPr/>
            <p:nvPr/>
          </p:nvSpPr>
          <p:spPr>
            <a:xfrm rot="2700000">
              <a:off x="5423424" y="2756424"/>
              <a:ext cx="1345152" cy="1345152"/>
            </a:xfrm>
            <a:custGeom>
              <a:avLst/>
              <a:gdLst>
                <a:gd name="connsiteX0" fmla="*/ 672576 w 1345152"/>
                <a:gd name="connsiteY0" fmla="*/ 96575 h 1345152"/>
                <a:gd name="connsiteX1" fmla="*/ 95988 w 1345152"/>
                <a:gd name="connsiteY1" fmla="*/ 672575 h 1345152"/>
                <a:gd name="connsiteX2" fmla="*/ 672576 w 1345152"/>
                <a:gd name="connsiteY2" fmla="*/ 1248575 h 1345152"/>
                <a:gd name="connsiteX3" fmla="*/ 1249164 w 1345152"/>
                <a:gd name="connsiteY3" fmla="*/ 672575 h 1345152"/>
                <a:gd name="connsiteX4" fmla="*/ 672576 w 1345152"/>
                <a:gd name="connsiteY4" fmla="*/ 96575 h 1345152"/>
                <a:gd name="connsiteX5" fmla="*/ 672576 w 1345152"/>
                <a:gd name="connsiteY5" fmla="*/ 0 h 1345152"/>
                <a:gd name="connsiteX6" fmla="*/ 1345152 w 1345152"/>
                <a:gd name="connsiteY6" fmla="*/ 672576 h 1345152"/>
                <a:gd name="connsiteX7" fmla="*/ 672576 w 1345152"/>
                <a:gd name="connsiteY7" fmla="*/ 1345152 h 1345152"/>
                <a:gd name="connsiteX8" fmla="*/ 0 w 1345152"/>
                <a:gd name="connsiteY8" fmla="*/ 672576 h 1345152"/>
                <a:gd name="connsiteX9" fmla="*/ 672576 w 1345152"/>
                <a:gd name="connsiteY9" fmla="*/ 0 h 134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45152" h="1345152">
                  <a:moveTo>
                    <a:pt x="672576" y="96575"/>
                  </a:moveTo>
                  <a:cubicBezTo>
                    <a:pt x="354135" y="96575"/>
                    <a:pt x="95988" y="354459"/>
                    <a:pt x="95988" y="672575"/>
                  </a:cubicBezTo>
                  <a:cubicBezTo>
                    <a:pt x="95988" y="990691"/>
                    <a:pt x="354135" y="1248575"/>
                    <a:pt x="672576" y="1248575"/>
                  </a:cubicBezTo>
                  <a:cubicBezTo>
                    <a:pt x="991017" y="1248575"/>
                    <a:pt x="1249164" y="990691"/>
                    <a:pt x="1249164" y="672575"/>
                  </a:cubicBezTo>
                  <a:cubicBezTo>
                    <a:pt x="1249164" y="354459"/>
                    <a:pt x="991017" y="96575"/>
                    <a:pt x="672576" y="96575"/>
                  </a:cubicBezTo>
                  <a:close/>
                  <a:moveTo>
                    <a:pt x="672576" y="0"/>
                  </a:moveTo>
                  <a:cubicBezTo>
                    <a:pt x="1044029" y="0"/>
                    <a:pt x="1345152" y="301123"/>
                    <a:pt x="1345152" y="672576"/>
                  </a:cubicBezTo>
                  <a:cubicBezTo>
                    <a:pt x="1345152" y="1044029"/>
                    <a:pt x="1044029" y="1345152"/>
                    <a:pt x="672576" y="1345152"/>
                  </a:cubicBezTo>
                  <a:cubicBezTo>
                    <a:pt x="301123" y="1345152"/>
                    <a:pt x="0" y="1044029"/>
                    <a:pt x="0" y="672576"/>
                  </a:cubicBezTo>
                  <a:cubicBezTo>
                    <a:pt x="0" y="301123"/>
                    <a:pt x="301123" y="0"/>
                    <a:pt x="672576" y="0"/>
                  </a:cubicBezTo>
                  <a:close/>
                </a:path>
              </a:pathLst>
            </a:custGeom>
            <a:solidFill>
              <a:srgbClr val="D0D95C"/>
            </a:solidFill>
            <a:ln>
              <a:solidFill>
                <a:srgbClr val="D0D95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solidFill>
                  <a:schemeClr val="tx1"/>
                </a:solidFill>
                <a:latin typeface="Georgia" panose="02040502050405020303" pitchFamily="18" charset="0"/>
              </a:endParaRPr>
            </a:p>
          </p:txBody>
        </p:sp>
        <p:cxnSp>
          <p:nvCxnSpPr>
            <p:cNvPr id="93" name="Gerade Verbindung 92">
              <a:extLst>
                <a:ext uri="{FF2B5EF4-FFF2-40B4-BE49-F238E27FC236}">
                  <a16:creationId xmlns:a16="http://schemas.microsoft.com/office/drawing/2014/main" id="{358C4C98-563B-E8E9-CAA0-7DAA97DA978C}"/>
                </a:ext>
              </a:extLst>
            </p:cNvPr>
            <p:cNvCxnSpPr>
              <a:stCxn id="92" idx="8"/>
              <a:endCxn id="88" idx="3"/>
            </p:cNvCxnSpPr>
            <p:nvPr/>
          </p:nvCxnSpPr>
          <p:spPr>
            <a:xfrm flipH="1" flipV="1">
              <a:off x="5067580" y="2337756"/>
              <a:ext cx="552837" cy="615661"/>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94" name="Gerade Verbindung 93">
              <a:extLst>
                <a:ext uri="{FF2B5EF4-FFF2-40B4-BE49-F238E27FC236}">
                  <a16:creationId xmlns:a16="http://schemas.microsoft.com/office/drawing/2014/main" id="{FDD37528-E844-0F4E-30B7-C8C36A6B1254}"/>
                </a:ext>
              </a:extLst>
            </p:cNvPr>
            <p:cNvCxnSpPr>
              <a:stCxn id="92" idx="5"/>
              <a:endCxn id="91" idx="1"/>
            </p:cNvCxnSpPr>
            <p:nvPr/>
          </p:nvCxnSpPr>
          <p:spPr>
            <a:xfrm flipV="1">
              <a:off x="6571583" y="2337757"/>
              <a:ext cx="550417"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95" name="Gerade Verbindung 94">
              <a:extLst>
                <a:ext uri="{FF2B5EF4-FFF2-40B4-BE49-F238E27FC236}">
                  <a16:creationId xmlns:a16="http://schemas.microsoft.com/office/drawing/2014/main" id="{F5505D56-97F6-64C5-1B5E-CC477F877D14}"/>
                </a:ext>
              </a:extLst>
            </p:cNvPr>
            <p:cNvCxnSpPr>
              <a:stCxn id="92" idx="7"/>
              <a:endCxn id="90" idx="3"/>
            </p:cNvCxnSpPr>
            <p:nvPr/>
          </p:nvCxnSpPr>
          <p:spPr>
            <a:xfrm flipH="1">
              <a:off x="5067581" y="3904583"/>
              <a:ext cx="552836"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96" name="Gerade Verbindung 95">
              <a:extLst>
                <a:ext uri="{FF2B5EF4-FFF2-40B4-BE49-F238E27FC236}">
                  <a16:creationId xmlns:a16="http://schemas.microsoft.com/office/drawing/2014/main" id="{1BAA6A6C-AA93-2CC3-C976-9012DFF0E2F3}"/>
                </a:ext>
              </a:extLst>
            </p:cNvPr>
            <p:cNvCxnSpPr>
              <a:stCxn id="92" idx="6"/>
              <a:endCxn id="89" idx="1"/>
            </p:cNvCxnSpPr>
            <p:nvPr/>
          </p:nvCxnSpPr>
          <p:spPr>
            <a:xfrm>
              <a:off x="6571583" y="3904583"/>
              <a:ext cx="550417"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sp>
          <p:nvSpPr>
            <p:cNvPr id="97" name="Textfeld 96">
              <a:extLst>
                <a:ext uri="{FF2B5EF4-FFF2-40B4-BE49-F238E27FC236}">
                  <a16:creationId xmlns:a16="http://schemas.microsoft.com/office/drawing/2014/main" id="{36819080-E81C-8B9B-6512-68ACEEF0D434}"/>
                </a:ext>
              </a:extLst>
            </p:cNvPr>
            <p:cNvSpPr txBox="1"/>
            <p:nvPr/>
          </p:nvSpPr>
          <p:spPr>
            <a:xfrm>
              <a:off x="6010940" y="3324447"/>
              <a:ext cx="184731" cy="369332"/>
            </a:xfrm>
            <a:prstGeom prst="rect">
              <a:avLst/>
            </a:prstGeom>
            <a:noFill/>
          </p:spPr>
          <p:txBody>
            <a:bodyPr wrap="none" rtlCol="0">
              <a:spAutoFit/>
            </a:bodyPr>
            <a:lstStyle/>
            <a:p>
              <a:endParaRPr lang="de-DE" dirty="0"/>
            </a:p>
          </p:txBody>
        </p:sp>
        <p:sp>
          <p:nvSpPr>
            <p:cNvPr id="98" name="Textfeld 97">
              <a:extLst>
                <a:ext uri="{FF2B5EF4-FFF2-40B4-BE49-F238E27FC236}">
                  <a16:creationId xmlns:a16="http://schemas.microsoft.com/office/drawing/2014/main" id="{14352D6D-6622-8BB6-226C-BC7410A23767}"/>
                </a:ext>
              </a:extLst>
            </p:cNvPr>
            <p:cNvSpPr txBox="1"/>
            <p:nvPr/>
          </p:nvSpPr>
          <p:spPr>
            <a:xfrm>
              <a:off x="5573421" y="3213557"/>
              <a:ext cx="1045158" cy="430887"/>
            </a:xfrm>
            <a:prstGeom prst="rect">
              <a:avLst/>
            </a:prstGeom>
            <a:noFill/>
          </p:spPr>
          <p:txBody>
            <a:bodyPr wrap="none" lIns="0" tIns="0" rIns="0" bIns="0" rtlCol="0" anchor="ctr">
              <a:spAutoFit/>
            </a:bodyPr>
            <a:lstStyle/>
            <a:p>
              <a:r>
                <a:rPr lang="de-DE" sz="1200" dirty="0">
                  <a:solidFill>
                    <a:schemeClr val="tx1"/>
                  </a:solidFill>
                  <a:latin typeface="Georgia" panose="02040502050405020303" pitchFamily="18" charset="0"/>
                </a:rPr>
                <a:t>Methoden</a:t>
              </a:r>
              <a:r>
                <a:rPr lang="de-DE" sz="1400" dirty="0">
                  <a:solidFill>
                    <a:schemeClr val="tx1"/>
                  </a:solidFill>
                  <a:latin typeface="Georgia" panose="02040502050405020303" pitchFamily="18" charset="0"/>
                </a:rPr>
                <a:t> der </a:t>
              </a:r>
            </a:p>
            <a:p>
              <a:pPr algn="ctr"/>
              <a:r>
                <a:rPr lang="de-DE" sz="1400" dirty="0">
                  <a:solidFill>
                    <a:schemeClr val="tx1"/>
                  </a:solidFill>
                  <a:latin typeface="Georgia" panose="02040502050405020303" pitchFamily="18" charset="0"/>
                </a:rPr>
                <a:t>XAI</a:t>
              </a:r>
            </a:p>
          </p:txBody>
        </p:sp>
      </p:grpSp>
      <p:grpSp>
        <p:nvGrpSpPr>
          <p:cNvPr id="124" name="Gruppieren 123">
            <a:extLst>
              <a:ext uri="{FF2B5EF4-FFF2-40B4-BE49-F238E27FC236}">
                <a16:creationId xmlns:a16="http://schemas.microsoft.com/office/drawing/2014/main" id="{4DF680D5-C4EB-DA1B-ED99-4866CB0CB331}"/>
              </a:ext>
            </a:extLst>
          </p:cNvPr>
          <p:cNvGrpSpPr/>
          <p:nvPr/>
        </p:nvGrpSpPr>
        <p:grpSpPr>
          <a:xfrm>
            <a:off x="2604237" y="2020841"/>
            <a:ext cx="7252171" cy="2927584"/>
            <a:chOff x="2604237" y="2020841"/>
            <a:chExt cx="7252171" cy="2927584"/>
          </a:xfrm>
        </p:grpSpPr>
        <p:sp>
          <p:nvSpPr>
            <p:cNvPr id="118" name="Textfeld 117">
              <a:extLst>
                <a:ext uri="{FF2B5EF4-FFF2-40B4-BE49-F238E27FC236}">
                  <a16:creationId xmlns:a16="http://schemas.microsoft.com/office/drawing/2014/main" id="{E647070F-5FB9-2868-E1CE-328C0C0A115A}"/>
                </a:ext>
              </a:extLst>
            </p:cNvPr>
            <p:cNvSpPr txBox="1"/>
            <p:nvPr/>
          </p:nvSpPr>
          <p:spPr>
            <a:xfrm>
              <a:off x="8740800" y="4517537"/>
              <a:ext cx="1114408" cy="430887"/>
            </a:xfrm>
            <a:prstGeom prst="rect">
              <a:avLst/>
            </a:prstGeom>
          </p:spPr>
          <p:txBody>
            <a:bodyPr wrap="none" rtlCol="0">
              <a:spAutoFit/>
            </a:bodyPr>
            <a:lstStyle/>
            <a:p>
              <a:r>
                <a:rPr lang="de-DE" sz="1100" dirty="0">
                  <a:latin typeface="Georgia" panose="02040502050405020303" pitchFamily="18" charset="0"/>
                </a:rPr>
                <a:t>Menschlich </a:t>
              </a:r>
            </a:p>
            <a:p>
              <a:r>
                <a:rPr lang="de-DE" sz="1100" dirty="0">
                  <a:latin typeface="Georgia" panose="02040502050405020303" pitchFamily="18" charset="0"/>
                </a:rPr>
                <a:t>interpretierbar</a:t>
              </a:r>
            </a:p>
          </p:txBody>
        </p:sp>
        <p:grpSp>
          <p:nvGrpSpPr>
            <p:cNvPr id="86" name="Gruppieren 85">
              <a:extLst>
                <a:ext uri="{FF2B5EF4-FFF2-40B4-BE49-F238E27FC236}">
                  <a16:creationId xmlns:a16="http://schemas.microsoft.com/office/drawing/2014/main" id="{B46A56D0-E7D9-37D3-0840-E2B4A4C4A2D7}"/>
                </a:ext>
              </a:extLst>
            </p:cNvPr>
            <p:cNvGrpSpPr/>
            <p:nvPr/>
          </p:nvGrpSpPr>
          <p:grpSpPr>
            <a:xfrm>
              <a:off x="3447580" y="2080581"/>
              <a:ext cx="5294420" cy="2696837"/>
              <a:chOff x="3447580" y="2080581"/>
              <a:chExt cx="5294420" cy="2696837"/>
            </a:xfrm>
          </p:grpSpPr>
          <p:sp>
            <p:nvSpPr>
              <p:cNvPr id="8" name="Abgerundetes Rechteck 7">
                <a:extLst>
                  <a:ext uri="{FF2B5EF4-FFF2-40B4-BE49-F238E27FC236}">
                    <a16:creationId xmlns:a16="http://schemas.microsoft.com/office/drawing/2014/main" id="{114051A1-8E6F-5DC2-DA46-954AC5941C0C}"/>
                  </a:ext>
                </a:extLst>
              </p:cNvPr>
              <p:cNvSpPr/>
              <p:nvPr/>
            </p:nvSpPr>
            <p:spPr>
              <a:xfrm>
                <a:off x="3447580" y="2080581"/>
                <a:ext cx="1620000" cy="514350"/>
              </a:xfrm>
              <a:prstGeom prst="roundRect">
                <a:avLst>
                  <a:gd name="adj" fmla="val 41263"/>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Nach Umfang der Erklärbarkeit</a:t>
                </a:r>
              </a:p>
            </p:txBody>
          </p:sp>
          <p:sp>
            <p:nvSpPr>
              <p:cNvPr id="16" name="Abgerundetes Rechteck 15">
                <a:extLst>
                  <a:ext uri="{FF2B5EF4-FFF2-40B4-BE49-F238E27FC236}">
                    <a16:creationId xmlns:a16="http://schemas.microsoft.com/office/drawing/2014/main" id="{79844927-42FA-C24A-E1D1-E716A0849DA5}"/>
                  </a:ext>
                </a:extLst>
              </p:cNvPr>
              <p:cNvSpPr/>
              <p:nvPr/>
            </p:nvSpPr>
            <p:spPr>
              <a:xfrm>
                <a:off x="7122000" y="4263068"/>
                <a:ext cx="1620000" cy="514350"/>
              </a:xfrm>
              <a:prstGeom prst="roundRect">
                <a:avLst>
                  <a:gd name="adj" fmla="val 41263"/>
                </a:avLst>
              </a:prstGeom>
              <a:solidFill>
                <a:srgbClr val="005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Basierend auf der Erklärungsebene</a:t>
                </a:r>
              </a:p>
            </p:txBody>
          </p:sp>
          <p:sp>
            <p:nvSpPr>
              <p:cNvPr id="17" name="Abgerundetes Rechteck 16">
                <a:extLst>
                  <a:ext uri="{FF2B5EF4-FFF2-40B4-BE49-F238E27FC236}">
                    <a16:creationId xmlns:a16="http://schemas.microsoft.com/office/drawing/2014/main" id="{239BECB1-2C98-5707-E4E3-F5F4ACD2CA9A}"/>
                  </a:ext>
                </a:extLst>
              </p:cNvPr>
              <p:cNvSpPr/>
              <p:nvPr/>
            </p:nvSpPr>
            <p:spPr>
              <a:xfrm>
                <a:off x="3447581" y="4263068"/>
                <a:ext cx="1620000" cy="514350"/>
              </a:xfrm>
              <a:prstGeom prst="roundRect">
                <a:avLst>
                  <a:gd name="adj" fmla="val 412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Nach Anwendbarkeit </a:t>
                </a:r>
              </a:p>
            </p:txBody>
          </p:sp>
          <p:sp>
            <p:nvSpPr>
              <p:cNvPr id="18" name="Abgerundetes Rechteck 17">
                <a:extLst>
                  <a:ext uri="{FF2B5EF4-FFF2-40B4-BE49-F238E27FC236}">
                    <a16:creationId xmlns:a16="http://schemas.microsoft.com/office/drawing/2014/main" id="{102BD620-8F8C-6510-A0C1-72B20666338E}"/>
                  </a:ext>
                </a:extLst>
              </p:cNvPr>
              <p:cNvSpPr/>
              <p:nvPr/>
            </p:nvSpPr>
            <p:spPr>
              <a:xfrm>
                <a:off x="7122000" y="2080582"/>
                <a:ext cx="1620000" cy="514350"/>
              </a:xfrm>
              <a:prstGeom prst="roundRect">
                <a:avLst>
                  <a:gd name="adj" fmla="val 4126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latin typeface="Georgia" panose="02040502050405020303" pitchFamily="18" charset="0"/>
                  </a:rPr>
                  <a:t>Auf Basis der Umsetzung</a:t>
                </a:r>
              </a:p>
            </p:txBody>
          </p:sp>
          <p:sp>
            <p:nvSpPr>
              <p:cNvPr id="22" name="Freihandform 21">
                <a:extLst>
                  <a:ext uri="{FF2B5EF4-FFF2-40B4-BE49-F238E27FC236}">
                    <a16:creationId xmlns:a16="http://schemas.microsoft.com/office/drawing/2014/main" id="{CF8D687B-A9E9-1585-073E-9F225BDB74FA}"/>
                  </a:ext>
                </a:extLst>
              </p:cNvPr>
              <p:cNvSpPr/>
              <p:nvPr/>
            </p:nvSpPr>
            <p:spPr>
              <a:xfrm rot="2700000">
                <a:off x="5423424" y="2756424"/>
                <a:ext cx="1345152" cy="1345152"/>
              </a:xfrm>
              <a:custGeom>
                <a:avLst/>
                <a:gdLst>
                  <a:gd name="connsiteX0" fmla="*/ 672576 w 1345152"/>
                  <a:gd name="connsiteY0" fmla="*/ 96575 h 1345152"/>
                  <a:gd name="connsiteX1" fmla="*/ 95988 w 1345152"/>
                  <a:gd name="connsiteY1" fmla="*/ 672575 h 1345152"/>
                  <a:gd name="connsiteX2" fmla="*/ 672576 w 1345152"/>
                  <a:gd name="connsiteY2" fmla="*/ 1248575 h 1345152"/>
                  <a:gd name="connsiteX3" fmla="*/ 1249164 w 1345152"/>
                  <a:gd name="connsiteY3" fmla="*/ 672575 h 1345152"/>
                  <a:gd name="connsiteX4" fmla="*/ 672576 w 1345152"/>
                  <a:gd name="connsiteY4" fmla="*/ 96575 h 1345152"/>
                  <a:gd name="connsiteX5" fmla="*/ 672576 w 1345152"/>
                  <a:gd name="connsiteY5" fmla="*/ 0 h 1345152"/>
                  <a:gd name="connsiteX6" fmla="*/ 1345152 w 1345152"/>
                  <a:gd name="connsiteY6" fmla="*/ 672576 h 1345152"/>
                  <a:gd name="connsiteX7" fmla="*/ 672576 w 1345152"/>
                  <a:gd name="connsiteY7" fmla="*/ 1345152 h 1345152"/>
                  <a:gd name="connsiteX8" fmla="*/ 0 w 1345152"/>
                  <a:gd name="connsiteY8" fmla="*/ 672576 h 1345152"/>
                  <a:gd name="connsiteX9" fmla="*/ 672576 w 1345152"/>
                  <a:gd name="connsiteY9" fmla="*/ 0 h 134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45152" h="1345152">
                    <a:moveTo>
                      <a:pt x="672576" y="96575"/>
                    </a:moveTo>
                    <a:cubicBezTo>
                      <a:pt x="354135" y="96575"/>
                      <a:pt x="95988" y="354459"/>
                      <a:pt x="95988" y="672575"/>
                    </a:cubicBezTo>
                    <a:cubicBezTo>
                      <a:pt x="95988" y="990691"/>
                      <a:pt x="354135" y="1248575"/>
                      <a:pt x="672576" y="1248575"/>
                    </a:cubicBezTo>
                    <a:cubicBezTo>
                      <a:pt x="991017" y="1248575"/>
                      <a:pt x="1249164" y="990691"/>
                      <a:pt x="1249164" y="672575"/>
                    </a:cubicBezTo>
                    <a:cubicBezTo>
                      <a:pt x="1249164" y="354459"/>
                      <a:pt x="991017" y="96575"/>
                      <a:pt x="672576" y="96575"/>
                    </a:cubicBezTo>
                    <a:close/>
                    <a:moveTo>
                      <a:pt x="672576" y="0"/>
                    </a:moveTo>
                    <a:cubicBezTo>
                      <a:pt x="1044029" y="0"/>
                      <a:pt x="1345152" y="301123"/>
                      <a:pt x="1345152" y="672576"/>
                    </a:cubicBezTo>
                    <a:cubicBezTo>
                      <a:pt x="1345152" y="1044029"/>
                      <a:pt x="1044029" y="1345152"/>
                      <a:pt x="672576" y="1345152"/>
                    </a:cubicBezTo>
                    <a:cubicBezTo>
                      <a:pt x="301123" y="1345152"/>
                      <a:pt x="0" y="1044029"/>
                      <a:pt x="0" y="672576"/>
                    </a:cubicBezTo>
                    <a:cubicBezTo>
                      <a:pt x="0" y="301123"/>
                      <a:pt x="301123" y="0"/>
                      <a:pt x="672576" y="0"/>
                    </a:cubicBezTo>
                    <a:close/>
                  </a:path>
                </a:pathLst>
              </a:custGeom>
              <a:solidFill>
                <a:srgbClr val="D0D95C"/>
              </a:solidFill>
              <a:ln>
                <a:solidFill>
                  <a:srgbClr val="D0D95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solidFill>
                    <a:schemeClr val="tx1"/>
                  </a:solidFill>
                  <a:latin typeface="Georgia" panose="02040502050405020303" pitchFamily="18" charset="0"/>
                </a:endParaRPr>
              </a:p>
            </p:txBody>
          </p:sp>
          <p:cxnSp>
            <p:nvCxnSpPr>
              <p:cNvPr id="70" name="Gerade Verbindung 69">
                <a:extLst>
                  <a:ext uri="{FF2B5EF4-FFF2-40B4-BE49-F238E27FC236}">
                    <a16:creationId xmlns:a16="http://schemas.microsoft.com/office/drawing/2014/main" id="{4E2B3B6E-48F3-3E75-C00D-E1CE68DC0C9A}"/>
                  </a:ext>
                </a:extLst>
              </p:cNvPr>
              <p:cNvCxnSpPr>
                <a:stCxn id="22" idx="8"/>
                <a:endCxn id="8" idx="3"/>
              </p:cNvCxnSpPr>
              <p:nvPr/>
            </p:nvCxnSpPr>
            <p:spPr>
              <a:xfrm flipH="1" flipV="1">
                <a:off x="5067580" y="2337756"/>
                <a:ext cx="552837" cy="615661"/>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72" name="Gerade Verbindung 71">
                <a:extLst>
                  <a:ext uri="{FF2B5EF4-FFF2-40B4-BE49-F238E27FC236}">
                    <a16:creationId xmlns:a16="http://schemas.microsoft.com/office/drawing/2014/main" id="{1EE938A3-97FF-5898-3BBF-787DF5106D46}"/>
                  </a:ext>
                </a:extLst>
              </p:cNvPr>
              <p:cNvCxnSpPr>
                <a:stCxn id="22" idx="5"/>
                <a:endCxn id="18" idx="1"/>
              </p:cNvCxnSpPr>
              <p:nvPr/>
            </p:nvCxnSpPr>
            <p:spPr>
              <a:xfrm flipV="1">
                <a:off x="6571583" y="2337757"/>
                <a:ext cx="550417"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74" name="Gerade Verbindung 73">
                <a:extLst>
                  <a:ext uri="{FF2B5EF4-FFF2-40B4-BE49-F238E27FC236}">
                    <a16:creationId xmlns:a16="http://schemas.microsoft.com/office/drawing/2014/main" id="{2A1056AC-A9EB-3A2D-3D3A-895446544A59}"/>
                  </a:ext>
                </a:extLst>
              </p:cNvPr>
              <p:cNvCxnSpPr>
                <a:stCxn id="22" idx="7"/>
                <a:endCxn id="17" idx="3"/>
              </p:cNvCxnSpPr>
              <p:nvPr/>
            </p:nvCxnSpPr>
            <p:spPr>
              <a:xfrm flipH="1">
                <a:off x="5067581" y="3904583"/>
                <a:ext cx="552836"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cxnSp>
            <p:nvCxnSpPr>
              <p:cNvPr id="76" name="Gerade Verbindung 75">
                <a:extLst>
                  <a:ext uri="{FF2B5EF4-FFF2-40B4-BE49-F238E27FC236}">
                    <a16:creationId xmlns:a16="http://schemas.microsoft.com/office/drawing/2014/main" id="{5B31EE56-9151-831E-2B9A-B18B1ED908C9}"/>
                  </a:ext>
                </a:extLst>
              </p:cNvPr>
              <p:cNvCxnSpPr>
                <a:stCxn id="22" idx="6"/>
                <a:endCxn id="16" idx="1"/>
              </p:cNvCxnSpPr>
              <p:nvPr/>
            </p:nvCxnSpPr>
            <p:spPr>
              <a:xfrm>
                <a:off x="6571583" y="3904583"/>
                <a:ext cx="550417" cy="615660"/>
              </a:xfrm>
              <a:prstGeom prst="line">
                <a:avLst/>
              </a:prstGeom>
              <a:ln w="12700">
                <a:solidFill>
                  <a:srgbClr val="8EBAE5"/>
                </a:solidFill>
                <a:tailEnd type="ova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DEB03F90-99A2-5CDB-68C9-E72D813DD658}"/>
                  </a:ext>
                </a:extLst>
              </p:cNvPr>
              <p:cNvSpPr txBox="1"/>
              <p:nvPr/>
            </p:nvSpPr>
            <p:spPr>
              <a:xfrm>
                <a:off x="6010940" y="3324447"/>
                <a:ext cx="184731" cy="369332"/>
              </a:xfrm>
              <a:prstGeom prst="rect">
                <a:avLst/>
              </a:prstGeom>
              <a:noFill/>
            </p:spPr>
            <p:txBody>
              <a:bodyPr wrap="none" rtlCol="0">
                <a:spAutoFit/>
              </a:bodyPr>
              <a:lstStyle/>
              <a:p>
                <a:endParaRPr lang="de-DE" dirty="0"/>
              </a:p>
            </p:txBody>
          </p:sp>
          <p:sp>
            <p:nvSpPr>
              <p:cNvPr id="83" name="Textfeld 82">
                <a:extLst>
                  <a:ext uri="{FF2B5EF4-FFF2-40B4-BE49-F238E27FC236}">
                    <a16:creationId xmlns:a16="http://schemas.microsoft.com/office/drawing/2014/main" id="{D8F6597C-6EB5-53CA-B548-F9AE68A228DB}"/>
                  </a:ext>
                </a:extLst>
              </p:cNvPr>
              <p:cNvSpPr txBox="1"/>
              <p:nvPr/>
            </p:nvSpPr>
            <p:spPr>
              <a:xfrm>
                <a:off x="5573421" y="3213557"/>
                <a:ext cx="1045158" cy="430887"/>
              </a:xfrm>
              <a:prstGeom prst="rect">
                <a:avLst/>
              </a:prstGeom>
              <a:noFill/>
            </p:spPr>
            <p:txBody>
              <a:bodyPr wrap="none" lIns="0" tIns="0" rIns="0" bIns="0" rtlCol="0" anchor="ctr">
                <a:spAutoFit/>
              </a:bodyPr>
              <a:lstStyle/>
              <a:p>
                <a:r>
                  <a:rPr lang="de-DE" sz="1200" dirty="0">
                    <a:solidFill>
                      <a:schemeClr val="tx1"/>
                    </a:solidFill>
                    <a:latin typeface="Georgia" panose="02040502050405020303" pitchFamily="18" charset="0"/>
                  </a:rPr>
                  <a:t>Methoden</a:t>
                </a:r>
                <a:r>
                  <a:rPr lang="de-DE" sz="1400" dirty="0">
                    <a:solidFill>
                      <a:schemeClr val="tx1"/>
                    </a:solidFill>
                    <a:latin typeface="Georgia" panose="02040502050405020303" pitchFamily="18" charset="0"/>
                  </a:rPr>
                  <a:t> der </a:t>
                </a:r>
              </a:p>
              <a:p>
                <a:pPr algn="ctr"/>
                <a:r>
                  <a:rPr lang="de-DE" sz="1400" dirty="0">
                    <a:solidFill>
                      <a:schemeClr val="tx1"/>
                    </a:solidFill>
                    <a:latin typeface="Georgia" panose="02040502050405020303" pitchFamily="18" charset="0"/>
                  </a:rPr>
                  <a:t>XAI</a:t>
                </a:r>
              </a:p>
            </p:txBody>
          </p:sp>
        </p:grpSp>
        <p:sp>
          <p:nvSpPr>
            <p:cNvPr id="99" name="Textfeld 98">
              <a:extLst>
                <a:ext uri="{FF2B5EF4-FFF2-40B4-BE49-F238E27FC236}">
                  <a16:creationId xmlns:a16="http://schemas.microsoft.com/office/drawing/2014/main" id="{4E2A1F2F-8EA6-B610-7969-B46D7BB2CD48}"/>
                </a:ext>
              </a:extLst>
            </p:cNvPr>
            <p:cNvSpPr txBox="1"/>
            <p:nvPr/>
          </p:nvSpPr>
          <p:spPr>
            <a:xfrm>
              <a:off x="2604237" y="2020841"/>
              <a:ext cx="591829" cy="261610"/>
            </a:xfrm>
            <a:prstGeom prst="rect">
              <a:avLst/>
            </a:prstGeom>
            <a:noFill/>
          </p:spPr>
          <p:txBody>
            <a:bodyPr wrap="none" rtlCol="0">
              <a:spAutoFit/>
            </a:bodyPr>
            <a:lstStyle/>
            <a:p>
              <a:r>
                <a:rPr lang="de-DE" sz="1100" dirty="0">
                  <a:latin typeface="Georgia" panose="02040502050405020303" pitchFamily="18" charset="0"/>
                </a:rPr>
                <a:t>Global</a:t>
              </a:r>
            </a:p>
          </p:txBody>
        </p:sp>
        <p:sp>
          <p:nvSpPr>
            <p:cNvPr id="112" name="Textfeld 111">
              <a:extLst>
                <a:ext uri="{FF2B5EF4-FFF2-40B4-BE49-F238E27FC236}">
                  <a16:creationId xmlns:a16="http://schemas.microsoft.com/office/drawing/2014/main" id="{2FEE0BC6-DD14-866F-06A2-44930A48FA4F}"/>
                </a:ext>
              </a:extLst>
            </p:cNvPr>
            <p:cNvSpPr txBox="1"/>
            <p:nvPr/>
          </p:nvSpPr>
          <p:spPr>
            <a:xfrm>
              <a:off x="2605659" y="2381759"/>
              <a:ext cx="530915" cy="261610"/>
            </a:xfrm>
            <a:prstGeom prst="rect">
              <a:avLst/>
            </a:prstGeom>
            <a:noFill/>
          </p:spPr>
          <p:txBody>
            <a:bodyPr wrap="none" rtlCol="0">
              <a:spAutoFit/>
            </a:bodyPr>
            <a:lstStyle/>
            <a:p>
              <a:r>
                <a:rPr lang="de-DE" sz="1100" dirty="0">
                  <a:latin typeface="Georgia" panose="02040502050405020303" pitchFamily="18" charset="0"/>
                </a:rPr>
                <a:t>Lokal</a:t>
              </a:r>
            </a:p>
          </p:txBody>
        </p:sp>
        <p:sp>
          <p:nvSpPr>
            <p:cNvPr id="113" name="Textfeld 112">
              <a:extLst>
                <a:ext uri="{FF2B5EF4-FFF2-40B4-BE49-F238E27FC236}">
                  <a16:creationId xmlns:a16="http://schemas.microsoft.com/office/drawing/2014/main" id="{961476E1-9603-69D6-091C-63A75F7B8DE2}"/>
                </a:ext>
              </a:extLst>
            </p:cNvPr>
            <p:cNvSpPr txBox="1"/>
            <p:nvPr/>
          </p:nvSpPr>
          <p:spPr>
            <a:xfrm>
              <a:off x="2605659" y="4086652"/>
              <a:ext cx="793807" cy="430887"/>
            </a:xfrm>
            <a:prstGeom prst="rect">
              <a:avLst/>
            </a:prstGeom>
            <a:noFill/>
          </p:spPr>
          <p:txBody>
            <a:bodyPr wrap="none" rtlCol="0">
              <a:spAutoFit/>
            </a:bodyPr>
            <a:lstStyle/>
            <a:p>
              <a:r>
                <a:rPr lang="de-DE" sz="1100" dirty="0">
                  <a:latin typeface="Georgia" panose="02040502050405020303" pitchFamily="18" charset="0"/>
                </a:rPr>
                <a:t>Modell-</a:t>
              </a:r>
            </a:p>
            <a:p>
              <a:r>
                <a:rPr lang="de-DE" sz="1100" dirty="0">
                  <a:latin typeface="Georgia" panose="02040502050405020303" pitchFamily="18" charset="0"/>
                </a:rPr>
                <a:t>spezifisch</a:t>
              </a:r>
            </a:p>
          </p:txBody>
        </p:sp>
        <p:sp>
          <p:nvSpPr>
            <p:cNvPr id="114" name="Textfeld 113">
              <a:extLst>
                <a:ext uri="{FF2B5EF4-FFF2-40B4-BE49-F238E27FC236}">
                  <a16:creationId xmlns:a16="http://schemas.microsoft.com/office/drawing/2014/main" id="{CDE70538-9591-C194-F1EF-E3DA6DBE98B5}"/>
                </a:ext>
              </a:extLst>
            </p:cNvPr>
            <p:cNvSpPr txBox="1"/>
            <p:nvPr/>
          </p:nvSpPr>
          <p:spPr>
            <a:xfrm>
              <a:off x="2605659" y="4517538"/>
              <a:ext cx="843501" cy="430887"/>
            </a:xfrm>
            <a:prstGeom prst="rect">
              <a:avLst/>
            </a:prstGeom>
            <a:noFill/>
          </p:spPr>
          <p:txBody>
            <a:bodyPr wrap="none" rtlCol="0">
              <a:spAutoFit/>
            </a:bodyPr>
            <a:lstStyle/>
            <a:p>
              <a:r>
                <a:rPr lang="de-DE" sz="1100" dirty="0">
                  <a:latin typeface="Georgia" panose="02040502050405020303" pitchFamily="18" charset="0"/>
                </a:rPr>
                <a:t>Modell-</a:t>
              </a:r>
            </a:p>
            <a:p>
              <a:r>
                <a:rPr lang="de-DE" sz="1100" dirty="0">
                  <a:latin typeface="Georgia" panose="02040502050405020303" pitchFamily="18" charset="0"/>
                </a:rPr>
                <a:t>agnostisch</a:t>
              </a:r>
            </a:p>
          </p:txBody>
        </p:sp>
        <p:sp>
          <p:nvSpPr>
            <p:cNvPr id="115" name="Textfeld 114">
              <a:extLst>
                <a:ext uri="{FF2B5EF4-FFF2-40B4-BE49-F238E27FC236}">
                  <a16:creationId xmlns:a16="http://schemas.microsoft.com/office/drawing/2014/main" id="{F040142E-B827-F0CC-439B-4F3ABF269D0C}"/>
                </a:ext>
              </a:extLst>
            </p:cNvPr>
            <p:cNvSpPr txBox="1"/>
            <p:nvPr/>
          </p:nvSpPr>
          <p:spPr>
            <a:xfrm>
              <a:off x="8742000" y="2026713"/>
              <a:ext cx="753732" cy="261610"/>
            </a:xfrm>
            <a:prstGeom prst="rect">
              <a:avLst/>
            </a:prstGeom>
            <a:noFill/>
          </p:spPr>
          <p:txBody>
            <a:bodyPr wrap="none" rtlCol="0">
              <a:spAutoFit/>
            </a:bodyPr>
            <a:lstStyle/>
            <a:p>
              <a:r>
                <a:rPr lang="de-DE" sz="1100" dirty="0">
                  <a:latin typeface="Georgia" panose="02040502050405020303" pitchFamily="18" charset="0"/>
                </a:rPr>
                <a:t>Ante-hoc</a:t>
              </a:r>
            </a:p>
          </p:txBody>
        </p:sp>
        <p:sp>
          <p:nvSpPr>
            <p:cNvPr id="116" name="Textfeld 115">
              <a:extLst>
                <a:ext uri="{FF2B5EF4-FFF2-40B4-BE49-F238E27FC236}">
                  <a16:creationId xmlns:a16="http://schemas.microsoft.com/office/drawing/2014/main" id="{9DC294AA-A0A5-B5BC-3AD1-F22FB94D7CB7}"/>
                </a:ext>
              </a:extLst>
            </p:cNvPr>
            <p:cNvSpPr txBox="1"/>
            <p:nvPr/>
          </p:nvSpPr>
          <p:spPr>
            <a:xfrm>
              <a:off x="8740800" y="2381759"/>
              <a:ext cx="729687" cy="261610"/>
            </a:xfrm>
            <a:prstGeom prst="rect">
              <a:avLst/>
            </a:prstGeom>
            <a:noFill/>
          </p:spPr>
          <p:txBody>
            <a:bodyPr wrap="none" rtlCol="0">
              <a:spAutoFit/>
            </a:bodyPr>
            <a:lstStyle/>
            <a:p>
              <a:r>
                <a:rPr lang="de-DE" sz="1100" dirty="0">
                  <a:latin typeface="Georgia" panose="02040502050405020303" pitchFamily="18" charset="0"/>
                </a:rPr>
                <a:t>Post-hoc</a:t>
              </a:r>
            </a:p>
          </p:txBody>
        </p:sp>
        <p:sp>
          <p:nvSpPr>
            <p:cNvPr id="117" name="Textfeld 116">
              <a:extLst>
                <a:ext uri="{FF2B5EF4-FFF2-40B4-BE49-F238E27FC236}">
                  <a16:creationId xmlns:a16="http://schemas.microsoft.com/office/drawing/2014/main" id="{814AA29F-D3F3-5DC1-C4FE-8DB8EF0C1815}"/>
                </a:ext>
              </a:extLst>
            </p:cNvPr>
            <p:cNvSpPr txBox="1"/>
            <p:nvPr/>
          </p:nvSpPr>
          <p:spPr>
            <a:xfrm>
              <a:off x="8742000" y="4020357"/>
              <a:ext cx="1114408" cy="430887"/>
            </a:xfrm>
            <a:prstGeom prst="rect">
              <a:avLst/>
            </a:prstGeom>
            <a:noFill/>
          </p:spPr>
          <p:txBody>
            <a:bodyPr wrap="none" rtlCol="0">
              <a:spAutoFit/>
            </a:bodyPr>
            <a:lstStyle/>
            <a:p>
              <a:r>
                <a:rPr lang="de-DE" sz="1100" dirty="0">
                  <a:latin typeface="Georgia" panose="02040502050405020303" pitchFamily="18" charset="0"/>
                </a:rPr>
                <a:t>Maschinen </a:t>
              </a:r>
            </a:p>
            <a:p>
              <a:r>
                <a:rPr lang="de-DE" sz="1100" dirty="0">
                  <a:latin typeface="Georgia" panose="02040502050405020303" pitchFamily="18" charset="0"/>
                </a:rPr>
                <a:t>interpretierbar</a:t>
              </a:r>
            </a:p>
          </p:txBody>
        </p:sp>
      </p:grpSp>
      <p:sp>
        <p:nvSpPr>
          <p:cNvPr id="119" name="Rechteck 118">
            <a:extLst>
              <a:ext uri="{FF2B5EF4-FFF2-40B4-BE49-F238E27FC236}">
                <a16:creationId xmlns:a16="http://schemas.microsoft.com/office/drawing/2014/main" id="{EB3FA3EF-CC01-57A0-C3EE-C2C94B6853A2}"/>
              </a:ext>
            </a:extLst>
          </p:cNvPr>
          <p:cNvSpPr/>
          <p:nvPr/>
        </p:nvSpPr>
        <p:spPr>
          <a:xfrm>
            <a:off x="851353" y="1513449"/>
            <a:ext cx="108000" cy="34002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9500185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32EC0-5FB4-644D-4DE9-53816B0A7413}"/>
            </a:ext>
          </a:extLst>
        </p:cNvPr>
        <p:cNvGrpSpPr/>
        <p:nvPr/>
      </p:nvGrpSpPr>
      <p:grpSpPr>
        <a:xfrm>
          <a:off x="0" y="0"/>
          <a:ext cx="0" cy="0"/>
          <a:chOff x="0" y="0"/>
          <a:chExt cx="0" cy="0"/>
        </a:xfrm>
      </p:grpSpPr>
      <p:grpSp>
        <p:nvGrpSpPr>
          <p:cNvPr id="3" name="Gruppieren 2">
            <a:extLst>
              <a:ext uri="{FF2B5EF4-FFF2-40B4-BE49-F238E27FC236}">
                <a16:creationId xmlns:a16="http://schemas.microsoft.com/office/drawing/2014/main" id="{5F34A2AA-6FF3-EDED-7B79-690D2B174904}"/>
              </a:ext>
            </a:extLst>
          </p:cNvPr>
          <p:cNvGrpSpPr/>
          <p:nvPr/>
        </p:nvGrpSpPr>
        <p:grpSpPr>
          <a:xfrm>
            <a:off x="3224950" y="940610"/>
            <a:ext cx="5740146" cy="5217787"/>
            <a:chOff x="3224950" y="940610"/>
            <a:chExt cx="5740146" cy="5217787"/>
          </a:xfrm>
        </p:grpSpPr>
        <p:sp>
          <p:nvSpPr>
            <p:cNvPr id="12" name="Abgerundetes Rechteck 11">
              <a:extLst>
                <a:ext uri="{FF2B5EF4-FFF2-40B4-BE49-F238E27FC236}">
                  <a16:creationId xmlns:a16="http://schemas.microsoft.com/office/drawing/2014/main" id="{1F10371E-0FF9-C259-42E6-AD46DD72AE6E}"/>
                </a:ext>
              </a:extLst>
            </p:cNvPr>
            <p:cNvSpPr/>
            <p:nvPr/>
          </p:nvSpPr>
          <p:spPr>
            <a:xfrm>
              <a:off x="3224950" y="940610"/>
              <a:ext cx="5738192" cy="1282658"/>
            </a:xfrm>
            <a:prstGeom prst="roundRect">
              <a:avLst/>
            </a:prstGeom>
            <a:solidFill>
              <a:srgbClr val="D0D95C"/>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108000" rtlCol="0" anchor="t"/>
            <a:lstStyle/>
            <a:p>
              <a:pPr algn="ctr"/>
              <a:r>
                <a:rPr lang="de-DE" sz="1400" dirty="0">
                  <a:latin typeface="Georgia" panose="02040502050405020303" pitchFamily="18" charset="0"/>
                </a:rPr>
                <a:t>DACE</a:t>
              </a:r>
            </a:p>
          </p:txBody>
        </p:sp>
        <p:sp>
          <p:nvSpPr>
            <p:cNvPr id="2" name="Abgerundetes Rechteck 1">
              <a:extLst>
                <a:ext uri="{FF2B5EF4-FFF2-40B4-BE49-F238E27FC236}">
                  <a16:creationId xmlns:a16="http://schemas.microsoft.com/office/drawing/2014/main" id="{5DA8439E-950D-1482-B3B7-16D08F40D66F}"/>
                </a:ext>
              </a:extLst>
            </p:cNvPr>
            <p:cNvSpPr/>
            <p:nvPr/>
          </p:nvSpPr>
          <p:spPr>
            <a:xfrm>
              <a:off x="3315677" y="1651608"/>
              <a:ext cx="5556738" cy="4932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DACE ist verantwortlich für</a:t>
              </a:r>
            </a:p>
          </p:txBody>
        </p:sp>
        <p:sp>
          <p:nvSpPr>
            <p:cNvPr id="8" name="Oval 7">
              <a:extLst>
                <a:ext uri="{FF2B5EF4-FFF2-40B4-BE49-F238E27FC236}">
                  <a16:creationId xmlns:a16="http://schemas.microsoft.com/office/drawing/2014/main" id="{7E818D8A-CC35-179C-DD29-6EAFC67CBE93}"/>
                </a:ext>
              </a:extLst>
            </p:cNvPr>
            <p:cNvSpPr/>
            <p:nvPr/>
          </p:nvSpPr>
          <p:spPr>
            <a:xfrm>
              <a:off x="5196000" y="3457891"/>
              <a:ext cx="1800000" cy="1800000"/>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400" dirty="0">
                  <a:latin typeface="Georgia" panose="02040502050405020303" pitchFamily="18" charset="0"/>
                </a:rPr>
                <a:t>Datenraum</a:t>
              </a:r>
            </a:p>
          </p:txBody>
        </p:sp>
        <p:sp>
          <p:nvSpPr>
            <p:cNvPr id="9" name="Oval 8">
              <a:extLst>
                <a:ext uri="{FF2B5EF4-FFF2-40B4-BE49-F238E27FC236}">
                  <a16:creationId xmlns:a16="http://schemas.microsoft.com/office/drawing/2014/main" id="{50E2F7A5-1987-C02D-EEFF-D37B99A19116}"/>
                </a:ext>
              </a:extLst>
            </p:cNvPr>
            <p:cNvSpPr/>
            <p:nvPr/>
          </p:nvSpPr>
          <p:spPr>
            <a:xfrm>
              <a:off x="4233767" y="5258397"/>
              <a:ext cx="900000" cy="9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A</a:t>
              </a:r>
            </a:p>
          </p:txBody>
        </p:sp>
        <p:sp>
          <p:nvSpPr>
            <p:cNvPr id="11" name="Oval 10">
              <a:extLst>
                <a:ext uri="{FF2B5EF4-FFF2-40B4-BE49-F238E27FC236}">
                  <a16:creationId xmlns:a16="http://schemas.microsoft.com/office/drawing/2014/main" id="{D460EB28-FEC9-3445-AC3A-224D3B209D61}"/>
                </a:ext>
              </a:extLst>
            </p:cNvPr>
            <p:cNvSpPr/>
            <p:nvPr/>
          </p:nvSpPr>
          <p:spPr>
            <a:xfrm>
              <a:off x="7044326" y="5256160"/>
              <a:ext cx="900000" cy="9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B</a:t>
              </a:r>
            </a:p>
          </p:txBody>
        </p:sp>
        <p:sp>
          <p:nvSpPr>
            <p:cNvPr id="13" name="Rechteck 12">
              <a:extLst>
                <a:ext uri="{FF2B5EF4-FFF2-40B4-BE49-F238E27FC236}">
                  <a16:creationId xmlns:a16="http://schemas.microsoft.com/office/drawing/2014/main" id="{646028E5-79EA-0012-E41A-25842CD9F651}"/>
                </a:ext>
              </a:extLst>
            </p:cNvPr>
            <p:cNvSpPr/>
            <p:nvPr/>
          </p:nvSpPr>
          <p:spPr>
            <a:xfrm>
              <a:off x="3226905" y="2333218"/>
              <a:ext cx="1767117" cy="4770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latin typeface="Georgia" panose="02040502050405020303" pitchFamily="18" charset="0"/>
                </a:rPr>
                <a:t>Governance</a:t>
              </a:r>
              <a:endParaRPr lang="de-DE" sz="1400" dirty="0">
                <a:latin typeface="Georgia" panose="02040502050405020303" pitchFamily="18" charset="0"/>
              </a:endParaRPr>
            </a:p>
          </p:txBody>
        </p:sp>
        <p:sp>
          <p:nvSpPr>
            <p:cNvPr id="14" name="Rechteck 13">
              <a:extLst>
                <a:ext uri="{FF2B5EF4-FFF2-40B4-BE49-F238E27FC236}">
                  <a16:creationId xmlns:a16="http://schemas.microsoft.com/office/drawing/2014/main" id="{DA6E546E-DDEE-DDA3-02B6-768E6DF7F049}"/>
                </a:ext>
              </a:extLst>
            </p:cNvPr>
            <p:cNvSpPr/>
            <p:nvPr/>
          </p:nvSpPr>
          <p:spPr>
            <a:xfrm>
              <a:off x="5212442" y="2339223"/>
              <a:ext cx="1767117" cy="5716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400" dirty="0">
                  <a:latin typeface="Georgia" panose="02040502050405020303" pitchFamily="18" charset="0"/>
                </a:rPr>
                <a:t>Datenraum Service/Tools</a:t>
              </a:r>
            </a:p>
          </p:txBody>
        </p:sp>
        <p:sp>
          <p:nvSpPr>
            <p:cNvPr id="15" name="Rechteck 14">
              <a:extLst>
                <a:ext uri="{FF2B5EF4-FFF2-40B4-BE49-F238E27FC236}">
                  <a16:creationId xmlns:a16="http://schemas.microsoft.com/office/drawing/2014/main" id="{56585F10-538C-D922-FE83-DA55CC696374}"/>
                </a:ext>
              </a:extLst>
            </p:cNvPr>
            <p:cNvSpPr/>
            <p:nvPr/>
          </p:nvSpPr>
          <p:spPr>
            <a:xfrm>
              <a:off x="7197979" y="2330457"/>
              <a:ext cx="1767117" cy="4770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Verifizierung</a:t>
              </a:r>
            </a:p>
          </p:txBody>
        </p:sp>
        <p:sp>
          <p:nvSpPr>
            <p:cNvPr id="17" name="Pfeil nach unten 16">
              <a:extLst>
                <a:ext uri="{FF2B5EF4-FFF2-40B4-BE49-F238E27FC236}">
                  <a16:creationId xmlns:a16="http://schemas.microsoft.com/office/drawing/2014/main" id="{968BEFD0-81E8-A2D6-8881-19DC45132AAD}"/>
                </a:ext>
              </a:extLst>
            </p:cNvPr>
            <p:cNvSpPr/>
            <p:nvPr/>
          </p:nvSpPr>
          <p:spPr>
            <a:xfrm>
              <a:off x="3414465" y="1705533"/>
              <a:ext cx="281617" cy="3853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sp>
          <p:nvSpPr>
            <p:cNvPr id="18" name="Pfeil nach unten 17">
              <a:extLst>
                <a:ext uri="{FF2B5EF4-FFF2-40B4-BE49-F238E27FC236}">
                  <a16:creationId xmlns:a16="http://schemas.microsoft.com/office/drawing/2014/main" id="{E3283837-5D27-BED0-6B6B-965A1BC9C963}"/>
                </a:ext>
              </a:extLst>
            </p:cNvPr>
            <p:cNvSpPr/>
            <p:nvPr/>
          </p:nvSpPr>
          <p:spPr>
            <a:xfrm>
              <a:off x="8495353" y="1709679"/>
              <a:ext cx="281617" cy="3853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cxnSp>
          <p:nvCxnSpPr>
            <p:cNvPr id="20" name="Gerade Verbindung mit Pfeil 19">
              <a:extLst>
                <a:ext uri="{FF2B5EF4-FFF2-40B4-BE49-F238E27FC236}">
                  <a16:creationId xmlns:a16="http://schemas.microsoft.com/office/drawing/2014/main" id="{FACA09C1-EAE2-4DA5-A37F-02B344784007}"/>
                </a:ext>
              </a:extLst>
            </p:cNvPr>
            <p:cNvCxnSpPr>
              <a:cxnSpLocks/>
              <a:stCxn id="13" idx="2"/>
              <a:endCxn id="8" idx="1"/>
            </p:cNvCxnSpPr>
            <p:nvPr/>
          </p:nvCxnSpPr>
          <p:spPr>
            <a:xfrm>
              <a:off x="4110464" y="2810296"/>
              <a:ext cx="1349140" cy="9111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42DF989B-C953-ED3B-9B44-2F46D8E72958}"/>
                </a:ext>
              </a:extLst>
            </p:cNvPr>
            <p:cNvCxnSpPr>
              <a:cxnSpLocks/>
              <a:stCxn id="14" idx="2"/>
              <a:endCxn id="8" idx="0"/>
            </p:cNvCxnSpPr>
            <p:nvPr/>
          </p:nvCxnSpPr>
          <p:spPr>
            <a:xfrm flipH="1">
              <a:off x="6096000" y="2910835"/>
              <a:ext cx="1" cy="547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281DA3CE-192B-B32C-AF60-19B6E1AA37B3}"/>
                </a:ext>
              </a:extLst>
            </p:cNvPr>
            <p:cNvCxnSpPr>
              <a:cxnSpLocks/>
              <a:stCxn id="15" idx="2"/>
              <a:endCxn id="8" idx="7"/>
            </p:cNvCxnSpPr>
            <p:nvPr/>
          </p:nvCxnSpPr>
          <p:spPr>
            <a:xfrm flipH="1">
              <a:off x="6732396" y="2807535"/>
              <a:ext cx="1349142" cy="913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2C781745-790F-131F-F67B-264311BED53F}"/>
                </a:ext>
              </a:extLst>
            </p:cNvPr>
            <p:cNvSpPr txBox="1"/>
            <p:nvPr/>
          </p:nvSpPr>
          <p:spPr>
            <a:xfrm>
              <a:off x="3414465" y="3017204"/>
              <a:ext cx="1391996" cy="276999"/>
            </a:xfrm>
            <a:prstGeom prst="rect">
              <a:avLst/>
            </a:prstGeom>
            <a:noFill/>
          </p:spPr>
          <p:txBody>
            <a:bodyPr wrap="square" rtlCol="0">
              <a:spAutoFit/>
            </a:bodyPr>
            <a:lstStyle/>
            <a:p>
              <a:pPr algn="ctr"/>
              <a:r>
                <a:rPr lang="de-DE" sz="1200" dirty="0">
                  <a:latin typeface="Georgia" panose="02040502050405020303" pitchFamily="18" charset="0"/>
                </a:rPr>
                <a:t>Stellt bereit</a:t>
              </a:r>
            </a:p>
          </p:txBody>
        </p:sp>
        <p:sp>
          <p:nvSpPr>
            <p:cNvPr id="38" name="Textfeld 37">
              <a:extLst>
                <a:ext uri="{FF2B5EF4-FFF2-40B4-BE49-F238E27FC236}">
                  <a16:creationId xmlns:a16="http://schemas.microsoft.com/office/drawing/2014/main" id="{635619F2-4C7D-6985-AE89-91C04B570151}"/>
                </a:ext>
              </a:extLst>
            </p:cNvPr>
            <p:cNvSpPr txBox="1"/>
            <p:nvPr/>
          </p:nvSpPr>
          <p:spPr>
            <a:xfrm>
              <a:off x="7053502" y="4743733"/>
              <a:ext cx="1907895" cy="276999"/>
            </a:xfrm>
            <a:prstGeom prst="rect">
              <a:avLst/>
            </a:prstGeom>
            <a:noFill/>
          </p:spPr>
          <p:txBody>
            <a:bodyPr wrap="none" rtlCol="0">
              <a:spAutoFit/>
            </a:bodyPr>
            <a:lstStyle/>
            <a:p>
              <a:r>
                <a:rPr lang="de-DE" sz="1200" dirty="0">
                  <a:latin typeface="Georgia" panose="02040502050405020303" pitchFamily="18" charset="0"/>
                </a:rPr>
                <a:t>Austausch von CE-Daten</a:t>
              </a:r>
            </a:p>
          </p:txBody>
        </p:sp>
        <p:sp>
          <p:nvSpPr>
            <p:cNvPr id="39" name="Textfeld 38">
              <a:extLst>
                <a:ext uri="{FF2B5EF4-FFF2-40B4-BE49-F238E27FC236}">
                  <a16:creationId xmlns:a16="http://schemas.microsoft.com/office/drawing/2014/main" id="{9F6B345C-A229-DC10-7119-2E2DE1512B15}"/>
                </a:ext>
              </a:extLst>
            </p:cNvPr>
            <p:cNvSpPr txBox="1"/>
            <p:nvPr/>
          </p:nvSpPr>
          <p:spPr>
            <a:xfrm>
              <a:off x="3225872" y="4743733"/>
              <a:ext cx="1907895" cy="276999"/>
            </a:xfrm>
            <a:prstGeom prst="rect">
              <a:avLst/>
            </a:prstGeom>
            <a:noFill/>
          </p:spPr>
          <p:txBody>
            <a:bodyPr wrap="none" rtlCol="0">
              <a:spAutoFit/>
            </a:bodyPr>
            <a:lstStyle/>
            <a:p>
              <a:r>
                <a:rPr lang="de-DE" sz="1200" dirty="0">
                  <a:latin typeface="Georgia" panose="02040502050405020303" pitchFamily="18" charset="0"/>
                </a:rPr>
                <a:t>Austausch von CE-Daten</a:t>
              </a:r>
            </a:p>
          </p:txBody>
        </p:sp>
        <p:sp>
          <p:nvSpPr>
            <p:cNvPr id="51" name="Textfeld 50">
              <a:extLst>
                <a:ext uri="{FF2B5EF4-FFF2-40B4-BE49-F238E27FC236}">
                  <a16:creationId xmlns:a16="http://schemas.microsoft.com/office/drawing/2014/main" id="{5791F10D-1140-893D-F86D-5F8343C6554F}"/>
                </a:ext>
              </a:extLst>
            </p:cNvPr>
            <p:cNvSpPr txBox="1"/>
            <p:nvPr/>
          </p:nvSpPr>
          <p:spPr>
            <a:xfrm>
              <a:off x="4987026" y="3018025"/>
              <a:ext cx="1391996" cy="276999"/>
            </a:xfrm>
            <a:prstGeom prst="rect">
              <a:avLst/>
            </a:prstGeom>
            <a:noFill/>
          </p:spPr>
          <p:txBody>
            <a:bodyPr wrap="square" rtlCol="0">
              <a:spAutoFit/>
            </a:bodyPr>
            <a:lstStyle/>
            <a:p>
              <a:pPr algn="ctr"/>
              <a:r>
                <a:rPr lang="de-DE" sz="1200" dirty="0">
                  <a:latin typeface="Georgia" panose="02040502050405020303" pitchFamily="18" charset="0"/>
                </a:rPr>
                <a:t>Stellt bereit</a:t>
              </a:r>
            </a:p>
          </p:txBody>
        </p:sp>
        <p:sp>
          <p:nvSpPr>
            <p:cNvPr id="52" name="Textfeld 51">
              <a:extLst>
                <a:ext uri="{FF2B5EF4-FFF2-40B4-BE49-F238E27FC236}">
                  <a16:creationId xmlns:a16="http://schemas.microsoft.com/office/drawing/2014/main" id="{E3A9A7D9-D6D2-34D4-12B4-33D898368973}"/>
                </a:ext>
              </a:extLst>
            </p:cNvPr>
            <p:cNvSpPr txBox="1"/>
            <p:nvPr/>
          </p:nvSpPr>
          <p:spPr>
            <a:xfrm>
              <a:off x="7385539" y="3018025"/>
              <a:ext cx="1391996" cy="276999"/>
            </a:xfrm>
            <a:prstGeom prst="rect">
              <a:avLst/>
            </a:prstGeom>
            <a:noFill/>
          </p:spPr>
          <p:txBody>
            <a:bodyPr wrap="square" rtlCol="0">
              <a:spAutoFit/>
            </a:bodyPr>
            <a:lstStyle/>
            <a:p>
              <a:pPr algn="ctr"/>
              <a:r>
                <a:rPr lang="de-DE" sz="1200" dirty="0">
                  <a:latin typeface="Georgia" panose="02040502050405020303" pitchFamily="18" charset="0"/>
                </a:rPr>
                <a:t>Stellt bereit</a:t>
              </a:r>
            </a:p>
          </p:txBody>
        </p:sp>
        <p:cxnSp>
          <p:nvCxnSpPr>
            <p:cNvPr id="74" name="Gerade Verbindung mit Pfeil 73">
              <a:extLst>
                <a:ext uri="{FF2B5EF4-FFF2-40B4-BE49-F238E27FC236}">
                  <a16:creationId xmlns:a16="http://schemas.microsoft.com/office/drawing/2014/main" id="{CF0263F4-467E-782D-BEED-7B05913F1126}"/>
                </a:ext>
              </a:extLst>
            </p:cNvPr>
            <p:cNvCxnSpPr>
              <a:cxnSpLocks/>
            </p:cNvCxnSpPr>
            <p:nvPr/>
          </p:nvCxnSpPr>
          <p:spPr>
            <a:xfrm rot="2700000">
              <a:off x="5139687" y="4794128"/>
              <a:ext cx="0" cy="61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Gerade Verbindung mit Pfeil 74">
              <a:extLst>
                <a:ext uri="{FF2B5EF4-FFF2-40B4-BE49-F238E27FC236}">
                  <a16:creationId xmlns:a16="http://schemas.microsoft.com/office/drawing/2014/main" id="{97284FBD-DD05-09BA-7895-23218D4B0419}"/>
                </a:ext>
              </a:extLst>
            </p:cNvPr>
            <p:cNvCxnSpPr>
              <a:cxnSpLocks/>
            </p:cNvCxnSpPr>
            <p:nvPr/>
          </p:nvCxnSpPr>
          <p:spPr>
            <a:xfrm rot="2700000">
              <a:off x="5320947" y="4991829"/>
              <a:ext cx="0" cy="61200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6" name="Gerade Verbindung mit Pfeil 75">
              <a:extLst>
                <a:ext uri="{FF2B5EF4-FFF2-40B4-BE49-F238E27FC236}">
                  <a16:creationId xmlns:a16="http://schemas.microsoft.com/office/drawing/2014/main" id="{20891AF5-365E-C92A-5683-1C8A53F48078}"/>
                </a:ext>
              </a:extLst>
            </p:cNvPr>
            <p:cNvCxnSpPr>
              <a:cxnSpLocks/>
            </p:cNvCxnSpPr>
            <p:nvPr/>
          </p:nvCxnSpPr>
          <p:spPr>
            <a:xfrm rot="18900000">
              <a:off x="7044326" y="4789776"/>
              <a:ext cx="0" cy="61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Gerade Verbindung mit Pfeil 76">
              <a:extLst>
                <a:ext uri="{FF2B5EF4-FFF2-40B4-BE49-F238E27FC236}">
                  <a16:creationId xmlns:a16="http://schemas.microsoft.com/office/drawing/2014/main" id="{84A0A594-C1A7-B8EB-5E48-7936B0121464}"/>
                </a:ext>
              </a:extLst>
            </p:cNvPr>
            <p:cNvCxnSpPr>
              <a:cxnSpLocks/>
            </p:cNvCxnSpPr>
            <p:nvPr/>
          </p:nvCxnSpPr>
          <p:spPr>
            <a:xfrm rot="18900000">
              <a:off x="6871053" y="4991829"/>
              <a:ext cx="0" cy="61200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327136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55B74-971A-BEDF-5AC5-5DFFDC9880D3}"/>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35C1568C-3B1A-5DAB-C202-0FFF0621D454}"/>
              </a:ext>
            </a:extLst>
          </p:cNvPr>
          <p:cNvSpPr>
            <a:spLocks noGrp="1"/>
          </p:cNvSpPr>
          <p:nvPr>
            <p:ph type="sldNum" sz="quarter" idx="4"/>
          </p:nvPr>
        </p:nvSpPr>
        <p:spPr/>
        <p:txBody>
          <a:bodyPr/>
          <a:lstStyle/>
          <a:p>
            <a:fld id="{13DF57E2-0006-4890-B490-C5A56CDD4B6C}" type="slidenum">
              <a:rPr lang="de-DE" smtClean="0"/>
              <a:pPr/>
              <a:t>37</a:t>
            </a:fld>
            <a:endParaRPr lang="de-DE" dirty="0"/>
          </a:p>
        </p:txBody>
      </p:sp>
      <p:sp>
        <p:nvSpPr>
          <p:cNvPr id="4" name="Datumsplatzhalter 3">
            <a:extLst>
              <a:ext uri="{FF2B5EF4-FFF2-40B4-BE49-F238E27FC236}">
                <a16:creationId xmlns:a16="http://schemas.microsoft.com/office/drawing/2014/main" id="{FBDD8945-B6F8-F54E-AB07-3230829CF2DC}"/>
              </a:ext>
            </a:extLst>
          </p:cNvPr>
          <p:cNvSpPr>
            <a:spLocks noGrp="1"/>
          </p:cNvSpPr>
          <p:nvPr>
            <p:ph type="dt" sz="half" idx="2"/>
          </p:nvPr>
        </p:nvSpPr>
        <p:spPr/>
        <p:txBody>
          <a:bodyPr/>
          <a:lstStyle/>
          <a:p>
            <a:r>
              <a:rPr lang="de-DE"/>
              <a:t>17</a:t>
            </a:r>
            <a:r>
              <a:rPr lang="en-DE"/>
              <a:t>.0</a:t>
            </a:r>
            <a:r>
              <a:rPr lang="de-DE"/>
              <a:t>6</a:t>
            </a:r>
            <a:r>
              <a:rPr lang="en-DE"/>
              <a:t>.202</a:t>
            </a:r>
            <a:r>
              <a:rPr lang="de-DE"/>
              <a:t>5</a:t>
            </a:r>
            <a:endParaRPr lang="de-DE" dirty="0"/>
          </a:p>
        </p:txBody>
      </p:sp>
      <p:grpSp>
        <p:nvGrpSpPr>
          <p:cNvPr id="56" name="Gruppieren 55">
            <a:extLst>
              <a:ext uri="{FF2B5EF4-FFF2-40B4-BE49-F238E27FC236}">
                <a16:creationId xmlns:a16="http://schemas.microsoft.com/office/drawing/2014/main" id="{F2881DF6-1492-DA83-418A-980EF5D9FD99}"/>
              </a:ext>
            </a:extLst>
          </p:cNvPr>
          <p:cNvGrpSpPr>
            <a:grpSpLocks/>
          </p:cNvGrpSpPr>
          <p:nvPr/>
        </p:nvGrpSpPr>
        <p:grpSpPr>
          <a:xfrm>
            <a:off x="3225872" y="970753"/>
            <a:ext cx="5760000" cy="5206422"/>
            <a:chOff x="3225872" y="970754"/>
            <a:chExt cx="5739224" cy="5187643"/>
          </a:xfrm>
        </p:grpSpPr>
        <p:sp>
          <p:nvSpPr>
            <p:cNvPr id="8" name="Oval 7">
              <a:extLst>
                <a:ext uri="{FF2B5EF4-FFF2-40B4-BE49-F238E27FC236}">
                  <a16:creationId xmlns:a16="http://schemas.microsoft.com/office/drawing/2014/main" id="{34368623-2260-977F-B4B8-6ACDEF377D07}"/>
                </a:ext>
              </a:extLst>
            </p:cNvPr>
            <p:cNvSpPr/>
            <p:nvPr/>
          </p:nvSpPr>
          <p:spPr>
            <a:xfrm>
              <a:off x="5196000" y="3457891"/>
              <a:ext cx="1800000" cy="1800000"/>
            </a:xfrm>
            <a:prstGeom prst="ellipse">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400" dirty="0">
                  <a:latin typeface="Georgia" panose="02040502050405020303" pitchFamily="18" charset="0"/>
                </a:rPr>
                <a:t>Datenraum</a:t>
              </a:r>
            </a:p>
          </p:txBody>
        </p:sp>
        <p:sp>
          <p:nvSpPr>
            <p:cNvPr id="11" name="Abgerundetes Rechteck 10">
              <a:extLst>
                <a:ext uri="{FF2B5EF4-FFF2-40B4-BE49-F238E27FC236}">
                  <a16:creationId xmlns:a16="http://schemas.microsoft.com/office/drawing/2014/main" id="{DCBF6A8E-7D51-6B63-2B73-55E0DE6DFAF2}"/>
                </a:ext>
              </a:extLst>
            </p:cNvPr>
            <p:cNvSpPr/>
            <p:nvPr/>
          </p:nvSpPr>
          <p:spPr>
            <a:xfrm>
              <a:off x="3226904" y="970754"/>
              <a:ext cx="5738192" cy="781878"/>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lIns="72000" rtlCol="0" anchor="ctr"/>
            <a:lstStyle/>
            <a:p>
              <a:pPr algn="ctr"/>
              <a:r>
                <a:rPr lang="de-DE" sz="1400" dirty="0">
                  <a:latin typeface="Georgia" panose="02040502050405020303" pitchFamily="18" charset="0"/>
                </a:rPr>
                <a:t>DACE</a:t>
              </a:r>
            </a:p>
          </p:txBody>
        </p:sp>
        <p:sp>
          <p:nvSpPr>
            <p:cNvPr id="12" name="Rechteck 11">
              <a:extLst>
                <a:ext uri="{FF2B5EF4-FFF2-40B4-BE49-F238E27FC236}">
                  <a16:creationId xmlns:a16="http://schemas.microsoft.com/office/drawing/2014/main" id="{4975D31D-3511-D834-2BCA-74E46BE3C475}"/>
                </a:ext>
              </a:extLst>
            </p:cNvPr>
            <p:cNvSpPr/>
            <p:nvPr/>
          </p:nvSpPr>
          <p:spPr>
            <a:xfrm>
              <a:off x="3226905" y="2252868"/>
              <a:ext cx="1767117" cy="4770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latin typeface="Georgia" panose="02040502050405020303" pitchFamily="18" charset="0"/>
                </a:rPr>
                <a:t>Governance</a:t>
              </a:r>
              <a:endParaRPr lang="de-DE" sz="1400" dirty="0">
                <a:latin typeface="Georgia" panose="02040502050405020303" pitchFamily="18" charset="0"/>
              </a:endParaRPr>
            </a:p>
          </p:txBody>
        </p:sp>
        <p:sp>
          <p:nvSpPr>
            <p:cNvPr id="13" name="Rechteck 12">
              <a:extLst>
                <a:ext uri="{FF2B5EF4-FFF2-40B4-BE49-F238E27FC236}">
                  <a16:creationId xmlns:a16="http://schemas.microsoft.com/office/drawing/2014/main" id="{933ED3B9-3D0A-B2C6-00BD-AC66364177E7}"/>
                </a:ext>
              </a:extLst>
            </p:cNvPr>
            <p:cNvSpPr/>
            <p:nvPr/>
          </p:nvSpPr>
          <p:spPr>
            <a:xfrm>
              <a:off x="5212441" y="2425144"/>
              <a:ext cx="1767117" cy="781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400" dirty="0">
                  <a:latin typeface="Georgia" panose="02040502050405020303" pitchFamily="18" charset="0"/>
                </a:rPr>
                <a:t>Datenraum Service/Tools Anbieter</a:t>
              </a:r>
            </a:p>
          </p:txBody>
        </p:sp>
        <p:sp>
          <p:nvSpPr>
            <p:cNvPr id="14" name="Rechteck 13">
              <a:extLst>
                <a:ext uri="{FF2B5EF4-FFF2-40B4-BE49-F238E27FC236}">
                  <a16:creationId xmlns:a16="http://schemas.microsoft.com/office/drawing/2014/main" id="{92ECA5A1-9AC7-5010-7623-3801834F7AE1}"/>
                </a:ext>
              </a:extLst>
            </p:cNvPr>
            <p:cNvSpPr/>
            <p:nvPr/>
          </p:nvSpPr>
          <p:spPr>
            <a:xfrm>
              <a:off x="7094890" y="2744149"/>
              <a:ext cx="1866507" cy="5965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latin typeface="Georgia" panose="02040502050405020303" pitchFamily="18" charset="0"/>
                </a:rPr>
                <a:t>Verifizierungs-anbieter</a:t>
              </a:r>
            </a:p>
          </p:txBody>
        </p:sp>
        <p:sp>
          <p:nvSpPr>
            <p:cNvPr id="16" name="Pfeil nach unten 15">
              <a:extLst>
                <a:ext uri="{FF2B5EF4-FFF2-40B4-BE49-F238E27FC236}">
                  <a16:creationId xmlns:a16="http://schemas.microsoft.com/office/drawing/2014/main" id="{52A12322-E6DA-6024-A2B1-43EBFC3C36F7}"/>
                </a:ext>
              </a:extLst>
            </p:cNvPr>
            <p:cNvSpPr/>
            <p:nvPr/>
          </p:nvSpPr>
          <p:spPr>
            <a:xfrm>
              <a:off x="3969654" y="1814664"/>
              <a:ext cx="281617" cy="3853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cxnSp>
          <p:nvCxnSpPr>
            <p:cNvPr id="18" name="Gerade Verbindung mit Pfeil 17">
              <a:extLst>
                <a:ext uri="{FF2B5EF4-FFF2-40B4-BE49-F238E27FC236}">
                  <a16:creationId xmlns:a16="http://schemas.microsoft.com/office/drawing/2014/main" id="{6B5EB988-8BDD-83D4-B380-236A0F01AEC4}"/>
                </a:ext>
              </a:extLst>
            </p:cNvPr>
            <p:cNvCxnSpPr>
              <a:cxnSpLocks/>
              <a:stCxn id="12" idx="2"/>
              <a:endCxn id="8" idx="1"/>
            </p:cNvCxnSpPr>
            <p:nvPr/>
          </p:nvCxnSpPr>
          <p:spPr>
            <a:xfrm>
              <a:off x="4110464" y="2729946"/>
              <a:ext cx="1349140" cy="9915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7FE0ED6A-25D7-ADF0-0C86-CA792D5D872B}"/>
                </a:ext>
              </a:extLst>
            </p:cNvPr>
            <p:cNvCxnSpPr>
              <a:cxnSpLocks/>
              <a:stCxn id="13" idx="2"/>
              <a:endCxn id="8" idx="0"/>
            </p:cNvCxnSpPr>
            <p:nvPr/>
          </p:nvCxnSpPr>
          <p:spPr>
            <a:xfrm>
              <a:off x="6096000" y="3207022"/>
              <a:ext cx="0" cy="250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66AEAD0D-180A-237E-1160-09FAC7ADB8FB}"/>
                </a:ext>
              </a:extLst>
            </p:cNvPr>
            <p:cNvCxnSpPr>
              <a:cxnSpLocks/>
              <a:stCxn id="14" idx="2"/>
              <a:endCxn id="8" idx="7"/>
            </p:cNvCxnSpPr>
            <p:nvPr/>
          </p:nvCxnSpPr>
          <p:spPr>
            <a:xfrm flipH="1">
              <a:off x="6732396" y="3340716"/>
              <a:ext cx="1295748" cy="380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349974D7-8EB5-F072-C59C-A0790E2B4425}"/>
                </a:ext>
              </a:extLst>
            </p:cNvPr>
            <p:cNvCxnSpPr>
              <a:cxnSpLocks/>
              <a:endCxn id="13" idx="0"/>
            </p:cNvCxnSpPr>
            <p:nvPr/>
          </p:nvCxnSpPr>
          <p:spPr>
            <a:xfrm>
              <a:off x="6095999" y="1752632"/>
              <a:ext cx="1" cy="672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73701C62-2F05-F605-858C-6622E3997B70}"/>
                </a:ext>
              </a:extLst>
            </p:cNvPr>
            <p:cNvCxnSpPr>
              <a:cxnSpLocks/>
              <a:endCxn id="14" idx="0"/>
            </p:cNvCxnSpPr>
            <p:nvPr/>
          </p:nvCxnSpPr>
          <p:spPr>
            <a:xfrm>
              <a:off x="8028144" y="1766838"/>
              <a:ext cx="0" cy="97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E3F3EFBF-B918-91AA-AB4D-D512074D663C}"/>
                </a:ext>
              </a:extLst>
            </p:cNvPr>
            <p:cNvSpPr txBox="1"/>
            <p:nvPr/>
          </p:nvSpPr>
          <p:spPr>
            <a:xfrm>
              <a:off x="7281129" y="1885972"/>
              <a:ext cx="1680268" cy="261610"/>
            </a:xfrm>
            <a:prstGeom prst="rect">
              <a:avLst/>
            </a:prstGeom>
            <a:solidFill>
              <a:schemeClr val="bg1"/>
            </a:solidFill>
          </p:spPr>
          <p:txBody>
            <a:bodyPr wrap="none" rtlCol="0">
              <a:spAutoFit/>
            </a:bodyPr>
            <a:lstStyle/>
            <a:p>
              <a:r>
                <a:rPr lang="de-DE" sz="1100" dirty="0">
                  <a:latin typeface="Georgia" panose="02040502050405020303" pitchFamily="18" charset="0"/>
                </a:rPr>
                <a:t>Beauftragt &amp; Überwacht</a:t>
              </a:r>
            </a:p>
          </p:txBody>
        </p:sp>
        <p:sp>
          <p:nvSpPr>
            <p:cNvPr id="34" name="Textfeld 33">
              <a:extLst>
                <a:ext uri="{FF2B5EF4-FFF2-40B4-BE49-F238E27FC236}">
                  <a16:creationId xmlns:a16="http://schemas.microsoft.com/office/drawing/2014/main" id="{23A93CAF-A4D7-E4FA-253A-8F239EBCAF9E}"/>
                </a:ext>
              </a:extLst>
            </p:cNvPr>
            <p:cNvSpPr txBox="1"/>
            <p:nvPr/>
          </p:nvSpPr>
          <p:spPr>
            <a:xfrm>
              <a:off x="5255865" y="1903031"/>
              <a:ext cx="1680268" cy="261610"/>
            </a:xfrm>
            <a:prstGeom prst="rect">
              <a:avLst/>
            </a:prstGeom>
            <a:solidFill>
              <a:schemeClr val="bg1"/>
            </a:solidFill>
          </p:spPr>
          <p:txBody>
            <a:bodyPr wrap="none" rtlCol="0">
              <a:spAutoFit/>
            </a:bodyPr>
            <a:lstStyle/>
            <a:p>
              <a:r>
                <a:rPr lang="de-DE" sz="1100" dirty="0">
                  <a:latin typeface="Georgia" panose="02040502050405020303" pitchFamily="18" charset="0"/>
                </a:rPr>
                <a:t>Beauftragt &amp; Überwacht</a:t>
              </a:r>
            </a:p>
          </p:txBody>
        </p:sp>
        <p:sp>
          <p:nvSpPr>
            <p:cNvPr id="35" name="Textfeld 34">
              <a:extLst>
                <a:ext uri="{FF2B5EF4-FFF2-40B4-BE49-F238E27FC236}">
                  <a16:creationId xmlns:a16="http://schemas.microsoft.com/office/drawing/2014/main" id="{D05DFB54-E098-58A0-F0CD-04588275C08B}"/>
                </a:ext>
              </a:extLst>
            </p:cNvPr>
            <p:cNvSpPr txBox="1"/>
            <p:nvPr/>
          </p:nvSpPr>
          <p:spPr>
            <a:xfrm>
              <a:off x="4263097" y="1863252"/>
              <a:ext cx="690319" cy="260666"/>
            </a:xfrm>
            <a:prstGeom prst="rect">
              <a:avLst/>
            </a:prstGeom>
            <a:noFill/>
          </p:spPr>
          <p:txBody>
            <a:bodyPr wrap="none" rtlCol="0">
              <a:spAutoFit/>
            </a:bodyPr>
            <a:lstStyle/>
            <a:p>
              <a:r>
                <a:rPr lang="de-DE" sz="1100" dirty="0">
                  <a:latin typeface="Georgia" panose="02040502050405020303" pitchFamily="18" charset="0"/>
                </a:rPr>
                <a:t>Gibt vor</a:t>
              </a:r>
            </a:p>
          </p:txBody>
        </p:sp>
        <p:sp>
          <p:nvSpPr>
            <p:cNvPr id="47" name="Oval 46">
              <a:extLst>
                <a:ext uri="{FF2B5EF4-FFF2-40B4-BE49-F238E27FC236}">
                  <a16:creationId xmlns:a16="http://schemas.microsoft.com/office/drawing/2014/main" id="{E20CB835-C80E-F28F-EB7D-655E946851AA}"/>
                </a:ext>
              </a:extLst>
            </p:cNvPr>
            <p:cNvSpPr/>
            <p:nvPr/>
          </p:nvSpPr>
          <p:spPr>
            <a:xfrm>
              <a:off x="4233767" y="5258397"/>
              <a:ext cx="900000" cy="9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A</a:t>
              </a:r>
            </a:p>
          </p:txBody>
        </p:sp>
        <p:sp>
          <p:nvSpPr>
            <p:cNvPr id="48" name="Oval 47">
              <a:extLst>
                <a:ext uri="{FF2B5EF4-FFF2-40B4-BE49-F238E27FC236}">
                  <a16:creationId xmlns:a16="http://schemas.microsoft.com/office/drawing/2014/main" id="{42BF0954-3723-B6F6-9960-86A70C2123AB}"/>
                </a:ext>
              </a:extLst>
            </p:cNvPr>
            <p:cNvSpPr/>
            <p:nvPr/>
          </p:nvSpPr>
          <p:spPr>
            <a:xfrm>
              <a:off x="7044326" y="5256160"/>
              <a:ext cx="900000" cy="9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Georgia" panose="02040502050405020303" pitchFamily="18" charset="0"/>
                </a:rPr>
                <a:t>B</a:t>
              </a:r>
            </a:p>
          </p:txBody>
        </p:sp>
        <p:sp>
          <p:nvSpPr>
            <p:cNvPr id="49" name="Textfeld 48">
              <a:extLst>
                <a:ext uri="{FF2B5EF4-FFF2-40B4-BE49-F238E27FC236}">
                  <a16:creationId xmlns:a16="http://schemas.microsoft.com/office/drawing/2014/main" id="{7362C441-8EE3-5229-716F-7077290B9099}"/>
                </a:ext>
              </a:extLst>
            </p:cNvPr>
            <p:cNvSpPr txBox="1"/>
            <p:nvPr/>
          </p:nvSpPr>
          <p:spPr>
            <a:xfrm>
              <a:off x="7053502" y="4743733"/>
              <a:ext cx="1737976" cy="261610"/>
            </a:xfrm>
            <a:prstGeom prst="rect">
              <a:avLst/>
            </a:prstGeom>
            <a:noFill/>
          </p:spPr>
          <p:txBody>
            <a:bodyPr wrap="none" rtlCol="0">
              <a:spAutoFit/>
            </a:bodyPr>
            <a:lstStyle/>
            <a:p>
              <a:r>
                <a:rPr lang="de-DE" sz="1100" dirty="0">
                  <a:latin typeface="Georgia" panose="02040502050405020303" pitchFamily="18" charset="0"/>
                </a:rPr>
                <a:t>Austausch von CE-Daten</a:t>
              </a:r>
            </a:p>
          </p:txBody>
        </p:sp>
        <p:sp>
          <p:nvSpPr>
            <p:cNvPr id="50" name="Textfeld 49">
              <a:extLst>
                <a:ext uri="{FF2B5EF4-FFF2-40B4-BE49-F238E27FC236}">
                  <a16:creationId xmlns:a16="http://schemas.microsoft.com/office/drawing/2014/main" id="{69F5B9AE-5FCF-04AA-60B1-DEB887F64BCE}"/>
                </a:ext>
              </a:extLst>
            </p:cNvPr>
            <p:cNvSpPr txBox="1"/>
            <p:nvPr/>
          </p:nvSpPr>
          <p:spPr>
            <a:xfrm>
              <a:off x="3225872" y="4743733"/>
              <a:ext cx="1737976" cy="261610"/>
            </a:xfrm>
            <a:prstGeom prst="rect">
              <a:avLst/>
            </a:prstGeom>
            <a:noFill/>
          </p:spPr>
          <p:txBody>
            <a:bodyPr wrap="none" rtlCol="0">
              <a:spAutoFit/>
            </a:bodyPr>
            <a:lstStyle/>
            <a:p>
              <a:r>
                <a:rPr lang="de-DE" sz="1100" dirty="0">
                  <a:latin typeface="Georgia" panose="02040502050405020303" pitchFamily="18" charset="0"/>
                </a:rPr>
                <a:t>Austausch von CE-Daten</a:t>
              </a:r>
            </a:p>
          </p:txBody>
        </p:sp>
        <p:cxnSp>
          <p:nvCxnSpPr>
            <p:cNvPr id="51" name="Gerade Verbindung mit Pfeil 50">
              <a:extLst>
                <a:ext uri="{FF2B5EF4-FFF2-40B4-BE49-F238E27FC236}">
                  <a16:creationId xmlns:a16="http://schemas.microsoft.com/office/drawing/2014/main" id="{2BC15BDF-040E-1112-3754-D4444218B85F}"/>
                </a:ext>
              </a:extLst>
            </p:cNvPr>
            <p:cNvCxnSpPr>
              <a:cxnSpLocks/>
            </p:cNvCxnSpPr>
            <p:nvPr/>
          </p:nvCxnSpPr>
          <p:spPr>
            <a:xfrm rot="2700000">
              <a:off x="5139687" y="4794128"/>
              <a:ext cx="0" cy="61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Gerade Verbindung mit Pfeil 51">
              <a:extLst>
                <a:ext uri="{FF2B5EF4-FFF2-40B4-BE49-F238E27FC236}">
                  <a16:creationId xmlns:a16="http://schemas.microsoft.com/office/drawing/2014/main" id="{100D3F45-34B8-6E71-25A6-504E2264AED7}"/>
                </a:ext>
              </a:extLst>
            </p:cNvPr>
            <p:cNvCxnSpPr>
              <a:cxnSpLocks/>
            </p:cNvCxnSpPr>
            <p:nvPr/>
          </p:nvCxnSpPr>
          <p:spPr>
            <a:xfrm rot="2700000">
              <a:off x="5320947" y="4991829"/>
              <a:ext cx="0" cy="61200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3" name="Gerade Verbindung mit Pfeil 52">
              <a:extLst>
                <a:ext uri="{FF2B5EF4-FFF2-40B4-BE49-F238E27FC236}">
                  <a16:creationId xmlns:a16="http://schemas.microsoft.com/office/drawing/2014/main" id="{8215978A-F620-2564-7787-47B00B4E738C}"/>
                </a:ext>
              </a:extLst>
            </p:cNvPr>
            <p:cNvCxnSpPr>
              <a:cxnSpLocks/>
            </p:cNvCxnSpPr>
            <p:nvPr/>
          </p:nvCxnSpPr>
          <p:spPr>
            <a:xfrm rot="18900000">
              <a:off x="7044326" y="4789776"/>
              <a:ext cx="0" cy="61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Gerade Verbindung mit Pfeil 53">
              <a:extLst>
                <a:ext uri="{FF2B5EF4-FFF2-40B4-BE49-F238E27FC236}">
                  <a16:creationId xmlns:a16="http://schemas.microsoft.com/office/drawing/2014/main" id="{692D0908-512D-35D4-CB46-CB86BB214F75}"/>
                </a:ext>
              </a:extLst>
            </p:cNvPr>
            <p:cNvCxnSpPr>
              <a:cxnSpLocks/>
            </p:cNvCxnSpPr>
            <p:nvPr/>
          </p:nvCxnSpPr>
          <p:spPr>
            <a:xfrm rot="18900000">
              <a:off x="6871053" y="4991829"/>
              <a:ext cx="0" cy="61200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38798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CAFD6-9D45-3C13-F15A-C66245B0D584}"/>
            </a:ext>
          </a:extLst>
        </p:cNvPr>
        <p:cNvGrpSpPr/>
        <p:nvPr/>
      </p:nvGrpSpPr>
      <p:grpSpPr>
        <a:xfrm>
          <a:off x="0" y="0"/>
          <a:ext cx="0" cy="0"/>
          <a:chOff x="0" y="0"/>
          <a:chExt cx="0" cy="0"/>
        </a:xfrm>
      </p:grpSpPr>
      <p:pic>
        <p:nvPicPr>
          <p:cNvPr id="8" name="Grafik 7" descr="Ein Bild, das Diagramm, Plan, technische Zeichnung, Reihe enthält.&#10;&#10;Automatisch generierte Beschreibung">
            <a:extLst>
              <a:ext uri="{FF2B5EF4-FFF2-40B4-BE49-F238E27FC236}">
                <a16:creationId xmlns:a16="http://schemas.microsoft.com/office/drawing/2014/main" id="{A7153306-D46F-78DE-2EFB-269D91962161}"/>
              </a:ext>
            </a:extLst>
          </p:cNvPr>
          <p:cNvPicPr>
            <a:picLocks noChangeAspect="1"/>
          </p:cNvPicPr>
          <p:nvPr/>
        </p:nvPicPr>
        <p:blipFill>
          <a:blip r:embed="rId2"/>
          <a:stretch>
            <a:fillRect/>
          </a:stretch>
        </p:blipFill>
        <p:spPr>
          <a:xfrm>
            <a:off x="-250638" y="-3236849"/>
            <a:ext cx="7377579" cy="3773698"/>
          </a:xfrm>
          <a:prstGeom prst="rect">
            <a:avLst/>
          </a:prstGeom>
        </p:spPr>
      </p:pic>
      <p:grpSp>
        <p:nvGrpSpPr>
          <p:cNvPr id="56" name="Gruppieren 55">
            <a:extLst>
              <a:ext uri="{FF2B5EF4-FFF2-40B4-BE49-F238E27FC236}">
                <a16:creationId xmlns:a16="http://schemas.microsoft.com/office/drawing/2014/main" id="{059F4E8D-A0F7-7400-FEFB-F10BC48B7541}"/>
              </a:ext>
            </a:extLst>
          </p:cNvPr>
          <p:cNvGrpSpPr/>
          <p:nvPr/>
        </p:nvGrpSpPr>
        <p:grpSpPr>
          <a:xfrm>
            <a:off x="2653867" y="1808641"/>
            <a:ext cx="7426754" cy="3147654"/>
            <a:chOff x="2653867" y="1789591"/>
            <a:chExt cx="7426754" cy="3147654"/>
          </a:xfrm>
        </p:grpSpPr>
        <p:sp>
          <p:nvSpPr>
            <p:cNvPr id="9" name="Rechteck 8">
              <a:extLst>
                <a:ext uri="{FF2B5EF4-FFF2-40B4-BE49-F238E27FC236}">
                  <a16:creationId xmlns:a16="http://schemas.microsoft.com/office/drawing/2014/main" id="{690D3829-28A7-9CC2-4AD9-BC1D35712EF8}"/>
                </a:ext>
              </a:extLst>
            </p:cNvPr>
            <p:cNvSpPr/>
            <p:nvPr/>
          </p:nvSpPr>
          <p:spPr>
            <a:xfrm>
              <a:off x="5084135" y="2279310"/>
              <a:ext cx="972000" cy="75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Arbeits-speicher</a:t>
              </a:r>
            </a:p>
          </p:txBody>
        </p:sp>
        <p:sp>
          <p:nvSpPr>
            <p:cNvPr id="10" name="Oval 9">
              <a:extLst>
                <a:ext uri="{FF2B5EF4-FFF2-40B4-BE49-F238E27FC236}">
                  <a16:creationId xmlns:a16="http://schemas.microsoft.com/office/drawing/2014/main" id="{FFDFB52F-5CEB-9A1E-F2A2-511C92F769A8}"/>
                </a:ext>
              </a:extLst>
            </p:cNvPr>
            <p:cNvSpPr/>
            <p:nvPr/>
          </p:nvSpPr>
          <p:spPr>
            <a:xfrm>
              <a:off x="5097516" y="3692634"/>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100" dirty="0">
                  <a:latin typeface="Georgia" panose="02040502050405020303" pitchFamily="18" charset="0"/>
                </a:rPr>
                <a:t>Regel-</a:t>
              </a:r>
              <a:r>
                <a:rPr lang="de-DE" sz="1100" dirty="0" err="1">
                  <a:latin typeface="Georgia" panose="02040502050405020303" pitchFamily="18" charset="0"/>
                </a:rPr>
                <a:t>interpreta</a:t>
              </a:r>
              <a:r>
                <a:rPr lang="de-DE" sz="1100" dirty="0">
                  <a:latin typeface="Georgia" panose="02040502050405020303" pitchFamily="18" charset="0"/>
                </a:rPr>
                <a:t>-</a:t>
              </a:r>
              <a:r>
                <a:rPr lang="de-DE" sz="1100" dirty="0" err="1">
                  <a:latin typeface="Georgia" panose="02040502050405020303" pitchFamily="18" charset="0"/>
                </a:rPr>
                <a:t>tion</a:t>
              </a:r>
              <a:endParaRPr lang="de-DE" sz="1100" dirty="0">
                <a:latin typeface="Georgia" panose="02040502050405020303" pitchFamily="18" charset="0"/>
              </a:endParaRPr>
            </a:p>
          </p:txBody>
        </p:sp>
        <p:sp>
          <p:nvSpPr>
            <p:cNvPr id="13" name="Rechteck 12">
              <a:extLst>
                <a:ext uri="{FF2B5EF4-FFF2-40B4-BE49-F238E27FC236}">
                  <a16:creationId xmlns:a16="http://schemas.microsoft.com/office/drawing/2014/main" id="{2DA901F9-36C7-1D85-1F0B-4D06C8BE7699}"/>
                </a:ext>
              </a:extLst>
            </p:cNvPr>
            <p:cNvSpPr/>
            <p:nvPr/>
          </p:nvSpPr>
          <p:spPr>
            <a:xfrm>
              <a:off x="7126941" y="2131359"/>
              <a:ext cx="2376748" cy="1080000"/>
            </a:xfrm>
            <a:prstGeom prst="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latin typeface="Georgia" panose="02040502050405020303" pitchFamily="18" charset="0"/>
              </a:endParaRPr>
            </a:p>
          </p:txBody>
        </p:sp>
        <p:sp>
          <p:nvSpPr>
            <p:cNvPr id="11" name="Rechteck 10">
              <a:extLst>
                <a:ext uri="{FF2B5EF4-FFF2-40B4-BE49-F238E27FC236}">
                  <a16:creationId xmlns:a16="http://schemas.microsoft.com/office/drawing/2014/main" id="{D628FF02-65E9-4CE1-C2B9-603CE109CE25}"/>
                </a:ext>
              </a:extLst>
            </p:cNvPr>
            <p:cNvSpPr/>
            <p:nvPr/>
          </p:nvSpPr>
          <p:spPr>
            <a:xfrm>
              <a:off x="7273764" y="2279310"/>
              <a:ext cx="972000" cy="75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Regel-gedächtnis</a:t>
              </a:r>
            </a:p>
          </p:txBody>
        </p:sp>
        <p:sp>
          <p:nvSpPr>
            <p:cNvPr id="12" name="Rechteck 11">
              <a:extLst>
                <a:ext uri="{FF2B5EF4-FFF2-40B4-BE49-F238E27FC236}">
                  <a16:creationId xmlns:a16="http://schemas.microsoft.com/office/drawing/2014/main" id="{9B99705F-4C87-F94A-725C-AA89BFA07066}"/>
                </a:ext>
              </a:extLst>
            </p:cNvPr>
            <p:cNvSpPr/>
            <p:nvPr/>
          </p:nvSpPr>
          <p:spPr>
            <a:xfrm>
              <a:off x="8402989" y="2279310"/>
              <a:ext cx="972000" cy="75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Faktisches Gedächtnis</a:t>
              </a:r>
            </a:p>
          </p:txBody>
        </p:sp>
        <p:sp>
          <p:nvSpPr>
            <p:cNvPr id="14" name="Oval 13">
              <a:extLst>
                <a:ext uri="{FF2B5EF4-FFF2-40B4-BE49-F238E27FC236}">
                  <a16:creationId xmlns:a16="http://schemas.microsoft.com/office/drawing/2014/main" id="{3BFE4A0D-C6AC-AC17-CB7D-FE69CCC58223}"/>
                </a:ext>
              </a:extLst>
            </p:cNvPr>
            <p:cNvSpPr/>
            <p:nvPr/>
          </p:nvSpPr>
          <p:spPr>
            <a:xfrm>
              <a:off x="7596857" y="3497245"/>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36000" tIns="36000" rIns="72000" bIns="36000" rtlCol="0" anchor="ctr"/>
            <a:lstStyle/>
            <a:p>
              <a:pPr algn="ctr"/>
              <a:r>
                <a:rPr lang="de-DE" sz="1100" dirty="0">
                  <a:latin typeface="Georgia" panose="02040502050405020303" pitchFamily="18" charset="0"/>
                </a:rPr>
                <a:t>Regel- </a:t>
              </a:r>
            </a:p>
            <a:p>
              <a:pPr algn="ctr"/>
              <a:r>
                <a:rPr lang="de-DE" sz="1100" dirty="0">
                  <a:latin typeface="Georgia" panose="02040502050405020303" pitchFamily="18" charset="0"/>
                </a:rPr>
                <a:t>&amp; Datenelementauswahl</a:t>
              </a:r>
            </a:p>
          </p:txBody>
        </p:sp>
        <p:cxnSp>
          <p:nvCxnSpPr>
            <p:cNvPr id="16" name="Gerade Verbindung mit Pfeil 15">
              <a:extLst>
                <a:ext uri="{FF2B5EF4-FFF2-40B4-BE49-F238E27FC236}">
                  <a16:creationId xmlns:a16="http://schemas.microsoft.com/office/drawing/2014/main" id="{E9440908-B817-5834-98D1-99E0F872CEFC}"/>
                </a:ext>
              </a:extLst>
            </p:cNvPr>
            <p:cNvCxnSpPr>
              <a:cxnSpLocks/>
              <a:endCxn id="9" idx="1"/>
            </p:cNvCxnSpPr>
            <p:nvPr/>
          </p:nvCxnSpPr>
          <p:spPr>
            <a:xfrm>
              <a:off x="3489512" y="2657310"/>
              <a:ext cx="1594623" cy="0"/>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ED5959E8-328E-FFB4-2817-E57D6B238752}"/>
                </a:ext>
              </a:extLst>
            </p:cNvPr>
            <p:cNvCxnSpPr>
              <a:cxnSpLocks/>
            </p:cNvCxnSpPr>
            <p:nvPr/>
          </p:nvCxnSpPr>
          <p:spPr>
            <a:xfrm>
              <a:off x="5472952" y="3035310"/>
              <a:ext cx="0" cy="657324"/>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1E2957EE-B863-21BB-AB84-6F20CDF5B85A}"/>
                </a:ext>
              </a:extLst>
            </p:cNvPr>
            <p:cNvCxnSpPr>
              <a:cxnSpLocks/>
            </p:cNvCxnSpPr>
            <p:nvPr/>
          </p:nvCxnSpPr>
          <p:spPr>
            <a:xfrm flipV="1">
              <a:off x="5768788" y="3035310"/>
              <a:ext cx="0" cy="723143"/>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59B048AA-F5EA-AA75-A235-16772525F5F3}"/>
                </a:ext>
              </a:extLst>
            </p:cNvPr>
            <p:cNvCxnSpPr>
              <a:cxnSpLocks/>
              <a:stCxn id="13" idx="2"/>
              <a:endCxn id="14" idx="0"/>
            </p:cNvCxnSpPr>
            <p:nvPr/>
          </p:nvCxnSpPr>
          <p:spPr>
            <a:xfrm>
              <a:off x="8315315" y="3211359"/>
              <a:ext cx="1542" cy="285886"/>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969BC70D-ADB4-A3BD-F937-C39F4D9C4D0E}"/>
                </a:ext>
              </a:extLst>
            </p:cNvPr>
            <p:cNvCxnSpPr>
              <a:cxnSpLocks/>
              <a:stCxn id="14" idx="2"/>
              <a:endCxn id="10" idx="6"/>
            </p:cNvCxnSpPr>
            <p:nvPr/>
          </p:nvCxnSpPr>
          <p:spPr>
            <a:xfrm flipH="1">
              <a:off x="6177516" y="4217245"/>
              <a:ext cx="1419341" cy="15389"/>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371B40B8-B0CA-B640-E2FE-4892FFD96011}"/>
                </a:ext>
              </a:extLst>
            </p:cNvPr>
            <p:cNvCxnSpPr>
              <a:cxnSpLocks/>
              <a:stCxn id="10" idx="2"/>
            </p:cNvCxnSpPr>
            <p:nvPr/>
          </p:nvCxnSpPr>
          <p:spPr>
            <a:xfrm flipH="1">
              <a:off x="3486336" y="4232634"/>
              <a:ext cx="1611180" cy="0"/>
            </a:xfrm>
            <a:prstGeom prst="straightConnector1">
              <a:avLst/>
            </a:prstGeom>
            <a:ln w="28575" cap="flat">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37" name="Gewinkelte Verbindung 36">
              <a:extLst>
                <a:ext uri="{FF2B5EF4-FFF2-40B4-BE49-F238E27FC236}">
                  <a16:creationId xmlns:a16="http://schemas.microsoft.com/office/drawing/2014/main" id="{47B3BD1B-85CC-FF9F-C42B-0CB95734701E}"/>
                </a:ext>
              </a:extLst>
            </p:cNvPr>
            <p:cNvCxnSpPr>
              <a:cxnSpLocks/>
              <a:stCxn id="9" idx="3"/>
            </p:cNvCxnSpPr>
            <p:nvPr/>
          </p:nvCxnSpPr>
          <p:spPr>
            <a:xfrm>
              <a:off x="6056135" y="2657310"/>
              <a:ext cx="559818" cy="578015"/>
            </a:xfrm>
            <a:prstGeom prst="bentConnector2">
              <a:avLst/>
            </a:prstGeom>
            <a:ln w="28575" cap="rnd">
              <a:round/>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9839BA01-4388-5F3D-2A78-A98DE050C0AD}"/>
                </a:ext>
              </a:extLst>
            </p:cNvPr>
            <p:cNvCxnSpPr>
              <a:cxnSpLocks/>
            </p:cNvCxnSpPr>
            <p:nvPr/>
          </p:nvCxnSpPr>
          <p:spPr>
            <a:xfrm>
              <a:off x="6615953" y="3234447"/>
              <a:ext cx="1070806" cy="604194"/>
            </a:xfrm>
            <a:prstGeom prst="straightConnector1">
              <a:avLst/>
            </a:prstGeom>
            <a:ln w="28575" cap="flat">
              <a:round/>
              <a:tailEnd type="triangle" w="med" len="lg"/>
            </a:ln>
          </p:spPr>
          <p:style>
            <a:lnRef idx="1">
              <a:schemeClr val="accent1"/>
            </a:lnRef>
            <a:fillRef idx="0">
              <a:schemeClr val="accent1"/>
            </a:fillRef>
            <a:effectRef idx="0">
              <a:schemeClr val="accent1"/>
            </a:effectRef>
            <a:fontRef idx="minor">
              <a:schemeClr val="tx1"/>
            </a:fontRef>
          </p:style>
        </p:cxnSp>
        <p:sp>
          <p:nvSpPr>
            <p:cNvPr id="45" name="Textfeld 44">
              <a:extLst>
                <a:ext uri="{FF2B5EF4-FFF2-40B4-BE49-F238E27FC236}">
                  <a16:creationId xmlns:a16="http://schemas.microsoft.com/office/drawing/2014/main" id="{F90D12A0-3638-A9F1-AEAA-4B985096419D}"/>
                </a:ext>
              </a:extLst>
            </p:cNvPr>
            <p:cNvSpPr txBox="1"/>
            <p:nvPr/>
          </p:nvSpPr>
          <p:spPr>
            <a:xfrm>
              <a:off x="7596857" y="1789591"/>
              <a:ext cx="1436915" cy="307777"/>
            </a:xfrm>
            <a:prstGeom prst="rect">
              <a:avLst/>
            </a:prstGeom>
            <a:noFill/>
          </p:spPr>
          <p:txBody>
            <a:bodyPr wrap="square" rtlCol="0">
              <a:spAutoFit/>
            </a:bodyPr>
            <a:lstStyle/>
            <a:p>
              <a:r>
                <a:rPr lang="de-DE" sz="1400" dirty="0">
                  <a:latin typeface="Georgia" panose="02040502050405020303" pitchFamily="18" charset="0"/>
                </a:rPr>
                <a:t>Wissensbasis</a:t>
              </a:r>
            </a:p>
          </p:txBody>
        </p:sp>
        <p:sp>
          <p:nvSpPr>
            <p:cNvPr id="46" name="Textfeld 45">
              <a:extLst>
                <a:ext uri="{FF2B5EF4-FFF2-40B4-BE49-F238E27FC236}">
                  <a16:creationId xmlns:a16="http://schemas.microsoft.com/office/drawing/2014/main" id="{B01DF45F-D7F3-2BC7-A733-A584F7AE5BA1}"/>
                </a:ext>
              </a:extLst>
            </p:cNvPr>
            <p:cNvSpPr txBox="1"/>
            <p:nvPr/>
          </p:nvSpPr>
          <p:spPr>
            <a:xfrm>
              <a:off x="8402989" y="3224875"/>
              <a:ext cx="1677632" cy="307777"/>
            </a:xfrm>
            <a:prstGeom prst="rect">
              <a:avLst/>
            </a:prstGeom>
            <a:noFill/>
          </p:spPr>
          <p:txBody>
            <a:bodyPr wrap="square" rtlCol="0">
              <a:spAutoFit/>
            </a:bodyPr>
            <a:lstStyle/>
            <a:p>
              <a:r>
                <a:rPr lang="de-DE" sz="1400" dirty="0">
                  <a:latin typeface="Georgia" panose="02040502050405020303" pitchFamily="18" charset="0"/>
                </a:rPr>
                <a:t>Regeln &amp; Fakten</a:t>
              </a:r>
            </a:p>
          </p:txBody>
        </p:sp>
        <p:sp>
          <p:nvSpPr>
            <p:cNvPr id="47" name="Textfeld 46">
              <a:extLst>
                <a:ext uri="{FF2B5EF4-FFF2-40B4-BE49-F238E27FC236}">
                  <a16:creationId xmlns:a16="http://schemas.microsoft.com/office/drawing/2014/main" id="{A0B7B24D-10B0-C8FD-DE38-79416348E2A8}"/>
                </a:ext>
              </a:extLst>
            </p:cNvPr>
            <p:cNvSpPr txBox="1"/>
            <p:nvPr/>
          </p:nvSpPr>
          <p:spPr>
            <a:xfrm>
              <a:off x="2817011" y="2488033"/>
              <a:ext cx="688210" cy="307777"/>
            </a:xfrm>
            <a:prstGeom prst="rect">
              <a:avLst/>
            </a:prstGeom>
            <a:noFill/>
          </p:spPr>
          <p:txBody>
            <a:bodyPr wrap="square" rtlCol="0">
              <a:spAutoFit/>
            </a:bodyPr>
            <a:lstStyle/>
            <a:p>
              <a:r>
                <a:rPr lang="de-DE" sz="1400" dirty="0">
                  <a:latin typeface="Georgia" panose="02040502050405020303" pitchFamily="18" charset="0"/>
                </a:rPr>
                <a:t>Input</a:t>
              </a:r>
            </a:p>
          </p:txBody>
        </p:sp>
        <p:sp>
          <p:nvSpPr>
            <p:cNvPr id="48" name="Textfeld 47">
              <a:extLst>
                <a:ext uri="{FF2B5EF4-FFF2-40B4-BE49-F238E27FC236}">
                  <a16:creationId xmlns:a16="http://schemas.microsoft.com/office/drawing/2014/main" id="{26875D60-7A5D-1247-0E9F-85469F5D3103}"/>
                </a:ext>
              </a:extLst>
            </p:cNvPr>
            <p:cNvSpPr txBox="1"/>
            <p:nvPr/>
          </p:nvSpPr>
          <p:spPr>
            <a:xfrm>
              <a:off x="2653867" y="4063357"/>
              <a:ext cx="832469" cy="307777"/>
            </a:xfrm>
            <a:prstGeom prst="rect">
              <a:avLst/>
            </a:prstGeom>
            <a:noFill/>
          </p:spPr>
          <p:txBody>
            <a:bodyPr wrap="square" rtlCol="0">
              <a:spAutoFit/>
            </a:bodyPr>
            <a:lstStyle/>
            <a:p>
              <a:r>
                <a:rPr lang="de-DE" sz="1400" dirty="0">
                  <a:latin typeface="Georgia" panose="02040502050405020303" pitchFamily="18" charset="0"/>
                </a:rPr>
                <a:t>Output</a:t>
              </a:r>
            </a:p>
          </p:txBody>
        </p:sp>
      </p:grpSp>
      <p:sp>
        <p:nvSpPr>
          <p:cNvPr id="49" name="Textfeld 48">
            <a:extLst>
              <a:ext uri="{FF2B5EF4-FFF2-40B4-BE49-F238E27FC236}">
                <a16:creationId xmlns:a16="http://schemas.microsoft.com/office/drawing/2014/main" id="{723CAEBE-0B72-0746-0B00-A9E8A5E17DC2}"/>
              </a:ext>
            </a:extLst>
          </p:cNvPr>
          <p:cNvSpPr txBox="1"/>
          <p:nvPr/>
        </p:nvSpPr>
        <p:spPr>
          <a:xfrm>
            <a:off x="3877234" y="214022"/>
            <a:ext cx="1595718" cy="261610"/>
          </a:xfrm>
          <a:prstGeom prst="rect">
            <a:avLst/>
          </a:prstGeom>
          <a:noFill/>
        </p:spPr>
        <p:txBody>
          <a:bodyPr wrap="square" rtlCol="0">
            <a:spAutoFit/>
          </a:bodyPr>
          <a:lstStyle/>
          <a:p>
            <a:pPr algn="ctr"/>
            <a:r>
              <a:rPr lang="de-DE" sz="1100" dirty="0">
                <a:latin typeface="Georgia" panose="02040502050405020303" pitchFamily="18" charset="0"/>
              </a:rPr>
              <a:t>Ausgewählte Regel</a:t>
            </a:r>
          </a:p>
        </p:txBody>
      </p:sp>
      <p:sp>
        <p:nvSpPr>
          <p:cNvPr id="50" name="Textfeld 49">
            <a:extLst>
              <a:ext uri="{FF2B5EF4-FFF2-40B4-BE49-F238E27FC236}">
                <a16:creationId xmlns:a16="http://schemas.microsoft.com/office/drawing/2014/main" id="{8CF6477C-995C-FDC3-5D9B-7D041797FFCD}"/>
              </a:ext>
            </a:extLst>
          </p:cNvPr>
          <p:cNvSpPr txBox="1"/>
          <p:nvPr/>
        </p:nvSpPr>
        <p:spPr>
          <a:xfrm>
            <a:off x="4047361" y="727142"/>
            <a:ext cx="1595718" cy="261610"/>
          </a:xfrm>
          <a:prstGeom prst="rect">
            <a:avLst/>
          </a:prstGeom>
          <a:noFill/>
        </p:spPr>
        <p:txBody>
          <a:bodyPr wrap="square" rtlCol="0">
            <a:spAutoFit/>
          </a:bodyPr>
          <a:lstStyle/>
          <a:p>
            <a:pPr algn="ctr"/>
            <a:r>
              <a:rPr lang="de-DE" sz="1100" dirty="0">
                <a:latin typeface="Georgia" panose="02040502050405020303" pitchFamily="18" charset="0"/>
              </a:rPr>
              <a:t>Ausgewählte Daten</a:t>
            </a:r>
          </a:p>
        </p:txBody>
      </p:sp>
    </p:spTree>
    <p:extLst>
      <p:ext uri="{BB962C8B-B14F-4D97-AF65-F5344CB8AC3E}">
        <p14:creationId xmlns:p14="http://schemas.microsoft.com/office/powerpoint/2010/main" val="13974180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E8C30-0B8A-DEB0-CD1E-0D53D0C42644}"/>
            </a:ext>
          </a:extLst>
        </p:cNvPr>
        <p:cNvGrpSpPr/>
        <p:nvPr/>
      </p:nvGrpSpPr>
      <p:grpSpPr>
        <a:xfrm>
          <a:off x="0" y="0"/>
          <a:ext cx="0" cy="0"/>
          <a:chOff x="0" y="0"/>
          <a:chExt cx="0" cy="0"/>
        </a:xfrm>
      </p:grpSpPr>
      <p:grpSp>
        <p:nvGrpSpPr>
          <p:cNvPr id="7" name="Gruppieren 6">
            <a:extLst>
              <a:ext uri="{FF2B5EF4-FFF2-40B4-BE49-F238E27FC236}">
                <a16:creationId xmlns:a16="http://schemas.microsoft.com/office/drawing/2014/main" id="{C2656FEB-744A-3854-2586-A4D357C42723}"/>
              </a:ext>
            </a:extLst>
          </p:cNvPr>
          <p:cNvGrpSpPr/>
          <p:nvPr/>
        </p:nvGrpSpPr>
        <p:grpSpPr>
          <a:xfrm>
            <a:off x="2047724" y="-1042495"/>
            <a:ext cx="8096551" cy="8384590"/>
            <a:chOff x="2046165" y="-1526590"/>
            <a:chExt cx="8096551" cy="8384590"/>
          </a:xfrm>
        </p:grpSpPr>
        <p:sp>
          <p:nvSpPr>
            <p:cNvPr id="65" name="Abgerundetes Rechteck 64">
              <a:extLst>
                <a:ext uri="{FF2B5EF4-FFF2-40B4-BE49-F238E27FC236}">
                  <a16:creationId xmlns:a16="http://schemas.microsoft.com/office/drawing/2014/main" id="{BEDD9515-C65C-8C7A-61B7-4721755885DF}"/>
                </a:ext>
              </a:extLst>
            </p:cNvPr>
            <p:cNvSpPr/>
            <p:nvPr/>
          </p:nvSpPr>
          <p:spPr>
            <a:xfrm>
              <a:off x="2049283" y="2460271"/>
              <a:ext cx="8093433" cy="4397729"/>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latin typeface="Georgia" panose="02040502050405020303" pitchFamily="18" charset="0"/>
              </a:endParaRPr>
            </a:p>
          </p:txBody>
        </p:sp>
        <p:sp>
          <p:nvSpPr>
            <p:cNvPr id="28" name="Abgerundetes Rechteck 27">
              <a:extLst>
                <a:ext uri="{FF2B5EF4-FFF2-40B4-BE49-F238E27FC236}">
                  <a16:creationId xmlns:a16="http://schemas.microsoft.com/office/drawing/2014/main" id="{17BDF622-3DBE-BE07-F002-19E613148F1E}"/>
                </a:ext>
              </a:extLst>
            </p:cNvPr>
            <p:cNvSpPr>
              <a:spLocks/>
            </p:cNvSpPr>
            <p:nvPr/>
          </p:nvSpPr>
          <p:spPr>
            <a:xfrm>
              <a:off x="6173950" y="-1526590"/>
              <a:ext cx="2724257" cy="1802996"/>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dirty="0">
                <a:latin typeface="Georgia" panose="02040502050405020303" pitchFamily="18" charset="0"/>
              </a:endParaRPr>
            </a:p>
          </p:txBody>
        </p:sp>
        <p:sp>
          <p:nvSpPr>
            <p:cNvPr id="29" name="Abgerundetes Rechteck 28">
              <a:extLst>
                <a:ext uri="{FF2B5EF4-FFF2-40B4-BE49-F238E27FC236}">
                  <a16:creationId xmlns:a16="http://schemas.microsoft.com/office/drawing/2014/main" id="{07859568-5EFC-2C08-5841-8A08EB9CF223}"/>
                </a:ext>
              </a:extLst>
            </p:cNvPr>
            <p:cNvSpPr/>
            <p:nvPr/>
          </p:nvSpPr>
          <p:spPr>
            <a:xfrm>
              <a:off x="2046165" y="-1526590"/>
              <a:ext cx="4057159" cy="3855891"/>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latin typeface="Georgia" panose="02040502050405020303" pitchFamily="18" charset="0"/>
              </a:endParaRPr>
            </a:p>
          </p:txBody>
        </p:sp>
        <p:sp>
          <p:nvSpPr>
            <p:cNvPr id="30" name="Abgerundetes Rechteck 29">
              <a:extLst>
                <a:ext uri="{FF2B5EF4-FFF2-40B4-BE49-F238E27FC236}">
                  <a16:creationId xmlns:a16="http://schemas.microsoft.com/office/drawing/2014/main" id="{77AC8214-019A-D320-A63B-EB31E1D39E93}"/>
                </a:ext>
              </a:extLst>
            </p:cNvPr>
            <p:cNvSpPr/>
            <p:nvPr/>
          </p:nvSpPr>
          <p:spPr>
            <a:xfrm>
              <a:off x="2405585" y="-1122946"/>
              <a:ext cx="1405256" cy="7920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Schüler Modell</a:t>
              </a:r>
            </a:p>
          </p:txBody>
        </p:sp>
        <p:sp>
          <p:nvSpPr>
            <p:cNvPr id="31" name="Abgerundetes Rechteck 30">
              <a:extLst>
                <a:ext uri="{FF2B5EF4-FFF2-40B4-BE49-F238E27FC236}">
                  <a16:creationId xmlns:a16="http://schemas.microsoft.com/office/drawing/2014/main" id="{768E0F90-1E9C-47A3-9E2A-0AC736076524}"/>
                </a:ext>
              </a:extLst>
            </p:cNvPr>
            <p:cNvSpPr/>
            <p:nvPr/>
          </p:nvSpPr>
          <p:spPr>
            <a:xfrm>
              <a:off x="6306188" y="-1039206"/>
              <a:ext cx="1405256" cy="7920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err="1">
                  <a:latin typeface="Georgia" panose="02040502050405020303" pitchFamily="18" charset="0"/>
                </a:rPr>
                <a:t>Kommunika-tionsmodul</a:t>
              </a:r>
              <a:endParaRPr lang="de-DE" sz="1600" dirty="0">
                <a:latin typeface="Georgia" panose="02040502050405020303" pitchFamily="18" charset="0"/>
              </a:endParaRPr>
            </a:p>
          </p:txBody>
        </p:sp>
        <p:sp>
          <p:nvSpPr>
            <p:cNvPr id="32" name="Abgerundetes Rechteck 31">
              <a:extLst>
                <a:ext uri="{FF2B5EF4-FFF2-40B4-BE49-F238E27FC236}">
                  <a16:creationId xmlns:a16="http://schemas.microsoft.com/office/drawing/2014/main" id="{D33336F1-F6A7-C0F5-C137-339256C45E84}"/>
                </a:ext>
              </a:extLst>
            </p:cNvPr>
            <p:cNvSpPr/>
            <p:nvPr/>
          </p:nvSpPr>
          <p:spPr>
            <a:xfrm>
              <a:off x="4371359" y="-1122946"/>
              <a:ext cx="1405256" cy="7920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Pädagogisches Modul</a:t>
              </a:r>
            </a:p>
          </p:txBody>
        </p:sp>
        <p:sp>
          <p:nvSpPr>
            <p:cNvPr id="33" name="Abgerundetes Rechteck 32">
              <a:extLst>
                <a:ext uri="{FF2B5EF4-FFF2-40B4-BE49-F238E27FC236}">
                  <a16:creationId xmlns:a16="http://schemas.microsoft.com/office/drawing/2014/main" id="{0275FA64-D660-C601-C736-B7D90BA16FA1}"/>
                </a:ext>
              </a:extLst>
            </p:cNvPr>
            <p:cNvSpPr/>
            <p:nvPr/>
          </p:nvSpPr>
          <p:spPr>
            <a:xfrm>
              <a:off x="4371359" y="966158"/>
              <a:ext cx="1405256" cy="7920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Experten Modell</a:t>
              </a:r>
            </a:p>
          </p:txBody>
        </p:sp>
        <p:sp>
          <p:nvSpPr>
            <p:cNvPr id="34" name="Abgerundetes Rechteck 33">
              <a:extLst>
                <a:ext uri="{FF2B5EF4-FFF2-40B4-BE49-F238E27FC236}">
                  <a16:creationId xmlns:a16="http://schemas.microsoft.com/office/drawing/2014/main" id="{FDF39134-848D-3C44-E2A7-F8DA0BE3275E}"/>
                </a:ext>
              </a:extLst>
            </p:cNvPr>
            <p:cNvSpPr/>
            <p:nvPr/>
          </p:nvSpPr>
          <p:spPr>
            <a:xfrm>
              <a:off x="2405585" y="966158"/>
              <a:ext cx="1405256" cy="7920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Fachwissen</a:t>
              </a:r>
            </a:p>
          </p:txBody>
        </p:sp>
        <p:cxnSp>
          <p:nvCxnSpPr>
            <p:cNvPr id="35" name="Gerade Verbindung mit Pfeil 34">
              <a:extLst>
                <a:ext uri="{FF2B5EF4-FFF2-40B4-BE49-F238E27FC236}">
                  <a16:creationId xmlns:a16="http://schemas.microsoft.com/office/drawing/2014/main" id="{147BED69-25FB-FE88-CDD3-4853390BC0B1}"/>
                </a:ext>
              </a:extLst>
            </p:cNvPr>
            <p:cNvCxnSpPr>
              <a:stCxn id="34" idx="0"/>
              <a:endCxn id="30" idx="2"/>
            </p:cNvCxnSpPr>
            <p:nvPr/>
          </p:nvCxnSpPr>
          <p:spPr>
            <a:xfrm flipH="1" flipV="1">
              <a:off x="3108213" y="-330925"/>
              <a:ext cx="1" cy="12970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D1C1F4EF-15C1-655B-8653-E47355DA71B1}"/>
                </a:ext>
              </a:extLst>
            </p:cNvPr>
            <p:cNvCxnSpPr>
              <a:cxnSpLocks/>
              <a:stCxn id="34" idx="3"/>
            </p:cNvCxnSpPr>
            <p:nvPr/>
          </p:nvCxnSpPr>
          <p:spPr>
            <a:xfrm flipV="1">
              <a:off x="3810841" y="-330927"/>
              <a:ext cx="909869" cy="16930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ED50C227-01D1-4B55-1AA4-C3C6CADD4C49}"/>
                </a:ext>
              </a:extLst>
            </p:cNvPr>
            <p:cNvCxnSpPr>
              <a:cxnSpLocks/>
              <a:stCxn id="33" idx="1"/>
            </p:cNvCxnSpPr>
            <p:nvPr/>
          </p:nvCxnSpPr>
          <p:spPr>
            <a:xfrm flipH="1" flipV="1">
              <a:off x="3457565" y="-330927"/>
              <a:ext cx="913794" cy="16930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15E4CE91-AAB6-3A4B-9CEE-0836D9672B6A}"/>
                </a:ext>
              </a:extLst>
            </p:cNvPr>
            <p:cNvCxnSpPr>
              <a:stCxn id="33" idx="0"/>
            </p:cNvCxnSpPr>
            <p:nvPr/>
          </p:nvCxnSpPr>
          <p:spPr>
            <a:xfrm flipH="1" flipV="1">
              <a:off x="5073987" y="-330926"/>
              <a:ext cx="1" cy="129708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3D5ABD81-59C5-F382-D19E-7A1AA2B1ABDF}"/>
                </a:ext>
              </a:extLst>
            </p:cNvPr>
            <p:cNvCxnSpPr>
              <a:cxnSpLocks/>
            </p:cNvCxnSpPr>
            <p:nvPr/>
          </p:nvCxnSpPr>
          <p:spPr>
            <a:xfrm>
              <a:off x="3810841" y="-851989"/>
              <a:ext cx="56051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BD880B64-AF9A-6434-35CD-4D15870A75EB}"/>
                </a:ext>
              </a:extLst>
            </p:cNvPr>
            <p:cNvCxnSpPr>
              <a:endCxn id="31" idx="1"/>
            </p:cNvCxnSpPr>
            <p:nvPr/>
          </p:nvCxnSpPr>
          <p:spPr>
            <a:xfrm>
              <a:off x="5745670" y="-643196"/>
              <a:ext cx="56051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Gerade Verbindung mit Pfeil 40">
              <a:extLst>
                <a:ext uri="{FF2B5EF4-FFF2-40B4-BE49-F238E27FC236}">
                  <a16:creationId xmlns:a16="http://schemas.microsoft.com/office/drawing/2014/main" id="{2BAE39AC-5AB1-3F33-1C4C-29FB584EB5F0}"/>
                </a:ext>
              </a:extLst>
            </p:cNvPr>
            <p:cNvCxnSpPr>
              <a:cxnSpLocks/>
            </p:cNvCxnSpPr>
            <p:nvPr/>
          </p:nvCxnSpPr>
          <p:spPr>
            <a:xfrm>
              <a:off x="3808879" y="-604174"/>
              <a:ext cx="560518" cy="0"/>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sp>
          <p:nvSpPr>
            <p:cNvPr id="42" name="Textfeld 41">
              <a:extLst>
                <a:ext uri="{FF2B5EF4-FFF2-40B4-BE49-F238E27FC236}">
                  <a16:creationId xmlns:a16="http://schemas.microsoft.com/office/drawing/2014/main" id="{0CD39C40-499E-7A35-B9F6-1A5E2C0D7D52}"/>
                </a:ext>
              </a:extLst>
            </p:cNvPr>
            <p:cNvSpPr txBox="1"/>
            <p:nvPr/>
          </p:nvSpPr>
          <p:spPr>
            <a:xfrm>
              <a:off x="2405585" y="-1526590"/>
              <a:ext cx="832229" cy="338554"/>
            </a:xfrm>
            <a:prstGeom prst="rect">
              <a:avLst/>
            </a:prstGeom>
            <a:noFill/>
          </p:spPr>
          <p:txBody>
            <a:bodyPr wrap="square" rtlCol="0">
              <a:spAutoFit/>
            </a:bodyPr>
            <a:lstStyle/>
            <a:p>
              <a:r>
                <a:rPr lang="de-DE" sz="1600" dirty="0">
                  <a:latin typeface="Georgia" panose="02040502050405020303" pitchFamily="18" charset="0"/>
                </a:rPr>
                <a:t>DACE</a:t>
              </a:r>
            </a:p>
          </p:txBody>
        </p:sp>
        <p:sp>
          <p:nvSpPr>
            <p:cNvPr id="43" name="Textfeld 42">
              <a:extLst>
                <a:ext uri="{FF2B5EF4-FFF2-40B4-BE49-F238E27FC236}">
                  <a16:creationId xmlns:a16="http://schemas.microsoft.com/office/drawing/2014/main" id="{9E995022-AB3F-52D7-3248-9F4A9F5A973B}"/>
                </a:ext>
              </a:extLst>
            </p:cNvPr>
            <p:cNvSpPr txBox="1"/>
            <p:nvPr/>
          </p:nvSpPr>
          <p:spPr>
            <a:xfrm>
              <a:off x="6306187" y="-1442850"/>
              <a:ext cx="877526" cy="338554"/>
            </a:xfrm>
            <a:prstGeom prst="rect">
              <a:avLst/>
            </a:prstGeom>
            <a:noFill/>
          </p:spPr>
          <p:txBody>
            <a:bodyPr wrap="square" rtlCol="0">
              <a:spAutoFit/>
            </a:bodyPr>
            <a:lstStyle/>
            <a:p>
              <a:r>
                <a:rPr lang="de-DE" sz="1600" dirty="0">
                  <a:latin typeface="Georgia" panose="02040502050405020303" pitchFamily="18" charset="0"/>
                </a:rPr>
                <a:t>KMU</a:t>
              </a:r>
            </a:p>
          </p:txBody>
        </p:sp>
        <p:pic>
          <p:nvPicPr>
            <p:cNvPr id="44" name="Grafik 43" descr="Männliches Profil Silhouette">
              <a:extLst>
                <a:ext uri="{FF2B5EF4-FFF2-40B4-BE49-F238E27FC236}">
                  <a16:creationId xmlns:a16="http://schemas.microsoft.com/office/drawing/2014/main" id="{232B9024-D9AA-A0C9-F22A-D9120210DD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80353" y="-1039208"/>
              <a:ext cx="717855" cy="792021"/>
            </a:xfrm>
            <a:prstGeom prst="rect">
              <a:avLst/>
            </a:prstGeom>
          </p:spPr>
        </p:pic>
        <p:cxnSp>
          <p:nvCxnSpPr>
            <p:cNvPr id="45" name="Gerade Verbindung mit Pfeil 44">
              <a:extLst>
                <a:ext uri="{FF2B5EF4-FFF2-40B4-BE49-F238E27FC236}">
                  <a16:creationId xmlns:a16="http://schemas.microsoft.com/office/drawing/2014/main" id="{EFDF7F59-3EB0-2A0B-BB75-B9292B49B477}"/>
                </a:ext>
              </a:extLst>
            </p:cNvPr>
            <p:cNvCxnSpPr>
              <a:cxnSpLocks/>
            </p:cNvCxnSpPr>
            <p:nvPr/>
          </p:nvCxnSpPr>
          <p:spPr>
            <a:xfrm>
              <a:off x="7713406" y="-776543"/>
              <a:ext cx="56051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6" name="Gerade Verbindung mit Pfeil 45">
              <a:extLst>
                <a:ext uri="{FF2B5EF4-FFF2-40B4-BE49-F238E27FC236}">
                  <a16:creationId xmlns:a16="http://schemas.microsoft.com/office/drawing/2014/main" id="{C96F532F-D67E-5387-E66D-D17F87AFC317}"/>
                </a:ext>
              </a:extLst>
            </p:cNvPr>
            <p:cNvCxnSpPr>
              <a:cxnSpLocks/>
            </p:cNvCxnSpPr>
            <p:nvPr/>
          </p:nvCxnSpPr>
          <p:spPr>
            <a:xfrm>
              <a:off x="7711444" y="-528728"/>
              <a:ext cx="560518" cy="0"/>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7" name="Gerade Verbindung 46">
              <a:extLst>
                <a:ext uri="{FF2B5EF4-FFF2-40B4-BE49-F238E27FC236}">
                  <a16:creationId xmlns:a16="http://schemas.microsoft.com/office/drawing/2014/main" id="{24E41581-2725-2D32-4F33-2FB2140661FC}"/>
                </a:ext>
              </a:extLst>
            </p:cNvPr>
            <p:cNvCxnSpPr/>
            <p:nvPr/>
          </p:nvCxnSpPr>
          <p:spPr>
            <a:xfrm>
              <a:off x="8300381" y="-363761"/>
              <a:ext cx="4777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 name="Gruppieren 58">
              <a:extLst>
                <a:ext uri="{FF2B5EF4-FFF2-40B4-BE49-F238E27FC236}">
                  <a16:creationId xmlns:a16="http://schemas.microsoft.com/office/drawing/2014/main" id="{F3A06FAA-5BF3-2706-C764-2D29A687DEE2}"/>
                </a:ext>
              </a:extLst>
            </p:cNvPr>
            <p:cNvGrpSpPr>
              <a:grpSpLocks noChangeAspect="1"/>
            </p:cNvGrpSpPr>
            <p:nvPr/>
          </p:nvGrpSpPr>
          <p:grpSpPr>
            <a:xfrm>
              <a:off x="2256525" y="2653247"/>
              <a:ext cx="7601976" cy="3800990"/>
              <a:chOff x="3785047" y="3612235"/>
              <a:chExt cx="11205882" cy="5602941"/>
            </a:xfrm>
          </p:grpSpPr>
          <p:sp>
            <p:nvSpPr>
              <p:cNvPr id="49" name="Abgerundetes Rechteck 48">
                <a:extLst>
                  <a:ext uri="{FF2B5EF4-FFF2-40B4-BE49-F238E27FC236}">
                    <a16:creationId xmlns:a16="http://schemas.microsoft.com/office/drawing/2014/main" id="{79BB1827-1E43-EE26-ED3B-2D29BB3E93DA}"/>
                  </a:ext>
                </a:extLst>
              </p:cNvPr>
              <p:cNvSpPr/>
              <p:nvPr/>
            </p:nvSpPr>
            <p:spPr>
              <a:xfrm>
                <a:off x="7783305" y="3612235"/>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DACE-Academy</a:t>
                </a:r>
              </a:p>
            </p:txBody>
          </p:sp>
          <p:sp>
            <p:nvSpPr>
              <p:cNvPr id="50" name="Abgerundetes Rechteck 49">
                <a:extLst>
                  <a:ext uri="{FF2B5EF4-FFF2-40B4-BE49-F238E27FC236}">
                    <a16:creationId xmlns:a16="http://schemas.microsoft.com/office/drawing/2014/main" id="{76175F17-8B0E-DCB4-2C99-D11FA2EF1863}"/>
                  </a:ext>
                </a:extLst>
              </p:cNvPr>
              <p:cNvSpPr/>
              <p:nvPr/>
            </p:nvSpPr>
            <p:spPr>
              <a:xfrm>
                <a:off x="3785047" y="5562058"/>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Anfrage des lernenden</a:t>
                </a:r>
              </a:p>
            </p:txBody>
          </p:sp>
          <p:sp>
            <p:nvSpPr>
              <p:cNvPr id="51" name="Abgerundetes Rechteck 50">
                <a:extLst>
                  <a:ext uri="{FF2B5EF4-FFF2-40B4-BE49-F238E27FC236}">
                    <a16:creationId xmlns:a16="http://schemas.microsoft.com/office/drawing/2014/main" id="{AFA271DD-DD1F-9DA6-306E-96DB0D8D1A4C}"/>
                  </a:ext>
                </a:extLst>
              </p:cNvPr>
              <p:cNvSpPr/>
              <p:nvPr/>
            </p:nvSpPr>
            <p:spPr>
              <a:xfrm>
                <a:off x="7783305" y="5562058"/>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Algorithmen anwenden</a:t>
                </a:r>
              </a:p>
            </p:txBody>
          </p:sp>
          <p:sp>
            <p:nvSpPr>
              <p:cNvPr id="52" name="Abgerundetes Rechteck 51">
                <a:extLst>
                  <a:ext uri="{FF2B5EF4-FFF2-40B4-BE49-F238E27FC236}">
                    <a16:creationId xmlns:a16="http://schemas.microsoft.com/office/drawing/2014/main" id="{15A50B5A-DCC8-48C9-9D27-14551FDAB145}"/>
                  </a:ext>
                </a:extLst>
              </p:cNvPr>
              <p:cNvSpPr/>
              <p:nvPr/>
            </p:nvSpPr>
            <p:spPr>
              <a:xfrm>
                <a:off x="7783305" y="7691176"/>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Virtueller Tutor</a:t>
                </a:r>
              </a:p>
            </p:txBody>
          </p:sp>
          <p:sp>
            <p:nvSpPr>
              <p:cNvPr id="53" name="Pfeil nach rechts 52">
                <a:extLst>
                  <a:ext uri="{FF2B5EF4-FFF2-40B4-BE49-F238E27FC236}">
                    <a16:creationId xmlns:a16="http://schemas.microsoft.com/office/drawing/2014/main" id="{8F561FAC-7AE5-A55A-CECF-273456493DE5}"/>
                  </a:ext>
                </a:extLst>
              </p:cNvPr>
              <p:cNvSpPr/>
              <p:nvPr/>
            </p:nvSpPr>
            <p:spPr>
              <a:xfrm>
                <a:off x="7079576" y="6021499"/>
                <a:ext cx="618564" cy="6051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latin typeface="Georgia" panose="02040502050405020303" pitchFamily="18" charset="0"/>
                </a:endParaRPr>
              </a:p>
            </p:txBody>
          </p:sp>
          <p:sp>
            <p:nvSpPr>
              <p:cNvPr id="54" name="Rechteckiger Pfeil 53">
                <a:extLst>
                  <a:ext uri="{FF2B5EF4-FFF2-40B4-BE49-F238E27FC236}">
                    <a16:creationId xmlns:a16="http://schemas.microsoft.com/office/drawing/2014/main" id="{63C9EFEA-39FB-7955-5E7C-032FAFDAE892}"/>
                  </a:ext>
                </a:extLst>
              </p:cNvPr>
              <p:cNvSpPr/>
              <p:nvPr/>
            </p:nvSpPr>
            <p:spPr>
              <a:xfrm rot="5400000" flipV="1">
                <a:off x="5990364" y="3901345"/>
                <a:ext cx="1167652" cy="162933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solidFill>
                    <a:schemeClr val="tx1"/>
                  </a:solidFill>
                  <a:latin typeface="Georgia" panose="02040502050405020303" pitchFamily="18" charset="0"/>
                </a:endParaRPr>
              </a:p>
            </p:txBody>
          </p:sp>
          <p:sp>
            <p:nvSpPr>
              <p:cNvPr id="55" name="Rechteckiger Pfeil 54">
                <a:extLst>
                  <a:ext uri="{FF2B5EF4-FFF2-40B4-BE49-F238E27FC236}">
                    <a16:creationId xmlns:a16="http://schemas.microsoft.com/office/drawing/2014/main" id="{B9CCC5CC-11F8-5671-2494-DD128E49922E}"/>
                  </a:ext>
                </a:extLst>
              </p:cNvPr>
              <p:cNvSpPr/>
              <p:nvPr/>
            </p:nvSpPr>
            <p:spPr>
              <a:xfrm rot="5400000" flipH="1" flipV="1">
                <a:off x="5990364" y="7117435"/>
                <a:ext cx="1167652" cy="162933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solidFill>
                    <a:schemeClr val="tx1"/>
                  </a:solidFill>
                  <a:latin typeface="Georgia" panose="02040502050405020303" pitchFamily="18" charset="0"/>
                </a:endParaRPr>
              </a:p>
            </p:txBody>
          </p:sp>
          <p:sp>
            <p:nvSpPr>
              <p:cNvPr id="56" name="Gebogener Pfeil 55">
                <a:extLst>
                  <a:ext uri="{FF2B5EF4-FFF2-40B4-BE49-F238E27FC236}">
                    <a16:creationId xmlns:a16="http://schemas.microsoft.com/office/drawing/2014/main" id="{567F2A2F-AE99-B007-7230-130434859156}"/>
                  </a:ext>
                </a:extLst>
              </p:cNvPr>
              <p:cNvSpPr/>
              <p:nvPr/>
            </p:nvSpPr>
            <p:spPr>
              <a:xfrm rot="5400000">
                <a:off x="9957243" y="6167176"/>
                <a:ext cx="2277035" cy="2590799"/>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solidFill>
                    <a:schemeClr val="tx1"/>
                  </a:solidFill>
                  <a:latin typeface="Georgia" panose="02040502050405020303" pitchFamily="18" charset="0"/>
                </a:endParaRPr>
              </a:p>
            </p:txBody>
          </p:sp>
          <p:sp>
            <p:nvSpPr>
              <p:cNvPr id="57" name="Gebogener Pfeil 56">
                <a:extLst>
                  <a:ext uri="{FF2B5EF4-FFF2-40B4-BE49-F238E27FC236}">
                    <a16:creationId xmlns:a16="http://schemas.microsoft.com/office/drawing/2014/main" id="{1CEA87C5-919D-F55E-9361-DE38339DE2A6}"/>
                  </a:ext>
                </a:extLst>
              </p:cNvPr>
              <p:cNvSpPr/>
              <p:nvPr/>
            </p:nvSpPr>
            <p:spPr>
              <a:xfrm rot="5400000" flipH="1">
                <a:off x="9956360" y="4068553"/>
                <a:ext cx="2278800" cy="2590799"/>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solidFill>
                    <a:schemeClr val="tx1"/>
                  </a:solidFill>
                  <a:latin typeface="Georgia" panose="02040502050405020303" pitchFamily="18" charset="0"/>
                </a:endParaRPr>
              </a:p>
            </p:txBody>
          </p:sp>
          <p:sp>
            <p:nvSpPr>
              <p:cNvPr id="58" name="Abgerundetes Rechteck 57">
                <a:extLst>
                  <a:ext uri="{FF2B5EF4-FFF2-40B4-BE49-F238E27FC236}">
                    <a16:creationId xmlns:a16="http://schemas.microsoft.com/office/drawing/2014/main" id="{86A9D822-C3E3-19BD-A305-AEEF86DF070A}"/>
                  </a:ext>
                </a:extLst>
              </p:cNvPr>
              <p:cNvSpPr/>
              <p:nvPr/>
            </p:nvSpPr>
            <p:spPr>
              <a:xfrm>
                <a:off x="11781564" y="4374235"/>
                <a:ext cx="3209365" cy="152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latin typeface="Georgia" panose="02040502050405020303" pitchFamily="18" charset="0"/>
                  </a:rPr>
                  <a:t>Lehrerberichte und Warnmeldungen</a:t>
                </a:r>
              </a:p>
            </p:txBody>
          </p:sp>
        </p:grpSp>
        <p:cxnSp>
          <p:nvCxnSpPr>
            <p:cNvPr id="62" name="Gerade Verbindung 61">
              <a:extLst>
                <a:ext uri="{FF2B5EF4-FFF2-40B4-BE49-F238E27FC236}">
                  <a16:creationId xmlns:a16="http://schemas.microsoft.com/office/drawing/2014/main" id="{78B81BB0-E145-4077-6939-DC0C3768330C}"/>
                </a:ext>
              </a:extLst>
            </p:cNvPr>
            <p:cNvCxnSpPr>
              <a:cxnSpLocks/>
            </p:cNvCxnSpPr>
            <p:nvPr/>
          </p:nvCxnSpPr>
          <p:spPr>
            <a:xfrm>
              <a:off x="8120256" y="-656557"/>
              <a:ext cx="1147569" cy="3116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Gerade Verbindung 63">
              <a:extLst>
                <a:ext uri="{FF2B5EF4-FFF2-40B4-BE49-F238E27FC236}">
                  <a16:creationId xmlns:a16="http://schemas.microsoft.com/office/drawing/2014/main" id="{E45A00C3-A588-8FD8-9C7A-C02ADFAB038D}"/>
                </a:ext>
              </a:extLst>
            </p:cNvPr>
            <p:cNvCxnSpPr>
              <a:cxnSpLocks/>
            </p:cNvCxnSpPr>
            <p:nvPr/>
          </p:nvCxnSpPr>
          <p:spPr>
            <a:xfrm flipH="1">
              <a:off x="7319348" y="-656557"/>
              <a:ext cx="519985" cy="3116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6" name="Grafik 75" descr="Lupe mit einfarbiger Füllung">
              <a:extLst>
                <a:ext uri="{FF2B5EF4-FFF2-40B4-BE49-F238E27FC236}">
                  <a16:creationId xmlns:a16="http://schemas.microsoft.com/office/drawing/2014/main" id="{463B8347-0C7D-FD0B-0AC9-3C958CE47F6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86993" y="-859411"/>
              <a:ext cx="507934" cy="507935"/>
            </a:xfrm>
            <a:prstGeom prst="rect">
              <a:avLst/>
            </a:prstGeom>
          </p:spPr>
        </p:pic>
      </p:grpSp>
    </p:spTree>
    <p:extLst>
      <p:ext uri="{BB962C8B-B14F-4D97-AF65-F5344CB8AC3E}">
        <p14:creationId xmlns:p14="http://schemas.microsoft.com/office/powerpoint/2010/main" val="4440480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uppieren 67">
            <a:extLst>
              <a:ext uri="{FF2B5EF4-FFF2-40B4-BE49-F238E27FC236}">
                <a16:creationId xmlns:a16="http://schemas.microsoft.com/office/drawing/2014/main" id="{BFD5CEF4-5612-8D03-9E80-17A5C6A8D4ED}"/>
              </a:ext>
            </a:extLst>
          </p:cNvPr>
          <p:cNvGrpSpPr/>
          <p:nvPr/>
        </p:nvGrpSpPr>
        <p:grpSpPr>
          <a:xfrm>
            <a:off x="-3626191" y="11723556"/>
            <a:ext cx="19444381" cy="4308248"/>
            <a:chOff x="-567659" y="232596"/>
            <a:chExt cx="19444381" cy="4308248"/>
          </a:xfrm>
        </p:grpSpPr>
        <p:sp>
          <p:nvSpPr>
            <p:cNvPr id="13" name="Abgerundetes Rechteck 12">
              <a:extLst>
                <a:ext uri="{FF2B5EF4-FFF2-40B4-BE49-F238E27FC236}">
                  <a16:creationId xmlns:a16="http://schemas.microsoft.com/office/drawing/2014/main" id="{D8DF5404-791B-637C-D8A0-A3FE94AE050E}"/>
                </a:ext>
              </a:extLst>
            </p:cNvPr>
            <p:cNvSpPr/>
            <p:nvPr/>
          </p:nvSpPr>
          <p:spPr>
            <a:xfrm>
              <a:off x="9791700" y="260455"/>
              <a:ext cx="2400300" cy="4280389"/>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dirty="0"/>
                <a:t>Expertensysteme</a:t>
              </a:r>
            </a:p>
          </p:txBody>
        </p:sp>
        <p:sp>
          <p:nvSpPr>
            <p:cNvPr id="8" name="Abgerundetes Rechteck 7">
              <a:extLst>
                <a:ext uri="{FF2B5EF4-FFF2-40B4-BE49-F238E27FC236}">
                  <a16:creationId xmlns:a16="http://schemas.microsoft.com/office/drawing/2014/main" id="{311859CD-54D2-3221-3732-1D37EAB43425}"/>
                </a:ext>
              </a:extLst>
            </p:cNvPr>
            <p:cNvSpPr/>
            <p:nvPr/>
          </p:nvSpPr>
          <p:spPr>
            <a:xfrm>
              <a:off x="2774702" y="232596"/>
              <a:ext cx="2426677" cy="10785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LLM</a:t>
              </a:r>
            </a:p>
          </p:txBody>
        </p:sp>
        <p:sp>
          <p:nvSpPr>
            <p:cNvPr id="9" name="Abgerundetes Rechteck 8">
              <a:extLst>
                <a:ext uri="{FF2B5EF4-FFF2-40B4-BE49-F238E27FC236}">
                  <a16:creationId xmlns:a16="http://schemas.microsoft.com/office/drawing/2014/main" id="{1F1FAD04-B147-BE81-8E66-52DC7085B80C}"/>
                </a:ext>
              </a:extLst>
            </p:cNvPr>
            <p:cNvSpPr/>
            <p:nvPr/>
          </p:nvSpPr>
          <p:spPr>
            <a:xfrm>
              <a:off x="10451850" y="888389"/>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E1</a:t>
              </a:r>
            </a:p>
          </p:txBody>
        </p:sp>
        <p:sp>
          <p:nvSpPr>
            <p:cNvPr id="10" name="Abgerundetes Rechteck 9">
              <a:extLst>
                <a:ext uri="{FF2B5EF4-FFF2-40B4-BE49-F238E27FC236}">
                  <a16:creationId xmlns:a16="http://schemas.microsoft.com/office/drawing/2014/main" id="{2032A9B4-F4F8-2D5C-3B54-243B0E250987}"/>
                </a:ext>
              </a:extLst>
            </p:cNvPr>
            <p:cNvSpPr/>
            <p:nvPr/>
          </p:nvSpPr>
          <p:spPr>
            <a:xfrm>
              <a:off x="10451850" y="1798504"/>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E2</a:t>
              </a:r>
            </a:p>
          </p:txBody>
        </p:sp>
        <p:sp>
          <p:nvSpPr>
            <p:cNvPr id="11" name="Abgerundetes Rechteck 10">
              <a:extLst>
                <a:ext uri="{FF2B5EF4-FFF2-40B4-BE49-F238E27FC236}">
                  <a16:creationId xmlns:a16="http://schemas.microsoft.com/office/drawing/2014/main" id="{884AD075-F242-65CE-4630-5D308F8A1ACC}"/>
                </a:ext>
              </a:extLst>
            </p:cNvPr>
            <p:cNvSpPr/>
            <p:nvPr/>
          </p:nvSpPr>
          <p:spPr>
            <a:xfrm>
              <a:off x="10451850" y="2708619"/>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E3</a:t>
              </a:r>
            </a:p>
          </p:txBody>
        </p:sp>
        <p:sp>
          <p:nvSpPr>
            <p:cNvPr id="12" name="Abgerundetes Rechteck 11">
              <a:extLst>
                <a:ext uri="{FF2B5EF4-FFF2-40B4-BE49-F238E27FC236}">
                  <a16:creationId xmlns:a16="http://schemas.microsoft.com/office/drawing/2014/main" id="{0FE76096-BE72-C179-D5DE-2C9518C1A972}"/>
                </a:ext>
              </a:extLst>
            </p:cNvPr>
            <p:cNvSpPr/>
            <p:nvPr/>
          </p:nvSpPr>
          <p:spPr>
            <a:xfrm>
              <a:off x="10451850" y="3618734"/>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E4</a:t>
              </a:r>
            </a:p>
          </p:txBody>
        </p:sp>
        <p:sp>
          <p:nvSpPr>
            <p:cNvPr id="14" name="Abgerundetes Rechteck 13">
              <a:extLst>
                <a:ext uri="{FF2B5EF4-FFF2-40B4-BE49-F238E27FC236}">
                  <a16:creationId xmlns:a16="http://schemas.microsoft.com/office/drawing/2014/main" id="{0BAED458-DF20-82AD-90B8-CD462E2C048D}"/>
                </a:ext>
              </a:extLst>
            </p:cNvPr>
            <p:cNvSpPr/>
            <p:nvPr/>
          </p:nvSpPr>
          <p:spPr>
            <a:xfrm>
              <a:off x="-567659" y="274328"/>
              <a:ext cx="2094401" cy="995057"/>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Aufgabe</a:t>
              </a:r>
            </a:p>
          </p:txBody>
        </p:sp>
        <p:grpSp>
          <p:nvGrpSpPr>
            <p:cNvPr id="19" name="Gruppieren 18">
              <a:extLst>
                <a:ext uri="{FF2B5EF4-FFF2-40B4-BE49-F238E27FC236}">
                  <a16:creationId xmlns:a16="http://schemas.microsoft.com/office/drawing/2014/main" id="{420CBD56-8B9B-B085-8397-6CBA41E864F7}"/>
                </a:ext>
              </a:extLst>
            </p:cNvPr>
            <p:cNvGrpSpPr/>
            <p:nvPr/>
          </p:nvGrpSpPr>
          <p:grpSpPr>
            <a:xfrm>
              <a:off x="6449339" y="232597"/>
              <a:ext cx="2094401" cy="3386137"/>
              <a:chOff x="9224956" y="671512"/>
              <a:chExt cx="2094401" cy="3386137"/>
            </a:xfrm>
          </p:grpSpPr>
          <p:sp>
            <p:nvSpPr>
              <p:cNvPr id="15" name="Abgerundetes Rechteck 14">
                <a:extLst>
                  <a:ext uri="{FF2B5EF4-FFF2-40B4-BE49-F238E27FC236}">
                    <a16:creationId xmlns:a16="http://schemas.microsoft.com/office/drawing/2014/main" id="{38B3E9DE-7124-2D68-BBEC-1621B3967D0B}"/>
                  </a:ext>
                </a:extLst>
              </p:cNvPr>
              <p:cNvSpPr/>
              <p:nvPr/>
            </p:nvSpPr>
            <p:spPr>
              <a:xfrm>
                <a:off x="9224956" y="671512"/>
                <a:ext cx="2094401" cy="3386137"/>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dirty="0"/>
                  <a:t>Aufgabe</a:t>
                </a:r>
              </a:p>
            </p:txBody>
          </p:sp>
          <p:sp>
            <p:nvSpPr>
              <p:cNvPr id="16" name="Abgerundetes Rechteck 15">
                <a:extLst>
                  <a:ext uri="{FF2B5EF4-FFF2-40B4-BE49-F238E27FC236}">
                    <a16:creationId xmlns:a16="http://schemas.microsoft.com/office/drawing/2014/main" id="{80F68F5D-F4BA-3542-3C5D-E03103143804}"/>
                  </a:ext>
                </a:extLst>
              </p:cNvPr>
              <p:cNvSpPr/>
              <p:nvPr/>
            </p:nvSpPr>
            <p:spPr>
              <a:xfrm>
                <a:off x="9726849" y="1297246"/>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U1</a:t>
                </a:r>
              </a:p>
            </p:txBody>
          </p:sp>
          <p:sp>
            <p:nvSpPr>
              <p:cNvPr id="17" name="Abgerundetes Rechteck 16">
                <a:extLst>
                  <a:ext uri="{FF2B5EF4-FFF2-40B4-BE49-F238E27FC236}">
                    <a16:creationId xmlns:a16="http://schemas.microsoft.com/office/drawing/2014/main" id="{D0F03A31-75AF-CBB2-C4FA-806B1C35859B}"/>
                  </a:ext>
                </a:extLst>
              </p:cNvPr>
              <p:cNvSpPr/>
              <p:nvPr/>
            </p:nvSpPr>
            <p:spPr>
              <a:xfrm>
                <a:off x="9726849" y="2207361"/>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U2</a:t>
                </a:r>
              </a:p>
            </p:txBody>
          </p:sp>
          <p:sp>
            <p:nvSpPr>
              <p:cNvPr id="18" name="Abgerundetes Rechteck 17">
                <a:extLst>
                  <a:ext uri="{FF2B5EF4-FFF2-40B4-BE49-F238E27FC236}">
                    <a16:creationId xmlns:a16="http://schemas.microsoft.com/office/drawing/2014/main" id="{DD70F17F-6C01-45BB-15E1-329CFFE62697}"/>
                  </a:ext>
                </a:extLst>
              </p:cNvPr>
              <p:cNvSpPr/>
              <p:nvPr/>
            </p:nvSpPr>
            <p:spPr>
              <a:xfrm>
                <a:off x="9726849" y="3117476"/>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U3</a:t>
                </a:r>
              </a:p>
            </p:txBody>
          </p:sp>
        </p:grpSp>
        <p:sp>
          <p:nvSpPr>
            <p:cNvPr id="20" name="Abgerundetes Rechteck 19">
              <a:extLst>
                <a:ext uri="{FF2B5EF4-FFF2-40B4-BE49-F238E27FC236}">
                  <a16:creationId xmlns:a16="http://schemas.microsoft.com/office/drawing/2014/main" id="{9CA07D77-AA8D-F041-4451-EE3CB250D6E2}"/>
                </a:ext>
              </a:extLst>
            </p:cNvPr>
            <p:cNvSpPr/>
            <p:nvPr/>
          </p:nvSpPr>
          <p:spPr>
            <a:xfrm>
              <a:off x="13439960" y="232597"/>
              <a:ext cx="2094401" cy="4280389"/>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dirty="0"/>
                <a:t>Ausführung</a:t>
              </a:r>
            </a:p>
          </p:txBody>
        </p:sp>
        <p:sp>
          <p:nvSpPr>
            <p:cNvPr id="21" name="Abgerundetes Rechteck 20">
              <a:extLst>
                <a:ext uri="{FF2B5EF4-FFF2-40B4-BE49-F238E27FC236}">
                  <a16:creationId xmlns:a16="http://schemas.microsoft.com/office/drawing/2014/main" id="{9C8760EF-4D7F-8613-BA5E-CB967C728B64}"/>
                </a:ext>
              </a:extLst>
            </p:cNvPr>
            <p:cNvSpPr/>
            <p:nvPr/>
          </p:nvSpPr>
          <p:spPr>
            <a:xfrm>
              <a:off x="16782321" y="232596"/>
              <a:ext cx="2094401" cy="4280389"/>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dirty="0"/>
                <a:t>Evaluation</a:t>
              </a:r>
            </a:p>
          </p:txBody>
        </p:sp>
        <p:sp>
          <p:nvSpPr>
            <p:cNvPr id="22" name="Pfeil nach rechts 21">
              <a:extLst>
                <a:ext uri="{FF2B5EF4-FFF2-40B4-BE49-F238E27FC236}">
                  <a16:creationId xmlns:a16="http://schemas.microsoft.com/office/drawing/2014/main" id="{915BCD10-14C1-6869-CFEE-F29121B46CE3}"/>
                </a:ext>
              </a:extLst>
            </p:cNvPr>
            <p:cNvSpPr/>
            <p:nvPr/>
          </p:nvSpPr>
          <p:spPr>
            <a:xfrm>
              <a:off x="1713941" y="608082"/>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Pfeil nach rechts 22">
              <a:extLst>
                <a:ext uri="{FF2B5EF4-FFF2-40B4-BE49-F238E27FC236}">
                  <a16:creationId xmlns:a16="http://schemas.microsoft.com/office/drawing/2014/main" id="{8D8DA86E-8C11-E8C8-2562-9BE3384E4876}"/>
                </a:ext>
              </a:extLst>
            </p:cNvPr>
            <p:cNvSpPr/>
            <p:nvPr/>
          </p:nvSpPr>
          <p:spPr>
            <a:xfrm>
              <a:off x="5316238" y="602015"/>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6" name="Gerade Verbindung mit Pfeil 25">
              <a:extLst>
                <a:ext uri="{FF2B5EF4-FFF2-40B4-BE49-F238E27FC236}">
                  <a16:creationId xmlns:a16="http://schemas.microsoft.com/office/drawing/2014/main" id="{C2B282A7-EFE5-51F8-7615-C4CDFF0B32BD}"/>
                </a:ext>
              </a:extLst>
            </p:cNvPr>
            <p:cNvCxnSpPr>
              <a:stCxn id="16" idx="3"/>
              <a:endCxn id="10" idx="1"/>
            </p:cNvCxnSpPr>
            <p:nvPr/>
          </p:nvCxnSpPr>
          <p:spPr>
            <a:xfrm>
              <a:off x="8031232" y="1218331"/>
              <a:ext cx="2420618" cy="9401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FC872879-C479-5E46-0D1E-1A52B915D979}"/>
                </a:ext>
              </a:extLst>
            </p:cNvPr>
            <p:cNvCxnSpPr>
              <a:stCxn id="18" idx="3"/>
              <a:endCxn id="9" idx="1"/>
            </p:cNvCxnSpPr>
            <p:nvPr/>
          </p:nvCxnSpPr>
          <p:spPr>
            <a:xfrm flipV="1">
              <a:off x="8031232" y="1248389"/>
              <a:ext cx="2420618" cy="17901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94F2CE7F-84D2-A92B-16D1-8556A7BEC25A}"/>
                </a:ext>
              </a:extLst>
            </p:cNvPr>
            <p:cNvCxnSpPr>
              <a:stCxn id="17" idx="3"/>
              <a:endCxn id="11" idx="1"/>
            </p:cNvCxnSpPr>
            <p:nvPr/>
          </p:nvCxnSpPr>
          <p:spPr>
            <a:xfrm>
              <a:off x="8031232" y="2128446"/>
              <a:ext cx="2420618" cy="9401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4" name="Gruppieren 33">
              <a:extLst>
                <a:ext uri="{FF2B5EF4-FFF2-40B4-BE49-F238E27FC236}">
                  <a16:creationId xmlns:a16="http://schemas.microsoft.com/office/drawing/2014/main" id="{3055D82D-D9C2-81FC-4743-84D3163666FF}"/>
                </a:ext>
              </a:extLst>
            </p:cNvPr>
            <p:cNvGrpSpPr/>
            <p:nvPr/>
          </p:nvGrpSpPr>
          <p:grpSpPr>
            <a:xfrm>
              <a:off x="13947160" y="858331"/>
              <a:ext cx="1080000" cy="2540230"/>
              <a:chOff x="13947160" y="1218331"/>
              <a:chExt cx="1080000" cy="2540230"/>
            </a:xfrm>
          </p:grpSpPr>
          <p:sp>
            <p:nvSpPr>
              <p:cNvPr id="31" name="Abgerundetes Rechteck 30">
                <a:extLst>
                  <a:ext uri="{FF2B5EF4-FFF2-40B4-BE49-F238E27FC236}">
                    <a16:creationId xmlns:a16="http://schemas.microsoft.com/office/drawing/2014/main" id="{B3FA79E3-B68F-7CD1-4826-0FFF07CDF9C5}"/>
                  </a:ext>
                </a:extLst>
              </p:cNvPr>
              <p:cNvSpPr/>
              <p:nvPr/>
            </p:nvSpPr>
            <p:spPr>
              <a:xfrm>
                <a:off x="13947160" y="1218331"/>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U1</a:t>
                </a:r>
              </a:p>
            </p:txBody>
          </p:sp>
          <p:sp>
            <p:nvSpPr>
              <p:cNvPr id="32" name="Abgerundetes Rechteck 31">
                <a:extLst>
                  <a:ext uri="{FF2B5EF4-FFF2-40B4-BE49-F238E27FC236}">
                    <a16:creationId xmlns:a16="http://schemas.microsoft.com/office/drawing/2014/main" id="{C6EA3B97-431D-773E-404F-3A7958DEE120}"/>
                  </a:ext>
                </a:extLst>
              </p:cNvPr>
              <p:cNvSpPr/>
              <p:nvPr/>
            </p:nvSpPr>
            <p:spPr>
              <a:xfrm>
                <a:off x="13947160" y="2128446"/>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U2</a:t>
                </a:r>
              </a:p>
            </p:txBody>
          </p:sp>
          <p:sp>
            <p:nvSpPr>
              <p:cNvPr id="33" name="Abgerundetes Rechteck 32">
                <a:extLst>
                  <a:ext uri="{FF2B5EF4-FFF2-40B4-BE49-F238E27FC236}">
                    <a16:creationId xmlns:a16="http://schemas.microsoft.com/office/drawing/2014/main" id="{EDC4D924-7EDE-6203-81D1-F5152E22184D}"/>
                  </a:ext>
                </a:extLst>
              </p:cNvPr>
              <p:cNvSpPr/>
              <p:nvPr/>
            </p:nvSpPr>
            <p:spPr>
              <a:xfrm>
                <a:off x="13947160" y="3038561"/>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U3</a:t>
                </a:r>
              </a:p>
            </p:txBody>
          </p:sp>
        </p:grpSp>
        <p:sp>
          <p:nvSpPr>
            <p:cNvPr id="35" name="Abgerundetes Rechteck 34">
              <a:extLst>
                <a:ext uri="{FF2B5EF4-FFF2-40B4-BE49-F238E27FC236}">
                  <a16:creationId xmlns:a16="http://schemas.microsoft.com/office/drawing/2014/main" id="{0282EA5C-7487-75C7-4445-7327680330C1}"/>
                </a:ext>
              </a:extLst>
            </p:cNvPr>
            <p:cNvSpPr/>
            <p:nvPr/>
          </p:nvSpPr>
          <p:spPr>
            <a:xfrm>
              <a:off x="13947160" y="3618734"/>
              <a:ext cx="1080000" cy="720000"/>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dirty="0"/>
                <a:t>Ergebnis</a:t>
              </a:r>
            </a:p>
          </p:txBody>
        </p:sp>
        <p:sp>
          <p:nvSpPr>
            <p:cNvPr id="36" name="Abgerundetes Rechteck 35">
              <a:extLst>
                <a:ext uri="{FF2B5EF4-FFF2-40B4-BE49-F238E27FC236}">
                  <a16:creationId xmlns:a16="http://schemas.microsoft.com/office/drawing/2014/main" id="{AC9B505A-2329-278D-8CB8-FE3BF1137F5E}"/>
                </a:ext>
              </a:extLst>
            </p:cNvPr>
            <p:cNvSpPr/>
            <p:nvPr/>
          </p:nvSpPr>
          <p:spPr>
            <a:xfrm>
              <a:off x="17289521" y="1248389"/>
              <a:ext cx="1080000" cy="720000"/>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dirty="0"/>
                <a:t>Ergebnis</a:t>
              </a:r>
            </a:p>
          </p:txBody>
        </p:sp>
        <p:sp>
          <p:nvSpPr>
            <p:cNvPr id="37" name="Abgerundetes Rechteck 36">
              <a:extLst>
                <a:ext uri="{FF2B5EF4-FFF2-40B4-BE49-F238E27FC236}">
                  <a16:creationId xmlns:a16="http://schemas.microsoft.com/office/drawing/2014/main" id="{C6779FC6-1F94-5AEF-89BE-47BA4FE03EF8}"/>
                </a:ext>
              </a:extLst>
            </p:cNvPr>
            <p:cNvSpPr/>
            <p:nvPr/>
          </p:nvSpPr>
          <p:spPr>
            <a:xfrm>
              <a:off x="17289521" y="3258734"/>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dirty="0"/>
                <a:t>Referenz</a:t>
              </a:r>
            </a:p>
          </p:txBody>
        </p:sp>
        <p:sp>
          <p:nvSpPr>
            <p:cNvPr id="38" name="Pfeil nach rechts 37">
              <a:extLst>
                <a:ext uri="{FF2B5EF4-FFF2-40B4-BE49-F238E27FC236}">
                  <a16:creationId xmlns:a16="http://schemas.microsoft.com/office/drawing/2014/main" id="{9212B6C5-AAEC-354E-F0B1-839659CA9A90}"/>
                </a:ext>
              </a:extLst>
            </p:cNvPr>
            <p:cNvSpPr/>
            <p:nvPr/>
          </p:nvSpPr>
          <p:spPr>
            <a:xfrm>
              <a:off x="12377278" y="2209016"/>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Pfeil nach rechts 38">
              <a:extLst>
                <a:ext uri="{FF2B5EF4-FFF2-40B4-BE49-F238E27FC236}">
                  <a16:creationId xmlns:a16="http://schemas.microsoft.com/office/drawing/2014/main" id="{0CC2D309-427C-E5A0-89CC-08BDC19E8284}"/>
                </a:ext>
              </a:extLst>
            </p:cNvPr>
            <p:cNvSpPr/>
            <p:nvPr/>
          </p:nvSpPr>
          <p:spPr>
            <a:xfrm>
              <a:off x="15651141" y="2209016"/>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40" name="Abgerundetes Rechteck 39">
            <a:extLst>
              <a:ext uri="{FF2B5EF4-FFF2-40B4-BE49-F238E27FC236}">
                <a16:creationId xmlns:a16="http://schemas.microsoft.com/office/drawing/2014/main" id="{0297BA8E-D199-0E0C-0860-9D2A5A6C982D}"/>
              </a:ext>
            </a:extLst>
          </p:cNvPr>
          <p:cNvSpPr/>
          <p:nvPr/>
        </p:nvSpPr>
        <p:spPr>
          <a:xfrm>
            <a:off x="7697299" y="-4828457"/>
            <a:ext cx="2400300" cy="4280389"/>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dirty="0"/>
              <a:t>Expertensysteme</a:t>
            </a:r>
          </a:p>
        </p:txBody>
      </p:sp>
      <p:sp>
        <p:nvSpPr>
          <p:cNvPr id="41" name="Abgerundetes Rechteck 40">
            <a:extLst>
              <a:ext uri="{FF2B5EF4-FFF2-40B4-BE49-F238E27FC236}">
                <a16:creationId xmlns:a16="http://schemas.microsoft.com/office/drawing/2014/main" id="{D771362D-3239-6720-BB77-1C719564679C}"/>
              </a:ext>
            </a:extLst>
          </p:cNvPr>
          <p:cNvSpPr/>
          <p:nvPr/>
        </p:nvSpPr>
        <p:spPr>
          <a:xfrm>
            <a:off x="680301" y="-4856316"/>
            <a:ext cx="2426677" cy="10785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LLM</a:t>
            </a:r>
          </a:p>
        </p:txBody>
      </p:sp>
      <p:sp>
        <p:nvSpPr>
          <p:cNvPr id="42" name="Abgerundetes Rechteck 41">
            <a:extLst>
              <a:ext uri="{FF2B5EF4-FFF2-40B4-BE49-F238E27FC236}">
                <a16:creationId xmlns:a16="http://schemas.microsoft.com/office/drawing/2014/main" id="{D111421E-2D74-3CEA-9A85-433B123F3B1B}"/>
              </a:ext>
            </a:extLst>
          </p:cNvPr>
          <p:cNvSpPr/>
          <p:nvPr/>
        </p:nvSpPr>
        <p:spPr>
          <a:xfrm>
            <a:off x="8357449" y="-4200523"/>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E1</a:t>
            </a:r>
          </a:p>
        </p:txBody>
      </p:sp>
      <p:sp>
        <p:nvSpPr>
          <p:cNvPr id="43" name="Abgerundetes Rechteck 42">
            <a:extLst>
              <a:ext uri="{FF2B5EF4-FFF2-40B4-BE49-F238E27FC236}">
                <a16:creationId xmlns:a16="http://schemas.microsoft.com/office/drawing/2014/main" id="{55A8DC0D-1EAD-2EF1-1CCB-6E382D257044}"/>
              </a:ext>
            </a:extLst>
          </p:cNvPr>
          <p:cNvSpPr/>
          <p:nvPr/>
        </p:nvSpPr>
        <p:spPr>
          <a:xfrm>
            <a:off x="8357449" y="-3290408"/>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E2</a:t>
            </a:r>
          </a:p>
        </p:txBody>
      </p:sp>
      <p:sp>
        <p:nvSpPr>
          <p:cNvPr id="44" name="Abgerundetes Rechteck 43">
            <a:extLst>
              <a:ext uri="{FF2B5EF4-FFF2-40B4-BE49-F238E27FC236}">
                <a16:creationId xmlns:a16="http://schemas.microsoft.com/office/drawing/2014/main" id="{06FB6894-CAD5-3839-7781-A14FFC2D6081}"/>
              </a:ext>
            </a:extLst>
          </p:cNvPr>
          <p:cNvSpPr/>
          <p:nvPr/>
        </p:nvSpPr>
        <p:spPr>
          <a:xfrm>
            <a:off x="8357449" y="-2380293"/>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E3</a:t>
            </a:r>
          </a:p>
        </p:txBody>
      </p:sp>
      <p:sp>
        <p:nvSpPr>
          <p:cNvPr id="45" name="Abgerundetes Rechteck 44">
            <a:extLst>
              <a:ext uri="{FF2B5EF4-FFF2-40B4-BE49-F238E27FC236}">
                <a16:creationId xmlns:a16="http://schemas.microsoft.com/office/drawing/2014/main" id="{16E82465-A547-80AC-9B15-C3A6973DDC24}"/>
              </a:ext>
            </a:extLst>
          </p:cNvPr>
          <p:cNvSpPr/>
          <p:nvPr/>
        </p:nvSpPr>
        <p:spPr>
          <a:xfrm>
            <a:off x="8357449" y="-1470178"/>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E4</a:t>
            </a:r>
          </a:p>
        </p:txBody>
      </p:sp>
      <p:sp>
        <p:nvSpPr>
          <p:cNvPr id="46" name="Abgerundetes Rechteck 45">
            <a:extLst>
              <a:ext uri="{FF2B5EF4-FFF2-40B4-BE49-F238E27FC236}">
                <a16:creationId xmlns:a16="http://schemas.microsoft.com/office/drawing/2014/main" id="{6E4925F8-FE8A-D8D3-9B63-58A28672BFE1}"/>
              </a:ext>
            </a:extLst>
          </p:cNvPr>
          <p:cNvSpPr/>
          <p:nvPr/>
        </p:nvSpPr>
        <p:spPr>
          <a:xfrm>
            <a:off x="-2662060" y="-4814584"/>
            <a:ext cx="2094401" cy="995057"/>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Aufgabe</a:t>
            </a:r>
          </a:p>
        </p:txBody>
      </p:sp>
      <p:grpSp>
        <p:nvGrpSpPr>
          <p:cNvPr id="47" name="Gruppieren 46">
            <a:extLst>
              <a:ext uri="{FF2B5EF4-FFF2-40B4-BE49-F238E27FC236}">
                <a16:creationId xmlns:a16="http://schemas.microsoft.com/office/drawing/2014/main" id="{78871EAE-F0A3-0AB6-ECA7-99BC5D1AB497}"/>
              </a:ext>
            </a:extLst>
          </p:cNvPr>
          <p:cNvGrpSpPr/>
          <p:nvPr/>
        </p:nvGrpSpPr>
        <p:grpSpPr>
          <a:xfrm>
            <a:off x="4354938" y="-4856315"/>
            <a:ext cx="2094401" cy="3386137"/>
            <a:chOff x="9224956" y="671512"/>
            <a:chExt cx="2094401" cy="3386137"/>
          </a:xfrm>
        </p:grpSpPr>
        <p:sp>
          <p:nvSpPr>
            <p:cNvPr id="48" name="Abgerundetes Rechteck 47">
              <a:extLst>
                <a:ext uri="{FF2B5EF4-FFF2-40B4-BE49-F238E27FC236}">
                  <a16:creationId xmlns:a16="http://schemas.microsoft.com/office/drawing/2014/main" id="{7D705A08-BA3D-94E1-C7A8-3917183BFDFA}"/>
                </a:ext>
              </a:extLst>
            </p:cNvPr>
            <p:cNvSpPr/>
            <p:nvPr/>
          </p:nvSpPr>
          <p:spPr>
            <a:xfrm>
              <a:off x="9224956" y="671512"/>
              <a:ext cx="2094401" cy="3386137"/>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dirty="0"/>
                <a:t>Aufgabe</a:t>
              </a:r>
            </a:p>
          </p:txBody>
        </p:sp>
        <p:sp>
          <p:nvSpPr>
            <p:cNvPr id="49" name="Abgerundetes Rechteck 48">
              <a:extLst>
                <a:ext uri="{FF2B5EF4-FFF2-40B4-BE49-F238E27FC236}">
                  <a16:creationId xmlns:a16="http://schemas.microsoft.com/office/drawing/2014/main" id="{D6FB4385-C74D-D583-7B4B-B4136DD76BCB}"/>
                </a:ext>
              </a:extLst>
            </p:cNvPr>
            <p:cNvSpPr/>
            <p:nvPr/>
          </p:nvSpPr>
          <p:spPr>
            <a:xfrm>
              <a:off x="9726849" y="1297246"/>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U1</a:t>
              </a:r>
            </a:p>
          </p:txBody>
        </p:sp>
        <p:sp>
          <p:nvSpPr>
            <p:cNvPr id="50" name="Abgerundetes Rechteck 49">
              <a:extLst>
                <a:ext uri="{FF2B5EF4-FFF2-40B4-BE49-F238E27FC236}">
                  <a16:creationId xmlns:a16="http://schemas.microsoft.com/office/drawing/2014/main" id="{CDC9A151-E9FB-DE25-78EC-246C9C8234C4}"/>
                </a:ext>
              </a:extLst>
            </p:cNvPr>
            <p:cNvSpPr/>
            <p:nvPr/>
          </p:nvSpPr>
          <p:spPr>
            <a:xfrm>
              <a:off x="9726849" y="2207361"/>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U2</a:t>
              </a:r>
            </a:p>
          </p:txBody>
        </p:sp>
        <p:sp>
          <p:nvSpPr>
            <p:cNvPr id="51" name="Abgerundetes Rechteck 50">
              <a:extLst>
                <a:ext uri="{FF2B5EF4-FFF2-40B4-BE49-F238E27FC236}">
                  <a16:creationId xmlns:a16="http://schemas.microsoft.com/office/drawing/2014/main" id="{0F0F6328-2E85-7621-9C93-CC5DBF804121}"/>
                </a:ext>
              </a:extLst>
            </p:cNvPr>
            <p:cNvSpPr/>
            <p:nvPr/>
          </p:nvSpPr>
          <p:spPr>
            <a:xfrm>
              <a:off x="9726849" y="3117476"/>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U3</a:t>
              </a:r>
            </a:p>
          </p:txBody>
        </p:sp>
      </p:grpSp>
      <p:sp>
        <p:nvSpPr>
          <p:cNvPr id="54" name="Pfeil nach rechts 53">
            <a:extLst>
              <a:ext uri="{FF2B5EF4-FFF2-40B4-BE49-F238E27FC236}">
                <a16:creationId xmlns:a16="http://schemas.microsoft.com/office/drawing/2014/main" id="{D8E18752-F68C-8B5E-77F9-E65895D585B9}"/>
              </a:ext>
            </a:extLst>
          </p:cNvPr>
          <p:cNvSpPr/>
          <p:nvPr/>
        </p:nvSpPr>
        <p:spPr>
          <a:xfrm>
            <a:off x="-380460" y="-4480830"/>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Pfeil nach rechts 54">
            <a:extLst>
              <a:ext uri="{FF2B5EF4-FFF2-40B4-BE49-F238E27FC236}">
                <a16:creationId xmlns:a16="http://schemas.microsoft.com/office/drawing/2014/main" id="{A6A96A33-3766-6F54-5959-022642613CF2}"/>
              </a:ext>
            </a:extLst>
          </p:cNvPr>
          <p:cNvSpPr/>
          <p:nvPr/>
        </p:nvSpPr>
        <p:spPr>
          <a:xfrm>
            <a:off x="3221837" y="-4486897"/>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6" name="Gerade Verbindung mit Pfeil 55">
            <a:extLst>
              <a:ext uri="{FF2B5EF4-FFF2-40B4-BE49-F238E27FC236}">
                <a16:creationId xmlns:a16="http://schemas.microsoft.com/office/drawing/2014/main" id="{B0706D55-9522-52AC-B358-794479D3AFDA}"/>
              </a:ext>
            </a:extLst>
          </p:cNvPr>
          <p:cNvCxnSpPr>
            <a:stCxn id="49" idx="3"/>
            <a:endCxn id="43" idx="1"/>
          </p:cNvCxnSpPr>
          <p:nvPr/>
        </p:nvCxnSpPr>
        <p:spPr>
          <a:xfrm>
            <a:off x="5936831" y="-3870581"/>
            <a:ext cx="2420618" cy="9401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7" name="Gerade Verbindung mit Pfeil 56">
            <a:extLst>
              <a:ext uri="{FF2B5EF4-FFF2-40B4-BE49-F238E27FC236}">
                <a16:creationId xmlns:a16="http://schemas.microsoft.com/office/drawing/2014/main" id="{8A1AFD8A-2767-8BB5-9FBB-743829024327}"/>
              </a:ext>
            </a:extLst>
          </p:cNvPr>
          <p:cNvCxnSpPr>
            <a:stCxn id="51" idx="3"/>
            <a:endCxn id="42" idx="1"/>
          </p:cNvCxnSpPr>
          <p:nvPr/>
        </p:nvCxnSpPr>
        <p:spPr>
          <a:xfrm flipV="1">
            <a:off x="5936831" y="-3840523"/>
            <a:ext cx="2420618" cy="17901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Gerade Verbindung mit Pfeil 57">
            <a:extLst>
              <a:ext uri="{FF2B5EF4-FFF2-40B4-BE49-F238E27FC236}">
                <a16:creationId xmlns:a16="http://schemas.microsoft.com/office/drawing/2014/main" id="{FE550AC3-BC6D-881D-F7CD-BE44D79B43FD}"/>
              </a:ext>
            </a:extLst>
          </p:cNvPr>
          <p:cNvCxnSpPr>
            <a:stCxn id="50" idx="3"/>
            <a:endCxn id="44" idx="1"/>
          </p:cNvCxnSpPr>
          <p:nvPr/>
        </p:nvCxnSpPr>
        <p:spPr>
          <a:xfrm>
            <a:off x="5936831" y="-2960466"/>
            <a:ext cx="2420618" cy="9401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6" name="Pfeil nach rechts 65">
            <a:extLst>
              <a:ext uri="{FF2B5EF4-FFF2-40B4-BE49-F238E27FC236}">
                <a16:creationId xmlns:a16="http://schemas.microsoft.com/office/drawing/2014/main" id="{90D6F8F4-EDA3-52A9-4F34-AD7BB686C9B9}"/>
              </a:ext>
            </a:extLst>
          </p:cNvPr>
          <p:cNvSpPr/>
          <p:nvPr/>
        </p:nvSpPr>
        <p:spPr>
          <a:xfrm>
            <a:off x="10282877" y="-2879896"/>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99" name="Gruppieren 98">
            <a:extLst>
              <a:ext uri="{FF2B5EF4-FFF2-40B4-BE49-F238E27FC236}">
                <a16:creationId xmlns:a16="http://schemas.microsoft.com/office/drawing/2014/main" id="{7B8224D0-75E6-B107-2DD4-01FB77089218}"/>
              </a:ext>
            </a:extLst>
          </p:cNvPr>
          <p:cNvGrpSpPr>
            <a:grpSpLocks noChangeAspect="1"/>
          </p:cNvGrpSpPr>
          <p:nvPr/>
        </p:nvGrpSpPr>
        <p:grpSpPr>
          <a:xfrm>
            <a:off x="2457009" y="781916"/>
            <a:ext cx="8028000" cy="6043798"/>
            <a:chOff x="-156056" y="235556"/>
            <a:chExt cx="12671367" cy="9539483"/>
          </a:xfrm>
        </p:grpSpPr>
        <p:sp>
          <p:nvSpPr>
            <p:cNvPr id="52" name="Abgerundetes Rechteck 51">
              <a:extLst>
                <a:ext uri="{FF2B5EF4-FFF2-40B4-BE49-F238E27FC236}">
                  <a16:creationId xmlns:a16="http://schemas.microsoft.com/office/drawing/2014/main" id="{CFCEFE46-124C-552B-041E-5330B6AD3ED3}"/>
                </a:ext>
              </a:extLst>
            </p:cNvPr>
            <p:cNvSpPr/>
            <p:nvPr/>
          </p:nvSpPr>
          <p:spPr>
            <a:xfrm>
              <a:off x="10267961" y="5494650"/>
              <a:ext cx="2094401" cy="4280389"/>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100" dirty="0">
                  <a:solidFill>
                    <a:schemeClr val="tx1"/>
                  </a:solidFill>
                  <a:latin typeface="Georgia" panose="02040502050405020303" pitchFamily="18" charset="0"/>
                </a:rPr>
                <a:t>Ausführung</a:t>
              </a:r>
            </a:p>
          </p:txBody>
        </p:sp>
        <p:sp>
          <p:nvSpPr>
            <p:cNvPr id="53" name="Abgerundetes Rechteck 52">
              <a:extLst>
                <a:ext uri="{FF2B5EF4-FFF2-40B4-BE49-F238E27FC236}">
                  <a16:creationId xmlns:a16="http://schemas.microsoft.com/office/drawing/2014/main" id="{3E4860DE-9D8E-B8F5-4FA0-B5FEC19619F2}"/>
                </a:ext>
              </a:extLst>
            </p:cNvPr>
            <p:cNvSpPr/>
            <p:nvPr/>
          </p:nvSpPr>
          <p:spPr>
            <a:xfrm>
              <a:off x="6772650" y="5494650"/>
              <a:ext cx="2094401" cy="4280389"/>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100" dirty="0">
                  <a:solidFill>
                    <a:schemeClr val="tx1"/>
                  </a:solidFill>
                  <a:latin typeface="Georgia" panose="02040502050405020303" pitchFamily="18" charset="0"/>
                </a:rPr>
                <a:t>Evaluation</a:t>
              </a:r>
            </a:p>
          </p:txBody>
        </p:sp>
        <p:grpSp>
          <p:nvGrpSpPr>
            <p:cNvPr id="59" name="Gruppieren 58">
              <a:extLst>
                <a:ext uri="{FF2B5EF4-FFF2-40B4-BE49-F238E27FC236}">
                  <a16:creationId xmlns:a16="http://schemas.microsoft.com/office/drawing/2014/main" id="{C609E2D9-4ACF-0D25-83DD-835A5A96AB32}"/>
                </a:ext>
              </a:extLst>
            </p:cNvPr>
            <p:cNvGrpSpPr/>
            <p:nvPr/>
          </p:nvGrpSpPr>
          <p:grpSpPr>
            <a:xfrm>
              <a:off x="10775161" y="6120384"/>
              <a:ext cx="1080000" cy="2540230"/>
              <a:chOff x="13947160" y="1218331"/>
              <a:chExt cx="1080000" cy="2540230"/>
            </a:xfrm>
          </p:grpSpPr>
          <p:sp>
            <p:nvSpPr>
              <p:cNvPr id="60" name="Abgerundetes Rechteck 59">
                <a:extLst>
                  <a:ext uri="{FF2B5EF4-FFF2-40B4-BE49-F238E27FC236}">
                    <a16:creationId xmlns:a16="http://schemas.microsoft.com/office/drawing/2014/main" id="{08CD742B-5D2E-44AB-D4B8-2A9EAE2C477D}"/>
                  </a:ext>
                </a:extLst>
              </p:cNvPr>
              <p:cNvSpPr/>
              <p:nvPr/>
            </p:nvSpPr>
            <p:spPr>
              <a:xfrm>
                <a:off x="13947160" y="1218331"/>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U1</a:t>
                </a:r>
              </a:p>
            </p:txBody>
          </p:sp>
          <p:sp>
            <p:nvSpPr>
              <p:cNvPr id="61" name="Abgerundetes Rechteck 60">
                <a:extLst>
                  <a:ext uri="{FF2B5EF4-FFF2-40B4-BE49-F238E27FC236}">
                    <a16:creationId xmlns:a16="http://schemas.microsoft.com/office/drawing/2014/main" id="{0E5CE093-02A4-137E-325A-107B0427CD68}"/>
                  </a:ext>
                </a:extLst>
              </p:cNvPr>
              <p:cNvSpPr/>
              <p:nvPr/>
            </p:nvSpPr>
            <p:spPr>
              <a:xfrm>
                <a:off x="13947160" y="2128446"/>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U2</a:t>
                </a:r>
              </a:p>
            </p:txBody>
          </p:sp>
          <p:sp>
            <p:nvSpPr>
              <p:cNvPr id="62" name="Abgerundetes Rechteck 61">
                <a:extLst>
                  <a:ext uri="{FF2B5EF4-FFF2-40B4-BE49-F238E27FC236}">
                    <a16:creationId xmlns:a16="http://schemas.microsoft.com/office/drawing/2014/main" id="{A4C0DB04-7B43-FCB0-DCDD-BBAB607A93D9}"/>
                  </a:ext>
                </a:extLst>
              </p:cNvPr>
              <p:cNvSpPr/>
              <p:nvPr/>
            </p:nvSpPr>
            <p:spPr>
              <a:xfrm>
                <a:off x="13947160" y="3038561"/>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U3</a:t>
                </a:r>
              </a:p>
            </p:txBody>
          </p:sp>
        </p:grpSp>
        <p:sp>
          <p:nvSpPr>
            <p:cNvPr id="63" name="Abgerundetes Rechteck 62">
              <a:extLst>
                <a:ext uri="{FF2B5EF4-FFF2-40B4-BE49-F238E27FC236}">
                  <a16:creationId xmlns:a16="http://schemas.microsoft.com/office/drawing/2014/main" id="{A6F01394-722B-1B83-5807-54201D4DF458}"/>
                </a:ext>
              </a:extLst>
            </p:cNvPr>
            <p:cNvSpPr/>
            <p:nvPr/>
          </p:nvSpPr>
          <p:spPr>
            <a:xfrm>
              <a:off x="10775161" y="8880787"/>
              <a:ext cx="1080000" cy="720000"/>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1100" dirty="0">
                  <a:solidFill>
                    <a:schemeClr val="tx1"/>
                  </a:solidFill>
                  <a:latin typeface="Georgia" panose="02040502050405020303" pitchFamily="18" charset="0"/>
                </a:rPr>
                <a:t>Ergebnis</a:t>
              </a:r>
            </a:p>
          </p:txBody>
        </p:sp>
        <p:sp>
          <p:nvSpPr>
            <p:cNvPr id="64" name="Abgerundetes Rechteck 63">
              <a:extLst>
                <a:ext uri="{FF2B5EF4-FFF2-40B4-BE49-F238E27FC236}">
                  <a16:creationId xmlns:a16="http://schemas.microsoft.com/office/drawing/2014/main" id="{C5F13CEF-981C-445B-542C-E89DC6019F35}"/>
                </a:ext>
              </a:extLst>
            </p:cNvPr>
            <p:cNvSpPr/>
            <p:nvPr/>
          </p:nvSpPr>
          <p:spPr>
            <a:xfrm>
              <a:off x="7279850" y="6510443"/>
              <a:ext cx="1080000" cy="720000"/>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1100" dirty="0">
                  <a:solidFill>
                    <a:schemeClr val="tx1"/>
                  </a:solidFill>
                  <a:latin typeface="Georgia" panose="02040502050405020303" pitchFamily="18" charset="0"/>
                </a:rPr>
                <a:t>Ergebnis</a:t>
              </a:r>
            </a:p>
          </p:txBody>
        </p:sp>
        <p:sp>
          <p:nvSpPr>
            <p:cNvPr id="65" name="Abgerundetes Rechteck 64">
              <a:extLst>
                <a:ext uri="{FF2B5EF4-FFF2-40B4-BE49-F238E27FC236}">
                  <a16:creationId xmlns:a16="http://schemas.microsoft.com/office/drawing/2014/main" id="{D4F20432-1671-F475-2BF7-CCEF533C1A64}"/>
                </a:ext>
              </a:extLst>
            </p:cNvPr>
            <p:cNvSpPr/>
            <p:nvPr/>
          </p:nvSpPr>
          <p:spPr>
            <a:xfrm>
              <a:off x="7279850" y="8520788"/>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1100" dirty="0">
                  <a:latin typeface="Georgia" panose="02040502050405020303" pitchFamily="18" charset="0"/>
                </a:rPr>
                <a:t>Referenz</a:t>
              </a:r>
            </a:p>
          </p:txBody>
        </p:sp>
        <p:sp>
          <p:nvSpPr>
            <p:cNvPr id="67" name="Pfeil nach rechts 66">
              <a:extLst>
                <a:ext uri="{FF2B5EF4-FFF2-40B4-BE49-F238E27FC236}">
                  <a16:creationId xmlns:a16="http://schemas.microsoft.com/office/drawing/2014/main" id="{760B8CE0-7D29-3F21-BFEE-E33E1DF715D8}"/>
                </a:ext>
              </a:extLst>
            </p:cNvPr>
            <p:cNvSpPr/>
            <p:nvPr/>
          </p:nvSpPr>
          <p:spPr>
            <a:xfrm rot="10800000">
              <a:off x="9063506" y="7495880"/>
              <a:ext cx="1008000"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00">
                <a:latin typeface="Georgia" panose="02040502050405020303" pitchFamily="18" charset="0"/>
              </a:endParaRPr>
            </a:p>
          </p:txBody>
        </p:sp>
        <p:sp>
          <p:nvSpPr>
            <p:cNvPr id="69" name="Abgerundetes Rechteck 68">
              <a:extLst>
                <a:ext uri="{FF2B5EF4-FFF2-40B4-BE49-F238E27FC236}">
                  <a16:creationId xmlns:a16="http://schemas.microsoft.com/office/drawing/2014/main" id="{E98B6EF1-A4DB-BECF-E5C8-8B211D6751B6}"/>
                </a:ext>
              </a:extLst>
            </p:cNvPr>
            <p:cNvSpPr/>
            <p:nvPr/>
          </p:nvSpPr>
          <p:spPr>
            <a:xfrm>
              <a:off x="10115011" y="263414"/>
              <a:ext cx="2400300" cy="4280389"/>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100" dirty="0">
                  <a:solidFill>
                    <a:schemeClr val="tx1"/>
                  </a:solidFill>
                  <a:latin typeface="Georgia" panose="02040502050405020303" pitchFamily="18" charset="0"/>
                </a:rPr>
                <a:t>Expertensysteme</a:t>
              </a:r>
            </a:p>
          </p:txBody>
        </p:sp>
        <p:sp>
          <p:nvSpPr>
            <p:cNvPr id="70" name="Abgerundetes Rechteck 69">
              <a:extLst>
                <a:ext uri="{FF2B5EF4-FFF2-40B4-BE49-F238E27FC236}">
                  <a16:creationId xmlns:a16="http://schemas.microsoft.com/office/drawing/2014/main" id="{1F7A3AE1-39C2-7B94-D276-DB2F56C068A3}"/>
                </a:ext>
              </a:extLst>
            </p:cNvPr>
            <p:cNvSpPr/>
            <p:nvPr/>
          </p:nvSpPr>
          <p:spPr>
            <a:xfrm>
              <a:off x="3186305" y="1389363"/>
              <a:ext cx="2426677" cy="10785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LLM</a:t>
              </a:r>
            </a:p>
          </p:txBody>
        </p:sp>
        <p:sp>
          <p:nvSpPr>
            <p:cNvPr id="71" name="Abgerundetes Rechteck 70">
              <a:extLst>
                <a:ext uri="{FF2B5EF4-FFF2-40B4-BE49-F238E27FC236}">
                  <a16:creationId xmlns:a16="http://schemas.microsoft.com/office/drawing/2014/main" id="{F61747D7-D86D-103E-F1D5-32611938D32C}"/>
                </a:ext>
              </a:extLst>
            </p:cNvPr>
            <p:cNvSpPr/>
            <p:nvPr/>
          </p:nvSpPr>
          <p:spPr>
            <a:xfrm>
              <a:off x="10775161" y="891348"/>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E1</a:t>
              </a:r>
            </a:p>
          </p:txBody>
        </p:sp>
        <p:sp>
          <p:nvSpPr>
            <p:cNvPr id="72" name="Abgerundetes Rechteck 71">
              <a:extLst>
                <a:ext uri="{FF2B5EF4-FFF2-40B4-BE49-F238E27FC236}">
                  <a16:creationId xmlns:a16="http://schemas.microsoft.com/office/drawing/2014/main" id="{8ADBFAA3-E302-1766-07DD-06289DF5E439}"/>
                </a:ext>
              </a:extLst>
            </p:cNvPr>
            <p:cNvSpPr/>
            <p:nvPr/>
          </p:nvSpPr>
          <p:spPr>
            <a:xfrm>
              <a:off x="10775161" y="1801463"/>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E2</a:t>
              </a:r>
            </a:p>
          </p:txBody>
        </p:sp>
        <p:sp>
          <p:nvSpPr>
            <p:cNvPr id="73" name="Abgerundetes Rechteck 72">
              <a:extLst>
                <a:ext uri="{FF2B5EF4-FFF2-40B4-BE49-F238E27FC236}">
                  <a16:creationId xmlns:a16="http://schemas.microsoft.com/office/drawing/2014/main" id="{E0ED909F-3309-431B-E918-F720475020FD}"/>
                </a:ext>
              </a:extLst>
            </p:cNvPr>
            <p:cNvSpPr/>
            <p:nvPr/>
          </p:nvSpPr>
          <p:spPr>
            <a:xfrm>
              <a:off x="10775161" y="2711578"/>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E3</a:t>
              </a:r>
            </a:p>
          </p:txBody>
        </p:sp>
        <p:sp>
          <p:nvSpPr>
            <p:cNvPr id="74" name="Abgerundetes Rechteck 73">
              <a:extLst>
                <a:ext uri="{FF2B5EF4-FFF2-40B4-BE49-F238E27FC236}">
                  <a16:creationId xmlns:a16="http://schemas.microsoft.com/office/drawing/2014/main" id="{407DC1AD-C83A-0E1E-D1A8-74222C947637}"/>
                </a:ext>
              </a:extLst>
            </p:cNvPr>
            <p:cNvSpPr/>
            <p:nvPr/>
          </p:nvSpPr>
          <p:spPr>
            <a:xfrm>
              <a:off x="10775161" y="3621693"/>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E4</a:t>
              </a:r>
            </a:p>
          </p:txBody>
        </p:sp>
        <p:sp>
          <p:nvSpPr>
            <p:cNvPr id="75" name="Abgerundetes Rechteck 74">
              <a:extLst>
                <a:ext uri="{FF2B5EF4-FFF2-40B4-BE49-F238E27FC236}">
                  <a16:creationId xmlns:a16="http://schemas.microsoft.com/office/drawing/2014/main" id="{BF279A18-5E37-1440-C2FC-2367D1F102A2}"/>
                </a:ext>
              </a:extLst>
            </p:cNvPr>
            <p:cNvSpPr/>
            <p:nvPr/>
          </p:nvSpPr>
          <p:spPr>
            <a:xfrm>
              <a:off x="-156056" y="1431096"/>
              <a:ext cx="2094401" cy="995057"/>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latin typeface="Georgia" panose="02040502050405020303" pitchFamily="18" charset="0"/>
                </a:rPr>
                <a:t>Aufgabe</a:t>
              </a:r>
            </a:p>
          </p:txBody>
        </p:sp>
        <p:grpSp>
          <p:nvGrpSpPr>
            <p:cNvPr id="76" name="Gruppieren 75">
              <a:extLst>
                <a:ext uri="{FF2B5EF4-FFF2-40B4-BE49-F238E27FC236}">
                  <a16:creationId xmlns:a16="http://schemas.microsoft.com/office/drawing/2014/main" id="{B2A15E23-DE77-B067-1E28-23670779C38F}"/>
                </a:ext>
              </a:extLst>
            </p:cNvPr>
            <p:cNvGrpSpPr/>
            <p:nvPr/>
          </p:nvGrpSpPr>
          <p:grpSpPr>
            <a:xfrm>
              <a:off x="6772650" y="235556"/>
              <a:ext cx="2094401" cy="3386137"/>
              <a:chOff x="9224956" y="671512"/>
              <a:chExt cx="2094401" cy="3386137"/>
            </a:xfrm>
          </p:grpSpPr>
          <p:sp>
            <p:nvSpPr>
              <p:cNvPr id="77" name="Abgerundetes Rechteck 76">
                <a:extLst>
                  <a:ext uri="{FF2B5EF4-FFF2-40B4-BE49-F238E27FC236}">
                    <a16:creationId xmlns:a16="http://schemas.microsoft.com/office/drawing/2014/main" id="{D7F3C30F-5849-23BB-0C93-923B4FA1C98C}"/>
                  </a:ext>
                </a:extLst>
              </p:cNvPr>
              <p:cNvSpPr/>
              <p:nvPr/>
            </p:nvSpPr>
            <p:spPr>
              <a:xfrm>
                <a:off x="9224956" y="671512"/>
                <a:ext cx="2094401" cy="3386137"/>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100" dirty="0">
                    <a:solidFill>
                      <a:schemeClr val="tx1"/>
                    </a:solidFill>
                    <a:latin typeface="Georgia" panose="02040502050405020303" pitchFamily="18" charset="0"/>
                  </a:rPr>
                  <a:t>Aufgabe</a:t>
                </a:r>
              </a:p>
            </p:txBody>
          </p:sp>
          <p:sp>
            <p:nvSpPr>
              <p:cNvPr id="78" name="Abgerundetes Rechteck 77">
                <a:extLst>
                  <a:ext uri="{FF2B5EF4-FFF2-40B4-BE49-F238E27FC236}">
                    <a16:creationId xmlns:a16="http://schemas.microsoft.com/office/drawing/2014/main" id="{02EFEDFA-B1C0-C993-EE81-79A66B5EA273}"/>
                  </a:ext>
                </a:extLst>
              </p:cNvPr>
              <p:cNvSpPr/>
              <p:nvPr/>
            </p:nvSpPr>
            <p:spPr>
              <a:xfrm>
                <a:off x="9726849" y="1297246"/>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U1</a:t>
                </a:r>
              </a:p>
            </p:txBody>
          </p:sp>
          <p:sp>
            <p:nvSpPr>
              <p:cNvPr id="79" name="Abgerundetes Rechteck 78">
                <a:extLst>
                  <a:ext uri="{FF2B5EF4-FFF2-40B4-BE49-F238E27FC236}">
                    <a16:creationId xmlns:a16="http://schemas.microsoft.com/office/drawing/2014/main" id="{6A3E26E9-0B83-0F85-3554-15D3FFA07693}"/>
                  </a:ext>
                </a:extLst>
              </p:cNvPr>
              <p:cNvSpPr/>
              <p:nvPr/>
            </p:nvSpPr>
            <p:spPr>
              <a:xfrm>
                <a:off x="9726849" y="2207361"/>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U2</a:t>
                </a:r>
              </a:p>
            </p:txBody>
          </p:sp>
          <p:sp>
            <p:nvSpPr>
              <p:cNvPr id="80" name="Abgerundetes Rechteck 79">
                <a:extLst>
                  <a:ext uri="{FF2B5EF4-FFF2-40B4-BE49-F238E27FC236}">
                    <a16:creationId xmlns:a16="http://schemas.microsoft.com/office/drawing/2014/main" id="{EAF039FF-49C9-73DC-0699-237629C1DCD9}"/>
                  </a:ext>
                </a:extLst>
              </p:cNvPr>
              <p:cNvSpPr/>
              <p:nvPr/>
            </p:nvSpPr>
            <p:spPr>
              <a:xfrm>
                <a:off x="9726849" y="3117476"/>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latin typeface="Georgia" panose="02040502050405020303" pitchFamily="18" charset="0"/>
                  </a:rPr>
                  <a:t>U3</a:t>
                </a:r>
              </a:p>
            </p:txBody>
          </p:sp>
        </p:grpSp>
        <p:sp>
          <p:nvSpPr>
            <p:cNvPr id="81" name="Pfeil nach rechts 80">
              <a:extLst>
                <a:ext uri="{FF2B5EF4-FFF2-40B4-BE49-F238E27FC236}">
                  <a16:creationId xmlns:a16="http://schemas.microsoft.com/office/drawing/2014/main" id="{111C40B2-3811-C1E1-648B-CA3B4D81E6CA}"/>
                </a:ext>
              </a:extLst>
            </p:cNvPr>
            <p:cNvSpPr/>
            <p:nvPr/>
          </p:nvSpPr>
          <p:spPr>
            <a:xfrm>
              <a:off x="2125544" y="1764851"/>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00">
                <a:latin typeface="Georgia" panose="02040502050405020303" pitchFamily="18" charset="0"/>
              </a:endParaRPr>
            </a:p>
          </p:txBody>
        </p:sp>
        <p:sp>
          <p:nvSpPr>
            <p:cNvPr id="82" name="Pfeil nach rechts 81">
              <a:extLst>
                <a:ext uri="{FF2B5EF4-FFF2-40B4-BE49-F238E27FC236}">
                  <a16:creationId xmlns:a16="http://schemas.microsoft.com/office/drawing/2014/main" id="{F93EE89B-12DB-E46D-D9AF-F9DFC6AED129}"/>
                </a:ext>
              </a:extLst>
            </p:cNvPr>
            <p:cNvSpPr/>
            <p:nvPr/>
          </p:nvSpPr>
          <p:spPr>
            <a:xfrm>
              <a:off x="5727841" y="1764851"/>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00">
                <a:latin typeface="Georgia" panose="02040502050405020303" pitchFamily="18" charset="0"/>
              </a:endParaRPr>
            </a:p>
          </p:txBody>
        </p:sp>
        <p:cxnSp>
          <p:nvCxnSpPr>
            <p:cNvPr id="83" name="Gerade Verbindung mit Pfeil 82">
              <a:extLst>
                <a:ext uri="{FF2B5EF4-FFF2-40B4-BE49-F238E27FC236}">
                  <a16:creationId xmlns:a16="http://schemas.microsoft.com/office/drawing/2014/main" id="{E6DC12E6-E04B-A1A0-7997-004F1F0C0384}"/>
                </a:ext>
              </a:extLst>
            </p:cNvPr>
            <p:cNvCxnSpPr>
              <a:stCxn id="78" idx="3"/>
              <a:endCxn id="72" idx="1"/>
            </p:cNvCxnSpPr>
            <p:nvPr/>
          </p:nvCxnSpPr>
          <p:spPr>
            <a:xfrm>
              <a:off x="8354543" y="1221290"/>
              <a:ext cx="2420618" cy="9401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Gerade Verbindung mit Pfeil 83">
              <a:extLst>
                <a:ext uri="{FF2B5EF4-FFF2-40B4-BE49-F238E27FC236}">
                  <a16:creationId xmlns:a16="http://schemas.microsoft.com/office/drawing/2014/main" id="{4281B276-00F8-54DC-7A29-D48A73E560FD}"/>
                </a:ext>
              </a:extLst>
            </p:cNvPr>
            <p:cNvCxnSpPr>
              <a:stCxn id="80" idx="3"/>
              <a:endCxn id="71" idx="1"/>
            </p:cNvCxnSpPr>
            <p:nvPr/>
          </p:nvCxnSpPr>
          <p:spPr>
            <a:xfrm flipV="1">
              <a:off x="8354543" y="1251348"/>
              <a:ext cx="2420618" cy="17901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Gerade Verbindung mit Pfeil 84">
              <a:extLst>
                <a:ext uri="{FF2B5EF4-FFF2-40B4-BE49-F238E27FC236}">
                  <a16:creationId xmlns:a16="http://schemas.microsoft.com/office/drawing/2014/main" id="{596B32F0-2DD0-4656-EA98-5B05AB53CFF6}"/>
                </a:ext>
              </a:extLst>
            </p:cNvPr>
            <p:cNvCxnSpPr>
              <a:stCxn id="79" idx="3"/>
              <a:endCxn id="73" idx="1"/>
            </p:cNvCxnSpPr>
            <p:nvPr/>
          </p:nvCxnSpPr>
          <p:spPr>
            <a:xfrm>
              <a:off x="8354543" y="2131405"/>
              <a:ext cx="2420618" cy="9401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9" name="Pfeil nach rechts 88">
              <a:extLst>
                <a:ext uri="{FF2B5EF4-FFF2-40B4-BE49-F238E27FC236}">
                  <a16:creationId xmlns:a16="http://schemas.microsoft.com/office/drawing/2014/main" id="{8581D910-944A-4BA2-CB11-68DB7B342100}"/>
                </a:ext>
              </a:extLst>
            </p:cNvPr>
            <p:cNvSpPr/>
            <p:nvPr/>
          </p:nvSpPr>
          <p:spPr>
            <a:xfrm rot="5400000">
              <a:off x="10985196" y="4855426"/>
              <a:ext cx="720000" cy="327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00">
                <a:latin typeface="Georgia" panose="02040502050405020303" pitchFamily="18" charset="0"/>
              </a:endParaRPr>
            </a:p>
          </p:txBody>
        </p:sp>
      </p:grpSp>
      <p:sp>
        <p:nvSpPr>
          <p:cNvPr id="90" name="Abgerundetes Rechteck 89">
            <a:extLst>
              <a:ext uri="{FF2B5EF4-FFF2-40B4-BE49-F238E27FC236}">
                <a16:creationId xmlns:a16="http://schemas.microsoft.com/office/drawing/2014/main" id="{A801C354-2E22-4ABE-1737-99FC9225FCB5}"/>
              </a:ext>
            </a:extLst>
          </p:cNvPr>
          <p:cNvSpPr/>
          <p:nvPr/>
        </p:nvSpPr>
        <p:spPr>
          <a:xfrm>
            <a:off x="11448611" y="-4828456"/>
            <a:ext cx="2094401" cy="4280389"/>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dirty="0"/>
              <a:t>Ausführung</a:t>
            </a:r>
          </a:p>
        </p:txBody>
      </p:sp>
      <p:sp>
        <p:nvSpPr>
          <p:cNvPr id="91" name="Abgerundetes Rechteck 90">
            <a:extLst>
              <a:ext uri="{FF2B5EF4-FFF2-40B4-BE49-F238E27FC236}">
                <a16:creationId xmlns:a16="http://schemas.microsoft.com/office/drawing/2014/main" id="{F0D3FD69-A249-49D4-006D-E57C56CF4CF1}"/>
              </a:ext>
            </a:extLst>
          </p:cNvPr>
          <p:cNvSpPr/>
          <p:nvPr/>
        </p:nvSpPr>
        <p:spPr>
          <a:xfrm>
            <a:off x="14790972" y="-4828457"/>
            <a:ext cx="2094401" cy="4280389"/>
          </a:xfrm>
          <a:prstGeom prst="roundRect">
            <a:avLst/>
          </a:prstGeom>
          <a:solidFill>
            <a:srgbClr val="8EBAE5"/>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dirty="0"/>
              <a:t>Evaluation</a:t>
            </a:r>
          </a:p>
        </p:txBody>
      </p:sp>
      <p:sp>
        <p:nvSpPr>
          <p:cNvPr id="92" name="Abgerundetes Rechteck 91">
            <a:extLst>
              <a:ext uri="{FF2B5EF4-FFF2-40B4-BE49-F238E27FC236}">
                <a16:creationId xmlns:a16="http://schemas.microsoft.com/office/drawing/2014/main" id="{07A00B0D-003A-E4FD-68B4-E0398BDC2E04}"/>
              </a:ext>
            </a:extLst>
          </p:cNvPr>
          <p:cNvSpPr/>
          <p:nvPr/>
        </p:nvSpPr>
        <p:spPr>
          <a:xfrm>
            <a:off x="11955811" y="-4202722"/>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U1</a:t>
            </a:r>
          </a:p>
        </p:txBody>
      </p:sp>
      <p:sp>
        <p:nvSpPr>
          <p:cNvPr id="93" name="Abgerundetes Rechteck 92">
            <a:extLst>
              <a:ext uri="{FF2B5EF4-FFF2-40B4-BE49-F238E27FC236}">
                <a16:creationId xmlns:a16="http://schemas.microsoft.com/office/drawing/2014/main" id="{398806A1-008F-A6CB-57A7-CB6811A093B6}"/>
              </a:ext>
            </a:extLst>
          </p:cNvPr>
          <p:cNvSpPr/>
          <p:nvPr/>
        </p:nvSpPr>
        <p:spPr>
          <a:xfrm>
            <a:off x="11955811" y="-3292607"/>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U2</a:t>
            </a:r>
          </a:p>
        </p:txBody>
      </p:sp>
      <p:sp>
        <p:nvSpPr>
          <p:cNvPr id="94" name="Abgerundetes Rechteck 93">
            <a:extLst>
              <a:ext uri="{FF2B5EF4-FFF2-40B4-BE49-F238E27FC236}">
                <a16:creationId xmlns:a16="http://schemas.microsoft.com/office/drawing/2014/main" id="{6549CEDF-B53C-F0CE-57A1-BD4EC655D1A7}"/>
              </a:ext>
            </a:extLst>
          </p:cNvPr>
          <p:cNvSpPr/>
          <p:nvPr/>
        </p:nvSpPr>
        <p:spPr>
          <a:xfrm>
            <a:off x="11955811" y="-2382492"/>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U3</a:t>
            </a:r>
          </a:p>
        </p:txBody>
      </p:sp>
      <p:sp>
        <p:nvSpPr>
          <p:cNvPr id="95" name="Abgerundetes Rechteck 94">
            <a:extLst>
              <a:ext uri="{FF2B5EF4-FFF2-40B4-BE49-F238E27FC236}">
                <a16:creationId xmlns:a16="http://schemas.microsoft.com/office/drawing/2014/main" id="{EC6F8B14-11E0-3ABE-81D3-5DA63F8B8E3C}"/>
              </a:ext>
            </a:extLst>
          </p:cNvPr>
          <p:cNvSpPr/>
          <p:nvPr/>
        </p:nvSpPr>
        <p:spPr>
          <a:xfrm>
            <a:off x="11955811" y="-1442319"/>
            <a:ext cx="1080000" cy="720000"/>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dirty="0"/>
              <a:t>Ergebnis</a:t>
            </a:r>
          </a:p>
        </p:txBody>
      </p:sp>
      <p:sp>
        <p:nvSpPr>
          <p:cNvPr id="96" name="Abgerundetes Rechteck 95">
            <a:extLst>
              <a:ext uri="{FF2B5EF4-FFF2-40B4-BE49-F238E27FC236}">
                <a16:creationId xmlns:a16="http://schemas.microsoft.com/office/drawing/2014/main" id="{29CA2E72-5A50-461B-AB60-1B03ABBB47D5}"/>
              </a:ext>
            </a:extLst>
          </p:cNvPr>
          <p:cNvSpPr/>
          <p:nvPr/>
        </p:nvSpPr>
        <p:spPr>
          <a:xfrm>
            <a:off x="15298172" y="-3812664"/>
            <a:ext cx="1080000" cy="720000"/>
          </a:xfrm>
          <a:prstGeom prst="roundRect">
            <a:avLst/>
          </a:prstGeom>
          <a:solidFill>
            <a:srgbClr val="D0D95C"/>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dirty="0"/>
              <a:t>Ergebnis</a:t>
            </a:r>
          </a:p>
        </p:txBody>
      </p:sp>
      <p:sp>
        <p:nvSpPr>
          <p:cNvPr id="97" name="Abgerundetes Rechteck 96">
            <a:extLst>
              <a:ext uri="{FF2B5EF4-FFF2-40B4-BE49-F238E27FC236}">
                <a16:creationId xmlns:a16="http://schemas.microsoft.com/office/drawing/2014/main" id="{B491C10D-3C5E-DD95-7F1C-E4E9A731AEA3}"/>
              </a:ext>
            </a:extLst>
          </p:cNvPr>
          <p:cNvSpPr/>
          <p:nvPr/>
        </p:nvSpPr>
        <p:spPr>
          <a:xfrm>
            <a:off x="15298172" y="-1802319"/>
            <a:ext cx="108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dirty="0"/>
              <a:t>Referenz</a:t>
            </a:r>
          </a:p>
        </p:txBody>
      </p:sp>
      <p:sp>
        <p:nvSpPr>
          <p:cNvPr id="98" name="Pfeil nach rechts 97">
            <a:extLst>
              <a:ext uri="{FF2B5EF4-FFF2-40B4-BE49-F238E27FC236}">
                <a16:creationId xmlns:a16="http://schemas.microsoft.com/office/drawing/2014/main" id="{19760339-9A91-1453-9900-E7DFB178EFBD}"/>
              </a:ext>
            </a:extLst>
          </p:cNvPr>
          <p:cNvSpPr/>
          <p:nvPr/>
        </p:nvSpPr>
        <p:spPr>
          <a:xfrm>
            <a:off x="13659792" y="-2852037"/>
            <a:ext cx="945902" cy="327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986633259"/>
      </p:ext>
    </p:extLst>
  </p:cSld>
  <p:clrMapOvr>
    <a:masterClrMapping/>
  </p:clrMapOvr>
</p:sld>
</file>

<file path=ppt/theme/theme1.xml><?xml version="1.0" encoding="utf-8"?>
<a:theme xmlns:a="http://schemas.openxmlformats.org/drawingml/2006/main" name="Präsentation_Master_RWTH_Verwaltung">
  <a:themeElements>
    <a:clrScheme name="ANTS-Farbschema">
      <a:dk1>
        <a:sysClr val="windowText" lastClr="000000"/>
      </a:dk1>
      <a:lt1>
        <a:sysClr val="window" lastClr="FFFFFF"/>
      </a:lt1>
      <a:dk2>
        <a:srgbClr val="00549F"/>
      </a:dk2>
      <a:lt2>
        <a:srgbClr val="8EBAE5"/>
      </a:lt2>
      <a:accent1>
        <a:srgbClr val="00549F"/>
      </a:accent1>
      <a:accent2>
        <a:srgbClr val="8EBAE5"/>
      </a:accent2>
      <a:accent3>
        <a:srgbClr val="D0D95C"/>
      </a:accent3>
      <a:accent4>
        <a:srgbClr val="F6A800"/>
      </a:accent4>
      <a:accent5>
        <a:srgbClr val="CC071E"/>
      </a:accent5>
      <a:accent6>
        <a:srgbClr val="A11035"/>
      </a:accent6>
      <a:hlink>
        <a:srgbClr val="BDCD00"/>
      </a:hlink>
      <a:folHlink>
        <a:srgbClr val="BDCD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40715_Powerpointvorlage_verwaltung" id="{E6E3156E-61B3-43A8-894B-5CDF8EFEBA85}" vid="{367F704D-7C25-4A66-AD76-86CABAF55FEB}"/>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E73FEEE3EF2AC3469A018D00FA35F009" ma:contentTypeVersion="0" ma:contentTypeDescription="Ein neues Dokument erstellen." ma:contentTypeScope="" ma:versionID="c169a0205b1311efa242ecc4cbf875d8">
  <xsd:schema xmlns:xsd="http://www.w3.org/2001/XMLSchema" xmlns:xs="http://www.w3.org/2001/XMLSchema" xmlns:p="http://schemas.microsoft.com/office/2006/metadata/properties" targetNamespace="http://schemas.microsoft.com/office/2006/metadata/properties" ma:root="true" ma:fieldsID="b4f5dc90cf06628c3b90945c8266c24d">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4895EF-C373-4F46-937E-D01F8F76D509}">
  <ds:schemaRefs>
    <ds:schemaRef ds:uri="http://purl.org/dc/dcmitype/"/>
    <ds:schemaRef ds:uri="http://www.w3.org/XML/1998/namespace"/>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35137318-55C5-45F2-A226-CF368215BC3D}">
  <ds:schemaRefs>
    <ds:schemaRef ds:uri="http://schemas.microsoft.com/sharepoint/v3/contenttype/forms"/>
  </ds:schemaRefs>
</ds:datastoreItem>
</file>

<file path=customXml/itemProps3.xml><?xml version="1.0" encoding="utf-8"?>
<ds:datastoreItem xmlns:ds="http://schemas.openxmlformats.org/officeDocument/2006/customXml" ds:itemID="{078CFDAA-96BB-4A3D-A699-21BA897700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2253</Words>
  <Application>Microsoft Macintosh PowerPoint</Application>
  <PresentationFormat>Breitbild</PresentationFormat>
  <Paragraphs>625</Paragraphs>
  <Slides>40</Slides>
  <Notes>13</Notes>
  <HiddenSlides>15</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40</vt:i4>
      </vt:variant>
    </vt:vector>
  </HeadingPairs>
  <TitlesOfParts>
    <vt:vector size="47" baseType="lpstr">
      <vt:lpstr>Arial</vt:lpstr>
      <vt:lpstr>Calibri</vt:lpstr>
      <vt:lpstr>Georgia</vt:lpstr>
      <vt:lpstr>Symbol</vt:lpstr>
      <vt:lpstr>Wingdings</vt:lpstr>
      <vt:lpstr>Wingdings 3</vt:lpstr>
      <vt:lpstr>Präsentation_Master_RWTH_Verwaltung</vt:lpstr>
      <vt:lpstr>Bachelorarbeit Aeneas Molitor</vt:lpstr>
      <vt:lpstr>PowerPoint-Präsentation</vt:lpstr>
      <vt:lpstr>Kickoffmeeting</vt:lpstr>
      <vt:lpstr>Ziele bis zum 10.06</vt:lpstr>
      <vt:lpstr>Meeting  1</vt:lpstr>
      <vt:lpstr>Ziele bis zum 17.06</vt:lpstr>
      <vt:lpstr>Meeting 2</vt:lpstr>
      <vt:lpstr>Meeting 3</vt:lpstr>
      <vt:lpstr>Meeting 4 </vt:lpstr>
      <vt:lpstr>Meeting 5</vt:lpstr>
      <vt:lpstr>Meeting 6</vt:lpstr>
      <vt:lpstr>Meeting 7 </vt:lpstr>
      <vt:lpstr>Meeting 8</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Konzept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Hannah Verfuerth</dc:creator>
  <cp:lastModifiedBy>Aeneas Molitor</cp:lastModifiedBy>
  <cp:revision>744</cp:revision>
  <dcterms:created xsi:type="dcterms:W3CDTF">2019-01-08T10:45:06Z</dcterms:created>
  <dcterms:modified xsi:type="dcterms:W3CDTF">2025-09-08T11:45:34Z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0x010100E73FEEE3EF2AC3469A018D00FA35F009</vt:lpwstr>
  </property>
</Properties>
</file>